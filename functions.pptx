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56"/>
  </p:notesMasterIdLst>
  <p:handoutMasterIdLst>
    <p:handoutMasterId r:id="rId57"/>
  </p:handoutMasterIdLst>
  <p:sldIdLst>
    <p:sldId id="378" r:id="rId5"/>
    <p:sldId id="479" r:id="rId6"/>
    <p:sldId id="477" r:id="rId7"/>
    <p:sldId id="478" r:id="rId8"/>
    <p:sldId id="416" r:id="rId9"/>
    <p:sldId id="438" r:id="rId10"/>
    <p:sldId id="463" r:id="rId11"/>
    <p:sldId id="481" r:id="rId12"/>
    <p:sldId id="446" r:id="rId13"/>
    <p:sldId id="392" r:id="rId14"/>
    <p:sldId id="400" r:id="rId15"/>
    <p:sldId id="467" r:id="rId16"/>
    <p:sldId id="468" r:id="rId17"/>
    <p:sldId id="393" r:id="rId18"/>
    <p:sldId id="449" r:id="rId19"/>
    <p:sldId id="482" r:id="rId20"/>
    <p:sldId id="395" r:id="rId21"/>
    <p:sldId id="397" r:id="rId22"/>
    <p:sldId id="396" r:id="rId23"/>
    <p:sldId id="470" r:id="rId24"/>
    <p:sldId id="483" r:id="rId25"/>
    <p:sldId id="394" r:id="rId26"/>
    <p:sldId id="461" r:id="rId27"/>
    <p:sldId id="462" r:id="rId28"/>
    <p:sldId id="484" r:id="rId29"/>
    <p:sldId id="458" r:id="rId30"/>
    <p:sldId id="460" r:id="rId31"/>
    <p:sldId id="485" r:id="rId32"/>
    <p:sldId id="401" r:id="rId33"/>
    <p:sldId id="410" r:id="rId34"/>
    <p:sldId id="411" r:id="rId35"/>
    <p:sldId id="402" r:id="rId36"/>
    <p:sldId id="473" r:id="rId37"/>
    <p:sldId id="447" r:id="rId38"/>
    <p:sldId id="475" r:id="rId39"/>
    <p:sldId id="487" r:id="rId40"/>
    <p:sldId id="476" r:id="rId41"/>
    <p:sldId id="403" r:id="rId42"/>
    <p:sldId id="404" r:id="rId43"/>
    <p:sldId id="407" r:id="rId44"/>
    <p:sldId id="406" r:id="rId45"/>
    <p:sldId id="413" r:id="rId46"/>
    <p:sldId id="450" r:id="rId47"/>
    <p:sldId id="441" r:id="rId48"/>
    <p:sldId id="436" r:id="rId49"/>
    <p:sldId id="414" r:id="rId50"/>
    <p:sldId id="415" r:id="rId51"/>
    <p:sldId id="444" r:id="rId52"/>
    <p:sldId id="456" r:id="rId53"/>
    <p:sldId id="443" r:id="rId54"/>
    <p:sldId id="398" r:id="rId55"/>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378"/>
            <p14:sldId id="479"/>
            <p14:sldId id="477"/>
            <p14:sldId id="478"/>
            <p14:sldId id="416"/>
            <p14:sldId id="438"/>
            <p14:sldId id="463"/>
            <p14:sldId id="481"/>
            <p14:sldId id="446"/>
            <p14:sldId id="392"/>
            <p14:sldId id="400"/>
            <p14:sldId id="467"/>
            <p14:sldId id="468"/>
            <p14:sldId id="393"/>
            <p14:sldId id="449"/>
            <p14:sldId id="482"/>
            <p14:sldId id="395"/>
            <p14:sldId id="397"/>
            <p14:sldId id="396"/>
            <p14:sldId id="470"/>
            <p14:sldId id="483"/>
            <p14:sldId id="394"/>
            <p14:sldId id="461"/>
            <p14:sldId id="462"/>
            <p14:sldId id="484"/>
            <p14:sldId id="458"/>
            <p14:sldId id="460"/>
            <p14:sldId id="485"/>
            <p14:sldId id="401"/>
            <p14:sldId id="410"/>
            <p14:sldId id="411"/>
            <p14:sldId id="402"/>
            <p14:sldId id="473"/>
            <p14:sldId id="447"/>
            <p14:sldId id="475"/>
            <p14:sldId id="487"/>
            <p14:sldId id="476"/>
            <p14:sldId id="403"/>
            <p14:sldId id="404"/>
            <p14:sldId id="407"/>
            <p14:sldId id="406"/>
            <p14:sldId id="413"/>
            <p14:sldId id="450"/>
            <p14:sldId id="441"/>
            <p14:sldId id="436"/>
            <p14:sldId id="414"/>
            <p14:sldId id="415"/>
            <p14:sldId id="444"/>
            <p14:sldId id="456"/>
            <p14:sldId id="443"/>
            <p14:sldId id="39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00"/>
    <a:srgbClr val="DF6752"/>
    <a:srgbClr val="9DBB1D"/>
    <a:srgbClr val="5E9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0" autoAdjust="0"/>
    <p:restoredTop sz="88859" autoAdjust="0"/>
  </p:normalViewPr>
  <p:slideViewPr>
    <p:cSldViewPr snapToGrid="0" snapToObjects="1">
      <p:cViewPr varScale="1">
        <p:scale>
          <a:sx n="113" d="100"/>
          <a:sy n="113" d="100"/>
        </p:scale>
        <p:origin x="480" y="9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96" d="100"/>
          <a:sy n="96" d="100"/>
        </p:scale>
        <p:origin x="36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iemienski Andersen" userId="3e5b9027-db81-4bdb-8ff3-173865797b46" providerId="ADAL" clId="{F6FA2703-E56F-44C7-8E47-77771BDCE2D3}"/>
    <pc:docChg chg="undo redo custSel addSld delSld modSld sldOrd modSection">
      <pc:chgData name="Martin Siemienski Andersen" userId="3e5b9027-db81-4bdb-8ff3-173865797b46" providerId="ADAL" clId="{F6FA2703-E56F-44C7-8E47-77771BDCE2D3}" dt="2024-06-19T13:04:20.883" v="5355" actId="1076"/>
      <pc:docMkLst>
        <pc:docMk/>
      </pc:docMkLst>
      <pc:sldChg chg="modSp mod ord">
        <pc:chgData name="Martin Siemienski Andersen" userId="3e5b9027-db81-4bdb-8ff3-173865797b46" providerId="ADAL" clId="{F6FA2703-E56F-44C7-8E47-77771BDCE2D3}" dt="2024-06-19T10:39:21.254" v="1976"/>
        <pc:sldMkLst>
          <pc:docMk/>
          <pc:sldMk cId="2153325008" sldId="392"/>
        </pc:sldMkLst>
        <pc:spChg chg="mod">
          <ac:chgData name="Martin Siemienski Andersen" userId="3e5b9027-db81-4bdb-8ff3-173865797b46" providerId="ADAL" clId="{F6FA2703-E56F-44C7-8E47-77771BDCE2D3}" dt="2024-06-19T09:26:07.062" v="1153" actId="6549"/>
          <ac:spMkLst>
            <pc:docMk/>
            <pc:sldMk cId="2153325008" sldId="392"/>
            <ac:spMk id="7" creationId="{4DA133E7-1663-4225-8269-5D2351387CA5}"/>
          </ac:spMkLst>
        </pc:spChg>
        <pc:picChg chg="mod">
          <ac:chgData name="Martin Siemienski Andersen" userId="3e5b9027-db81-4bdb-8ff3-173865797b46" providerId="ADAL" clId="{F6FA2703-E56F-44C7-8E47-77771BDCE2D3}" dt="2024-06-19T09:25:09.631" v="1135" actId="1076"/>
          <ac:picMkLst>
            <pc:docMk/>
            <pc:sldMk cId="2153325008" sldId="392"/>
            <ac:picMk id="3" creationId="{71265444-1475-45F7-87FC-BA761550D6CF}"/>
          </ac:picMkLst>
        </pc:picChg>
      </pc:sldChg>
      <pc:sldChg chg="addSp modSp mod">
        <pc:chgData name="Martin Siemienski Andersen" userId="3e5b9027-db81-4bdb-8ff3-173865797b46" providerId="ADAL" clId="{F6FA2703-E56F-44C7-8E47-77771BDCE2D3}" dt="2024-06-19T12:09:25.827" v="4716" actId="14100"/>
        <pc:sldMkLst>
          <pc:docMk/>
          <pc:sldMk cId="951228375" sldId="393"/>
        </pc:sldMkLst>
        <pc:spChg chg="add mod">
          <ac:chgData name="Martin Siemienski Andersen" userId="3e5b9027-db81-4bdb-8ff3-173865797b46" providerId="ADAL" clId="{F6FA2703-E56F-44C7-8E47-77771BDCE2D3}" dt="2024-06-19T09:31:09.397" v="1370" actId="1076"/>
          <ac:spMkLst>
            <pc:docMk/>
            <pc:sldMk cId="951228375" sldId="393"/>
            <ac:spMk id="2" creationId="{C9105297-8E62-2025-1B85-56324C82C4DC}"/>
          </ac:spMkLst>
        </pc:spChg>
        <pc:spChg chg="mod">
          <ac:chgData name="Martin Siemienski Andersen" userId="3e5b9027-db81-4bdb-8ff3-173865797b46" providerId="ADAL" clId="{F6FA2703-E56F-44C7-8E47-77771BDCE2D3}" dt="2024-06-19T12:09:25.827" v="4716" actId="14100"/>
          <ac:spMkLst>
            <pc:docMk/>
            <pc:sldMk cId="951228375" sldId="393"/>
            <ac:spMk id="4" creationId="{F279D28B-7FD3-4C56-8106-4641D28448F2}"/>
          </ac:spMkLst>
        </pc:spChg>
        <pc:spChg chg="mod">
          <ac:chgData name="Martin Siemienski Andersen" userId="3e5b9027-db81-4bdb-8ff3-173865797b46" providerId="ADAL" clId="{F6FA2703-E56F-44C7-8E47-77771BDCE2D3}" dt="2024-06-19T09:30:56.272" v="1369" actId="20577"/>
          <ac:spMkLst>
            <pc:docMk/>
            <pc:sldMk cId="951228375" sldId="393"/>
            <ac:spMk id="5" creationId="{7C33DE81-44D1-474E-861F-4B92C802B0E7}"/>
          </ac:spMkLst>
        </pc:spChg>
        <pc:picChg chg="mod">
          <ac:chgData name="Martin Siemienski Andersen" userId="3e5b9027-db81-4bdb-8ff3-173865797b46" providerId="ADAL" clId="{F6FA2703-E56F-44C7-8E47-77771BDCE2D3}" dt="2024-06-19T09:31:11.251" v="1371" actId="1076"/>
          <ac:picMkLst>
            <pc:docMk/>
            <pc:sldMk cId="951228375" sldId="393"/>
            <ac:picMk id="7" creationId="{DC566821-3DD9-4C87-8414-BC7084698F0A}"/>
          </ac:picMkLst>
        </pc:picChg>
      </pc:sldChg>
      <pc:sldChg chg="modSp mod">
        <pc:chgData name="Martin Siemienski Andersen" userId="3e5b9027-db81-4bdb-8ff3-173865797b46" providerId="ADAL" clId="{F6FA2703-E56F-44C7-8E47-77771BDCE2D3}" dt="2024-06-19T12:03:57.938" v="4708" actId="20577"/>
        <pc:sldMkLst>
          <pc:docMk/>
          <pc:sldMk cId="867482800" sldId="394"/>
        </pc:sldMkLst>
        <pc:spChg chg="mod">
          <ac:chgData name="Martin Siemienski Andersen" userId="3e5b9027-db81-4bdb-8ff3-173865797b46" providerId="ADAL" clId="{F6FA2703-E56F-44C7-8E47-77771BDCE2D3}" dt="2024-06-19T12:03:57.938" v="4708" actId="20577"/>
          <ac:spMkLst>
            <pc:docMk/>
            <pc:sldMk cId="867482800" sldId="394"/>
            <ac:spMk id="6" creationId="{FD4CF3AC-B627-D521-8AA9-4BD276FBC0B7}"/>
          </ac:spMkLst>
        </pc:spChg>
        <pc:spChg chg="mod">
          <ac:chgData name="Martin Siemienski Andersen" userId="3e5b9027-db81-4bdb-8ff3-173865797b46" providerId="ADAL" clId="{F6FA2703-E56F-44C7-8E47-77771BDCE2D3}" dt="2024-06-19T12:00:28.771" v="4702" actId="20577"/>
          <ac:spMkLst>
            <pc:docMk/>
            <pc:sldMk cId="867482800" sldId="394"/>
            <ac:spMk id="8" creationId="{B978DC38-C0EF-E13F-9588-ED5517B1968C}"/>
          </ac:spMkLst>
        </pc:spChg>
      </pc:sldChg>
      <pc:sldChg chg="modSp mod">
        <pc:chgData name="Martin Siemienski Andersen" userId="3e5b9027-db81-4bdb-8ff3-173865797b46" providerId="ADAL" clId="{F6FA2703-E56F-44C7-8E47-77771BDCE2D3}" dt="2024-06-19T10:42:34.539" v="2082" actId="255"/>
        <pc:sldMkLst>
          <pc:docMk/>
          <pc:sldMk cId="99100909" sldId="395"/>
        </pc:sldMkLst>
        <pc:spChg chg="mod">
          <ac:chgData name="Martin Siemienski Andersen" userId="3e5b9027-db81-4bdb-8ff3-173865797b46" providerId="ADAL" clId="{F6FA2703-E56F-44C7-8E47-77771BDCE2D3}" dt="2024-06-19T10:42:34.539" v="2082" actId="255"/>
          <ac:spMkLst>
            <pc:docMk/>
            <pc:sldMk cId="99100909" sldId="395"/>
            <ac:spMk id="9" creationId="{0F5D0C12-575C-48E8-BF55-BAEE8A7871A5}"/>
          </ac:spMkLst>
        </pc:spChg>
      </pc:sldChg>
      <pc:sldChg chg="modSp mod">
        <pc:chgData name="Martin Siemienski Andersen" userId="3e5b9027-db81-4bdb-8ff3-173865797b46" providerId="ADAL" clId="{F6FA2703-E56F-44C7-8E47-77771BDCE2D3}" dt="2024-06-19T11:41:11.381" v="4009" actId="20577"/>
        <pc:sldMkLst>
          <pc:docMk/>
          <pc:sldMk cId="4003045586" sldId="396"/>
        </pc:sldMkLst>
        <pc:spChg chg="mod">
          <ac:chgData name="Martin Siemienski Andersen" userId="3e5b9027-db81-4bdb-8ff3-173865797b46" providerId="ADAL" clId="{F6FA2703-E56F-44C7-8E47-77771BDCE2D3}" dt="2024-06-19T11:41:11.381" v="4009" actId="20577"/>
          <ac:spMkLst>
            <pc:docMk/>
            <pc:sldMk cId="4003045586" sldId="396"/>
            <ac:spMk id="9" creationId="{0F5D0C12-575C-48E8-BF55-BAEE8A7871A5}"/>
          </ac:spMkLst>
        </pc:spChg>
      </pc:sldChg>
      <pc:sldChg chg="add del mod ord modShow">
        <pc:chgData name="Martin Siemienski Andersen" userId="3e5b9027-db81-4bdb-8ff3-173865797b46" providerId="ADAL" clId="{F6FA2703-E56F-44C7-8E47-77771BDCE2D3}" dt="2024-06-19T11:38:35.548" v="3872"/>
        <pc:sldMkLst>
          <pc:docMk/>
          <pc:sldMk cId="3318369989" sldId="398"/>
        </pc:sldMkLst>
      </pc:sldChg>
      <pc:sldChg chg="modSp mod ord">
        <pc:chgData name="Martin Siemienski Andersen" userId="3e5b9027-db81-4bdb-8ff3-173865797b46" providerId="ADAL" clId="{F6FA2703-E56F-44C7-8E47-77771BDCE2D3}" dt="2024-06-19T09:24:59.749" v="1132" actId="6549"/>
        <pc:sldMkLst>
          <pc:docMk/>
          <pc:sldMk cId="3636122926" sldId="400"/>
        </pc:sldMkLst>
        <pc:spChg chg="mod">
          <ac:chgData name="Martin Siemienski Andersen" userId="3e5b9027-db81-4bdb-8ff3-173865797b46" providerId="ADAL" clId="{F6FA2703-E56F-44C7-8E47-77771BDCE2D3}" dt="2024-06-19T09:24:59.749" v="1132" actId="6549"/>
          <ac:spMkLst>
            <pc:docMk/>
            <pc:sldMk cId="3636122926" sldId="400"/>
            <ac:spMk id="5" creationId="{7C33DE81-44D1-474E-861F-4B92C802B0E7}"/>
          </ac:spMkLst>
        </pc:spChg>
      </pc:sldChg>
      <pc:sldChg chg="modSp mod">
        <pc:chgData name="Martin Siemienski Andersen" userId="3e5b9027-db81-4bdb-8ff3-173865797b46" providerId="ADAL" clId="{F6FA2703-E56F-44C7-8E47-77771BDCE2D3}" dt="2024-06-19T13:01:01.764" v="5339" actId="6549"/>
        <pc:sldMkLst>
          <pc:docMk/>
          <pc:sldMk cId="4223866109" sldId="401"/>
        </pc:sldMkLst>
        <pc:spChg chg="mod">
          <ac:chgData name="Martin Siemienski Andersen" userId="3e5b9027-db81-4bdb-8ff3-173865797b46" providerId="ADAL" clId="{F6FA2703-E56F-44C7-8E47-77771BDCE2D3}" dt="2024-06-19T13:01:01.764" v="5339" actId="6549"/>
          <ac:spMkLst>
            <pc:docMk/>
            <pc:sldMk cId="4223866109" sldId="401"/>
            <ac:spMk id="5" creationId="{7C33DE81-44D1-474E-861F-4B92C802B0E7}"/>
          </ac:spMkLst>
        </pc:spChg>
        <pc:picChg chg="mod">
          <ac:chgData name="Martin Siemienski Andersen" userId="3e5b9027-db81-4bdb-8ff3-173865797b46" providerId="ADAL" clId="{F6FA2703-E56F-44C7-8E47-77771BDCE2D3}" dt="2024-06-19T13:00:56.250" v="5336" actId="1076"/>
          <ac:picMkLst>
            <pc:docMk/>
            <pc:sldMk cId="4223866109" sldId="401"/>
            <ac:picMk id="11" creationId="{A59CBFBC-33B3-4E27-AEC4-B840AA91DD81}"/>
          </ac:picMkLst>
        </pc:picChg>
      </pc:sldChg>
      <pc:sldChg chg="setBg">
        <pc:chgData name="Martin Siemienski Andersen" userId="3e5b9027-db81-4bdb-8ff3-173865797b46" providerId="ADAL" clId="{F6FA2703-E56F-44C7-8E47-77771BDCE2D3}" dt="2024-06-19T09:07:08.591" v="874"/>
        <pc:sldMkLst>
          <pc:docMk/>
          <pc:sldMk cId="3364945455" sldId="403"/>
        </pc:sldMkLst>
      </pc:sldChg>
      <pc:sldChg chg="setBg">
        <pc:chgData name="Martin Siemienski Andersen" userId="3e5b9027-db81-4bdb-8ff3-173865797b46" providerId="ADAL" clId="{F6FA2703-E56F-44C7-8E47-77771BDCE2D3}" dt="2024-06-19T09:07:08.591" v="874"/>
        <pc:sldMkLst>
          <pc:docMk/>
          <pc:sldMk cId="492540003" sldId="404"/>
        </pc:sldMkLst>
      </pc:sldChg>
      <pc:sldChg chg="ord setBg">
        <pc:chgData name="Martin Siemienski Andersen" userId="3e5b9027-db81-4bdb-8ff3-173865797b46" providerId="ADAL" clId="{F6FA2703-E56F-44C7-8E47-77771BDCE2D3}" dt="2024-06-19T13:01:58.811" v="5346"/>
        <pc:sldMkLst>
          <pc:docMk/>
          <pc:sldMk cId="1668894631" sldId="406"/>
        </pc:sldMkLst>
      </pc:sldChg>
      <pc:sldChg chg="setBg">
        <pc:chgData name="Martin Siemienski Andersen" userId="3e5b9027-db81-4bdb-8ff3-173865797b46" providerId="ADAL" clId="{F6FA2703-E56F-44C7-8E47-77771BDCE2D3}" dt="2024-06-19T09:07:08.591" v="874"/>
        <pc:sldMkLst>
          <pc:docMk/>
          <pc:sldMk cId="1395701099" sldId="407"/>
        </pc:sldMkLst>
      </pc:sldChg>
      <pc:sldChg chg="modSp mod ord">
        <pc:chgData name="Martin Siemienski Andersen" userId="3e5b9027-db81-4bdb-8ff3-173865797b46" providerId="ADAL" clId="{F6FA2703-E56F-44C7-8E47-77771BDCE2D3}" dt="2024-06-19T13:03:15.209" v="5351" actId="6549"/>
        <pc:sldMkLst>
          <pc:docMk/>
          <pc:sldMk cId="3469801031" sldId="410"/>
        </pc:sldMkLst>
        <pc:spChg chg="mod">
          <ac:chgData name="Martin Siemienski Andersen" userId="3e5b9027-db81-4bdb-8ff3-173865797b46" providerId="ADAL" clId="{F6FA2703-E56F-44C7-8E47-77771BDCE2D3}" dt="2024-06-19T13:03:15.209" v="5351" actId="6549"/>
          <ac:spMkLst>
            <pc:docMk/>
            <pc:sldMk cId="3469801031" sldId="410"/>
            <ac:spMk id="5" creationId="{7C33DE81-44D1-474E-861F-4B92C802B0E7}"/>
          </ac:spMkLst>
        </pc:spChg>
      </pc:sldChg>
      <pc:sldChg chg="modSp mod ord modShow">
        <pc:chgData name="Martin Siemienski Andersen" userId="3e5b9027-db81-4bdb-8ff3-173865797b46" providerId="ADAL" clId="{F6FA2703-E56F-44C7-8E47-77771BDCE2D3}" dt="2024-06-19T13:04:20.883" v="5355" actId="1076"/>
        <pc:sldMkLst>
          <pc:docMk/>
          <pc:sldMk cId="2183368220" sldId="411"/>
        </pc:sldMkLst>
        <pc:spChg chg="mod">
          <ac:chgData name="Martin Siemienski Andersen" userId="3e5b9027-db81-4bdb-8ff3-173865797b46" providerId="ADAL" clId="{F6FA2703-E56F-44C7-8E47-77771BDCE2D3}" dt="2024-06-19T09:07:59.367" v="882" actId="14100"/>
          <ac:spMkLst>
            <pc:docMk/>
            <pc:sldMk cId="2183368220" sldId="411"/>
            <ac:spMk id="4" creationId="{1EE98054-5CCF-4038-9E2D-0174438E2C9F}"/>
          </ac:spMkLst>
        </pc:spChg>
        <pc:spChg chg="mod">
          <ac:chgData name="Martin Siemienski Andersen" userId="3e5b9027-db81-4bdb-8ff3-173865797b46" providerId="ADAL" clId="{F6FA2703-E56F-44C7-8E47-77771BDCE2D3}" dt="2024-06-19T13:04:20.883" v="5355" actId="1076"/>
          <ac:spMkLst>
            <pc:docMk/>
            <pc:sldMk cId="2183368220" sldId="411"/>
            <ac:spMk id="32" creationId="{84862156-CCAD-4F1F-A354-17B8FF5CED46}"/>
          </ac:spMkLst>
        </pc:spChg>
        <pc:picChg chg="mod">
          <ac:chgData name="Martin Siemienski Andersen" userId="3e5b9027-db81-4bdb-8ff3-173865797b46" providerId="ADAL" clId="{F6FA2703-E56F-44C7-8E47-77771BDCE2D3}" dt="2024-06-19T09:08:16.304" v="883" actId="14100"/>
          <ac:picMkLst>
            <pc:docMk/>
            <pc:sldMk cId="2183368220" sldId="411"/>
            <ac:picMk id="7" creationId="{71071C02-2222-46C9-BE9B-9F82C3E35655}"/>
          </ac:picMkLst>
        </pc:picChg>
      </pc:sldChg>
      <pc:sldChg chg="setBg">
        <pc:chgData name="Martin Siemienski Andersen" userId="3e5b9027-db81-4bdb-8ff3-173865797b46" providerId="ADAL" clId="{F6FA2703-E56F-44C7-8E47-77771BDCE2D3}" dt="2024-06-19T09:07:08.591" v="874"/>
        <pc:sldMkLst>
          <pc:docMk/>
          <pc:sldMk cId="2676309362" sldId="413"/>
        </pc:sldMkLst>
      </pc:sldChg>
      <pc:sldChg chg="ord">
        <pc:chgData name="Martin Siemienski Andersen" userId="3e5b9027-db81-4bdb-8ff3-173865797b46" providerId="ADAL" clId="{F6FA2703-E56F-44C7-8E47-77771BDCE2D3}" dt="2024-06-19T09:07:00.970" v="873"/>
        <pc:sldMkLst>
          <pc:docMk/>
          <pc:sldMk cId="1521559328" sldId="414"/>
        </pc:sldMkLst>
      </pc:sldChg>
      <pc:sldChg chg="ord">
        <pc:chgData name="Martin Siemienski Andersen" userId="3e5b9027-db81-4bdb-8ff3-173865797b46" providerId="ADAL" clId="{F6FA2703-E56F-44C7-8E47-77771BDCE2D3}" dt="2024-06-19T09:07:00.970" v="873"/>
        <pc:sldMkLst>
          <pc:docMk/>
          <pc:sldMk cId="4122037695" sldId="415"/>
        </pc:sldMkLst>
      </pc:sldChg>
      <pc:sldChg chg="setBg">
        <pc:chgData name="Martin Siemienski Andersen" userId="3e5b9027-db81-4bdb-8ff3-173865797b46" providerId="ADAL" clId="{F6FA2703-E56F-44C7-8E47-77771BDCE2D3}" dt="2024-06-19T07:37:36.597" v="1"/>
        <pc:sldMkLst>
          <pc:docMk/>
          <pc:sldMk cId="1204379647" sldId="416"/>
        </pc:sldMkLst>
      </pc:sldChg>
      <pc:sldChg chg="ord">
        <pc:chgData name="Martin Siemienski Andersen" userId="3e5b9027-db81-4bdb-8ff3-173865797b46" providerId="ADAL" clId="{F6FA2703-E56F-44C7-8E47-77771BDCE2D3}" dt="2024-06-19T09:07:13.462" v="876"/>
        <pc:sldMkLst>
          <pc:docMk/>
          <pc:sldMk cId="1830987036" sldId="436"/>
        </pc:sldMkLst>
      </pc:sldChg>
      <pc:sldChg chg="del ord setBg">
        <pc:chgData name="Martin Siemienski Andersen" userId="3e5b9027-db81-4bdb-8ff3-173865797b46" providerId="ADAL" clId="{F6FA2703-E56F-44C7-8E47-77771BDCE2D3}" dt="2024-06-19T10:39:27.571" v="1977" actId="47"/>
        <pc:sldMkLst>
          <pc:docMk/>
          <pc:sldMk cId="1925517543" sldId="437"/>
        </pc:sldMkLst>
      </pc:sldChg>
      <pc:sldChg chg="addSp delSp modSp mod ord setBg">
        <pc:chgData name="Martin Siemienski Andersen" userId="3e5b9027-db81-4bdb-8ff3-173865797b46" providerId="ADAL" clId="{F6FA2703-E56F-44C7-8E47-77771BDCE2D3}" dt="2024-06-19T11:10:40.809" v="2348" actId="6549"/>
        <pc:sldMkLst>
          <pc:docMk/>
          <pc:sldMk cId="4231519271" sldId="438"/>
        </pc:sldMkLst>
        <pc:spChg chg="mod">
          <ac:chgData name="Martin Siemienski Andersen" userId="3e5b9027-db81-4bdb-8ff3-173865797b46" providerId="ADAL" clId="{F6FA2703-E56F-44C7-8E47-77771BDCE2D3}" dt="2024-06-19T08:48:41.158" v="430" actId="404"/>
          <ac:spMkLst>
            <pc:docMk/>
            <pc:sldMk cId="4231519271" sldId="438"/>
            <ac:spMk id="3" creationId="{26D47E2A-291E-3316-6702-79AF4C9F82AE}"/>
          </ac:spMkLst>
        </pc:spChg>
        <pc:spChg chg="add mod">
          <ac:chgData name="Martin Siemienski Andersen" userId="3e5b9027-db81-4bdb-8ff3-173865797b46" providerId="ADAL" clId="{F6FA2703-E56F-44C7-8E47-77771BDCE2D3}" dt="2024-06-19T08:54:19.432" v="547" actId="20577"/>
          <ac:spMkLst>
            <pc:docMk/>
            <pc:sldMk cId="4231519271" sldId="438"/>
            <ac:spMk id="5" creationId="{1DC4685D-F63B-4833-62F4-5764713E78D7}"/>
          </ac:spMkLst>
        </pc:spChg>
        <pc:spChg chg="mod">
          <ac:chgData name="Martin Siemienski Andersen" userId="3e5b9027-db81-4bdb-8ff3-173865797b46" providerId="ADAL" clId="{F6FA2703-E56F-44C7-8E47-77771BDCE2D3}" dt="2024-06-19T11:10:40.809" v="2348" actId="6549"/>
          <ac:spMkLst>
            <pc:docMk/>
            <pc:sldMk cId="4231519271" sldId="438"/>
            <ac:spMk id="24" creationId="{E2B3B92B-0BEE-FC07-7492-EB3051CD64A4}"/>
          </ac:spMkLst>
        </pc:spChg>
        <pc:spChg chg="del mod">
          <ac:chgData name="Martin Siemienski Andersen" userId="3e5b9027-db81-4bdb-8ff3-173865797b46" providerId="ADAL" clId="{F6FA2703-E56F-44C7-8E47-77771BDCE2D3}" dt="2024-06-19T08:47:37.963" v="384" actId="478"/>
          <ac:spMkLst>
            <pc:docMk/>
            <pc:sldMk cId="4231519271" sldId="438"/>
            <ac:spMk id="28" creationId="{E48332AA-FB0C-D304-08B1-30B793C6AE7C}"/>
          </ac:spMkLst>
        </pc:spChg>
      </pc:sldChg>
      <pc:sldChg chg="addSp modSp add del mod setBg">
        <pc:chgData name="Martin Siemienski Andersen" userId="3e5b9027-db81-4bdb-8ff3-173865797b46" providerId="ADAL" clId="{F6FA2703-E56F-44C7-8E47-77771BDCE2D3}" dt="2024-06-19T08:48:45.385" v="431" actId="47"/>
        <pc:sldMkLst>
          <pc:docMk/>
          <pc:sldMk cId="2856689324" sldId="439"/>
        </pc:sldMkLst>
        <pc:spChg chg="mod">
          <ac:chgData name="Martin Siemienski Andersen" userId="3e5b9027-db81-4bdb-8ff3-173865797b46" providerId="ADAL" clId="{F6FA2703-E56F-44C7-8E47-77771BDCE2D3}" dt="2024-06-19T08:44:02.894" v="383" actId="255"/>
          <ac:spMkLst>
            <pc:docMk/>
            <pc:sldMk cId="2856689324" sldId="439"/>
            <ac:spMk id="3" creationId="{26D47E2A-291E-3316-6702-79AF4C9F82AE}"/>
          </ac:spMkLst>
        </pc:spChg>
        <pc:spChg chg="add mod">
          <ac:chgData name="Martin Siemienski Andersen" userId="3e5b9027-db81-4bdb-8ff3-173865797b46" providerId="ADAL" clId="{F6FA2703-E56F-44C7-8E47-77771BDCE2D3}" dt="2024-06-19T08:25:45.123" v="294"/>
          <ac:spMkLst>
            <pc:docMk/>
            <pc:sldMk cId="2856689324" sldId="439"/>
            <ac:spMk id="4" creationId="{79DD3F10-1584-6B07-2342-EBD3345D21B9}"/>
          </ac:spMkLst>
        </pc:spChg>
        <pc:spChg chg="mod">
          <ac:chgData name="Martin Siemienski Andersen" userId="3e5b9027-db81-4bdb-8ff3-173865797b46" providerId="ADAL" clId="{F6FA2703-E56F-44C7-8E47-77771BDCE2D3}" dt="2024-06-19T08:44:00.962" v="375" actId="20577"/>
          <ac:spMkLst>
            <pc:docMk/>
            <pc:sldMk cId="2856689324" sldId="439"/>
            <ac:spMk id="22" creationId="{CE1A527E-B555-6E6B-11C1-12F6A380446C}"/>
          </ac:spMkLst>
        </pc:spChg>
      </pc:sldChg>
      <pc:sldChg chg="del">
        <pc:chgData name="Martin Siemienski Andersen" userId="3e5b9027-db81-4bdb-8ff3-173865797b46" providerId="ADAL" clId="{F6FA2703-E56F-44C7-8E47-77771BDCE2D3}" dt="2024-06-19T09:07:31.627" v="880" actId="47"/>
        <pc:sldMkLst>
          <pc:docMk/>
          <pc:sldMk cId="1146957857" sldId="440"/>
        </pc:sldMkLst>
      </pc:sldChg>
      <pc:sldChg chg="ord setBg">
        <pc:chgData name="Martin Siemienski Andersen" userId="3e5b9027-db81-4bdb-8ff3-173865797b46" providerId="ADAL" clId="{F6FA2703-E56F-44C7-8E47-77771BDCE2D3}" dt="2024-06-19T09:07:28.312" v="879"/>
        <pc:sldMkLst>
          <pc:docMk/>
          <pc:sldMk cId="1605162382" sldId="441"/>
        </pc:sldMkLst>
      </pc:sldChg>
      <pc:sldChg chg="modSp mod ord setBg">
        <pc:chgData name="Martin Siemienski Andersen" userId="3e5b9027-db81-4bdb-8ff3-173865797b46" providerId="ADAL" clId="{F6FA2703-E56F-44C7-8E47-77771BDCE2D3}" dt="2024-06-19T11:02:48.002" v="2287" actId="20577"/>
        <pc:sldMkLst>
          <pc:docMk/>
          <pc:sldMk cId="2812628170" sldId="442"/>
        </pc:sldMkLst>
        <pc:spChg chg="mod">
          <ac:chgData name="Martin Siemienski Andersen" userId="3e5b9027-db81-4bdb-8ff3-173865797b46" providerId="ADAL" clId="{F6FA2703-E56F-44C7-8E47-77771BDCE2D3}" dt="2024-06-19T09:45:35.339" v="1835" actId="404"/>
          <ac:spMkLst>
            <pc:docMk/>
            <pc:sldMk cId="2812628170" sldId="442"/>
            <ac:spMk id="3" creationId="{6CC12802-A665-2150-AAA7-07F746E69F08}"/>
          </ac:spMkLst>
        </pc:spChg>
        <pc:spChg chg="mod">
          <ac:chgData name="Martin Siemienski Andersen" userId="3e5b9027-db81-4bdb-8ff3-173865797b46" providerId="ADAL" clId="{F6FA2703-E56F-44C7-8E47-77771BDCE2D3}" dt="2024-06-19T11:02:48.002" v="2287" actId="20577"/>
          <ac:spMkLst>
            <pc:docMk/>
            <pc:sldMk cId="2812628170" sldId="442"/>
            <ac:spMk id="4" creationId="{8C8AC6F6-8E72-9119-E2B8-E50C5F953A2A}"/>
          </ac:spMkLst>
        </pc:spChg>
        <pc:spChg chg="mod">
          <ac:chgData name="Martin Siemienski Andersen" userId="3e5b9027-db81-4bdb-8ff3-173865797b46" providerId="ADAL" clId="{F6FA2703-E56F-44C7-8E47-77771BDCE2D3}" dt="2024-06-19T09:40:58.399" v="1803" actId="207"/>
          <ac:spMkLst>
            <pc:docMk/>
            <pc:sldMk cId="2812628170" sldId="442"/>
            <ac:spMk id="6" creationId="{F564F6FB-B70D-6457-205A-DEF68C2D23B5}"/>
          </ac:spMkLst>
        </pc:spChg>
      </pc:sldChg>
      <pc:sldChg chg="addSp delSp modSp mod ord setBg modAnim modShow">
        <pc:chgData name="Martin Siemienski Andersen" userId="3e5b9027-db81-4bdb-8ff3-173865797b46" providerId="ADAL" clId="{F6FA2703-E56F-44C7-8E47-77771BDCE2D3}" dt="2024-06-19T11:27:46.485" v="3334" actId="729"/>
        <pc:sldMkLst>
          <pc:docMk/>
          <pc:sldMk cId="3433066005" sldId="443"/>
        </pc:sldMkLst>
        <pc:spChg chg="mod">
          <ac:chgData name="Martin Siemienski Andersen" userId="3e5b9027-db81-4bdb-8ff3-173865797b46" providerId="ADAL" clId="{F6FA2703-E56F-44C7-8E47-77771BDCE2D3}" dt="2024-06-19T09:45:27.750" v="1829" actId="404"/>
          <ac:spMkLst>
            <pc:docMk/>
            <pc:sldMk cId="3433066005" sldId="443"/>
            <ac:spMk id="3" creationId="{6CC12802-A665-2150-AAA7-07F746E69F08}"/>
          </ac:spMkLst>
        </pc:spChg>
        <pc:spChg chg="mod">
          <ac:chgData name="Martin Siemienski Andersen" userId="3e5b9027-db81-4bdb-8ff3-173865797b46" providerId="ADAL" clId="{F6FA2703-E56F-44C7-8E47-77771BDCE2D3}" dt="2024-06-19T09:41:17.902" v="1805" actId="1076"/>
          <ac:spMkLst>
            <pc:docMk/>
            <pc:sldMk cId="3433066005" sldId="443"/>
            <ac:spMk id="5" creationId="{2925E59D-4E8B-1D8F-0F78-08064FD1EE66}"/>
          </ac:spMkLst>
        </pc:spChg>
        <pc:spChg chg="add del mod">
          <ac:chgData name="Martin Siemienski Andersen" userId="3e5b9027-db81-4bdb-8ff3-173865797b46" providerId="ADAL" clId="{F6FA2703-E56F-44C7-8E47-77771BDCE2D3}" dt="2024-06-19T11:07:19.440" v="2295" actId="478"/>
          <ac:spMkLst>
            <pc:docMk/>
            <pc:sldMk cId="3433066005" sldId="443"/>
            <ac:spMk id="6" creationId="{F564F6FB-B70D-6457-205A-DEF68C2D23B5}"/>
          </ac:spMkLst>
        </pc:spChg>
      </pc:sldChg>
      <pc:sldChg chg="mod ord modShow">
        <pc:chgData name="Martin Siemienski Andersen" userId="3e5b9027-db81-4bdb-8ff3-173865797b46" providerId="ADAL" clId="{F6FA2703-E56F-44C7-8E47-77771BDCE2D3}" dt="2024-06-19T09:09:25.636" v="891"/>
        <pc:sldMkLst>
          <pc:docMk/>
          <pc:sldMk cId="1517032533" sldId="444"/>
        </pc:sldMkLst>
      </pc:sldChg>
      <pc:sldChg chg="addSp delSp modSp mod ord">
        <pc:chgData name="Martin Siemienski Andersen" userId="3e5b9027-db81-4bdb-8ff3-173865797b46" providerId="ADAL" clId="{F6FA2703-E56F-44C7-8E47-77771BDCE2D3}" dt="2024-06-19T11:14:33.347" v="2360" actId="20577"/>
        <pc:sldMkLst>
          <pc:docMk/>
          <pc:sldMk cId="1690966409" sldId="446"/>
        </pc:sldMkLst>
        <pc:spChg chg="add del mod">
          <ac:chgData name="Martin Siemienski Andersen" userId="3e5b9027-db81-4bdb-8ff3-173865797b46" providerId="ADAL" clId="{F6FA2703-E56F-44C7-8E47-77771BDCE2D3}" dt="2024-06-19T09:14:33.617" v="914" actId="478"/>
          <ac:spMkLst>
            <pc:docMk/>
            <pc:sldMk cId="1690966409" sldId="446"/>
            <ac:spMk id="5" creationId="{60B58D2C-CE81-FB3A-74C8-433B65FB169C}"/>
          </ac:spMkLst>
        </pc:spChg>
        <pc:spChg chg="mod">
          <ac:chgData name="Martin Siemienski Andersen" userId="3e5b9027-db81-4bdb-8ff3-173865797b46" providerId="ADAL" clId="{F6FA2703-E56F-44C7-8E47-77771BDCE2D3}" dt="2024-06-19T11:14:33.347" v="2360" actId="20577"/>
          <ac:spMkLst>
            <pc:docMk/>
            <pc:sldMk cId="1690966409" sldId="446"/>
            <ac:spMk id="8" creationId="{97719E1C-4DBF-1239-E5BA-AFEC30CB45BE}"/>
          </ac:spMkLst>
        </pc:spChg>
        <pc:spChg chg="add mod">
          <ac:chgData name="Martin Siemienski Andersen" userId="3e5b9027-db81-4bdb-8ff3-173865797b46" providerId="ADAL" clId="{F6FA2703-E56F-44C7-8E47-77771BDCE2D3}" dt="2024-06-19T09:16:37.620" v="950" actId="13926"/>
          <ac:spMkLst>
            <pc:docMk/>
            <pc:sldMk cId="1690966409" sldId="446"/>
            <ac:spMk id="9" creationId="{A31D835A-9ED0-CB49-4FF0-6DA920FD44B5}"/>
          </ac:spMkLst>
        </pc:spChg>
        <pc:spChg chg="add del mod">
          <ac:chgData name="Martin Siemienski Andersen" userId="3e5b9027-db81-4bdb-8ff3-173865797b46" providerId="ADAL" clId="{F6FA2703-E56F-44C7-8E47-77771BDCE2D3}" dt="2024-06-19T09:16:57.532" v="953" actId="478"/>
          <ac:spMkLst>
            <pc:docMk/>
            <pc:sldMk cId="1690966409" sldId="446"/>
            <ac:spMk id="10" creationId="{DF8E34E0-8804-6684-BD51-9AC1FA97A2E9}"/>
          </ac:spMkLst>
        </pc:spChg>
        <pc:spChg chg="add mod">
          <ac:chgData name="Martin Siemienski Andersen" userId="3e5b9027-db81-4bdb-8ff3-173865797b46" providerId="ADAL" clId="{F6FA2703-E56F-44C7-8E47-77771BDCE2D3}" dt="2024-06-19T09:17:17.610" v="958" actId="14100"/>
          <ac:spMkLst>
            <pc:docMk/>
            <pc:sldMk cId="1690966409" sldId="446"/>
            <ac:spMk id="11" creationId="{EE590B8B-5038-BFBD-0B68-B50931DC3498}"/>
          </ac:spMkLst>
        </pc:spChg>
        <pc:spChg chg="del mod">
          <ac:chgData name="Martin Siemienski Andersen" userId="3e5b9027-db81-4bdb-8ff3-173865797b46" providerId="ADAL" clId="{F6FA2703-E56F-44C7-8E47-77771BDCE2D3}" dt="2024-06-19T09:12:55.470" v="909" actId="478"/>
          <ac:spMkLst>
            <pc:docMk/>
            <pc:sldMk cId="1690966409" sldId="446"/>
            <ac:spMk id="12" creationId="{A44FA518-9AC4-A2C7-F6F9-4AE27756563F}"/>
          </ac:spMkLst>
        </pc:spChg>
        <pc:spChg chg="add mod">
          <ac:chgData name="Martin Siemienski Andersen" userId="3e5b9027-db81-4bdb-8ff3-173865797b46" providerId="ADAL" clId="{F6FA2703-E56F-44C7-8E47-77771BDCE2D3}" dt="2024-06-19T09:17:27.022" v="961" actId="14100"/>
          <ac:spMkLst>
            <pc:docMk/>
            <pc:sldMk cId="1690966409" sldId="446"/>
            <ac:spMk id="13" creationId="{F7871741-AA76-2D96-511A-58FEB6C37E86}"/>
          </ac:spMkLst>
        </pc:spChg>
        <pc:spChg chg="add mod">
          <ac:chgData name="Martin Siemienski Andersen" userId="3e5b9027-db81-4bdb-8ff3-173865797b46" providerId="ADAL" clId="{F6FA2703-E56F-44C7-8E47-77771BDCE2D3}" dt="2024-06-19T09:17:34.926" v="964" actId="14100"/>
          <ac:spMkLst>
            <pc:docMk/>
            <pc:sldMk cId="1690966409" sldId="446"/>
            <ac:spMk id="14" creationId="{5ECFED23-6F33-AEFA-42A4-186830A3BCE4}"/>
          </ac:spMkLst>
        </pc:spChg>
        <pc:picChg chg="mod">
          <ac:chgData name="Martin Siemienski Andersen" userId="3e5b9027-db81-4bdb-8ff3-173865797b46" providerId="ADAL" clId="{F6FA2703-E56F-44C7-8E47-77771BDCE2D3}" dt="2024-06-19T09:15:17.360" v="934" actId="1076"/>
          <ac:picMkLst>
            <pc:docMk/>
            <pc:sldMk cId="1690966409" sldId="446"/>
            <ac:picMk id="6" creationId="{53E061DD-2373-5CDA-4B0A-9BC74136F556}"/>
          </ac:picMkLst>
        </pc:picChg>
      </pc:sldChg>
      <pc:sldChg chg="modSp mod ord setBg chgLayout">
        <pc:chgData name="Martin Siemienski Andersen" userId="3e5b9027-db81-4bdb-8ff3-173865797b46" providerId="ADAL" clId="{F6FA2703-E56F-44C7-8E47-77771BDCE2D3}" dt="2024-06-19T11:32:48.440" v="3863" actId="20577"/>
        <pc:sldMkLst>
          <pc:docMk/>
          <pc:sldMk cId="2081407033" sldId="447"/>
        </pc:sldMkLst>
        <pc:spChg chg="mod ord">
          <ac:chgData name="Martin Siemienski Andersen" userId="3e5b9027-db81-4bdb-8ff3-173865797b46" providerId="ADAL" clId="{F6FA2703-E56F-44C7-8E47-77771BDCE2D3}" dt="2024-06-19T08:21:01.927" v="81" actId="700"/>
          <ac:spMkLst>
            <pc:docMk/>
            <pc:sldMk cId="2081407033" sldId="447"/>
            <ac:spMk id="2" creationId="{7680B789-28A6-3EB3-208C-901537EC9DC4}"/>
          </ac:spMkLst>
        </pc:spChg>
        <pc:spChg chg="mod ord">
          <ac:chgData name="Martin Siemienski Andersen" userId="3e5b9027-db81-4bdb-8ff3-173865797b46" providerId="ADAL" clId="{F6FA2703-E56F-44C7-8E47-77771BDCE2D3}" dt="2024-06-19T09:09:35.662" v="892" actId="207"/>
          <ac:spMkLst>
            <pc:docMk/>
            <pc:sldMk cId="2081407033" sldId="447"/>
            <ac:spMk id="3" creationId="{6CC12802-A665-2150-AAA7-07F746E69F08}"/>
          </ac:spMkLst>
        </pc:spChg>
        <pc:spChg chg="mod ord">
          <ac:chgData name="Martin Siemienski Andersen" userId="3e5b9027-db81-4bdb-8ff3-173865797b46" providerId="ADAL" clId="{F6FA2703-E56F-44C7-8E47-77771BDCE2D3}" dt="2024-06-19T11:32:48.440" v="3863" actId="20577"/>
          <ac:spMkLst>
            <pc:docMk/>
            <pc:sldMk cId="2081407033" sldId="447"/>
            <ac:spMk id="4" creationId="{8C8AC6F6-8E72-9119-E2B8-E50C5F953A2A}"/>
          </ac:spMkLst>
        </pc:spChg>
        <pc:spChg chg="mod">
          <ac:chgData name="Martin Siemienski Andersen" userId="3e5b9027-db81-4bdb-8ff3-173865797b46" providerId="ADAL" clId="{F6FA2703-E56F-44C7-8E47-77771BDCE2D3}" dt="2024-06-19T10:54:38.031" v="2186" actId="20577"/>
          <ac:spMkLst>
            <pc:docMk/>
            <pc:sldMk cId="2081407033" sldId="447"/>
            <ac:spMk id="5" creationId="{3A0BEECF-962D-5FB3-A03D-A228E41C061A}"/>
          </ac:spMkLst>
        </pc:spChg>
      </pc:sldChg>
      <pc:sldChg chg="modSp mod setBg">
        <pc:chgData name="Martin Siemienski Andersen" userId="3e5b9027-db81-4bdb-8ff3-173865797b46" providerId="ADAL" clId="{F6FA2703-E56F-44C7-8E47-77771BDCE2D3}" dt="2024-06-19T09:32:09.881" v="1437" actId="20577"/>
        <pc:sldMkLst>
          <pc:docMk/>
          <pc:sldMk cId="3748966655" sldId="449"/>
        </pc:sldMkLst>
        <pc:spChg chg="mod">
          <ac:chgData name="Martin Siemienski Andersen" userId="3e5b9027-db81-4bdb-8ff3-173865797b46" providerId="ADAL" clId="{F6FA2703-E56F-44C7-8E47-77771BDCE2D3}" dt="2024-06-19T09:32:09.881" v="1437" actId="20577"/>
          <ac:spMkLst>
            <pc:docMk/>
            <pc:sldMk cId="3748966655" sldId="449"/>
            <ac:spMk id="7" creationId="{4DA133E7-1663-4225-8269-5D2351387CA5}"/>
          </ac:spMkLst>
        </pc:spChg>
      </pc:sldChg>
      <pc:sldChg chg="modSp mod ord setBg">
        <pc:chgData name="Martin Siemienski Andersen" userId="3e5b9027-db81-4bdb-8ff3-173865797b46" providerId="ADAL" clId="{F6FA2703-E56F-44C7-8E47-77771BDCE2D3}" dt="2024-06-19T11:38:39.821" v="3874"/>
        <pc:sldMkLst>
          <pc:docMk/>
          <pc:sldMk cId="3481023911" sldId="450"/>
        </pc:sldMkLst>
        <pc:spChg chg="mod">
          <ac:chgData name="Martin Siemienski Andersen" userId="3e5b9027-db81-4bdb-8ff3-173865797b46" providerId="ADAL" clId="{F6FA2703-E56F-44C7-8E47-77771BDCE2D3}" dt="2024-06-19T11:08:20.225" v="2329" actId="20577"/>
          <ac:spMkLst>
            <pc:docMk/>
            <pc:sldMk cId="3481023911" sldId="450"/>
            <ac:spMk id="3" creationId="{6CC12802-A665-2150-AAA7-07F746E69F08}"/>
          </ac:spMkLst>
        </pc:spChg>
        <pc:spChg chg="mod">
          <ac:chgData name="Martin Siemienski Andersen" userId="3e5b9027-db81-4bdb-8ff3-173865797b46" providerId="ADAL" clId="{F6FA2703-E56F-44C7-8E47-77771BDCE2D3}" dt="2024-06-19T11:08:44.693" v="2343" actId="20577"/>
          <ac:spMkLst>
            <pc:docMk/>
            <pc:sldMk cId="3481023911" sldId="450"/>
            <ac:spMk id="8" creationId="{C401C872-2B1B-9EF5-B0C1-D0A6B95FAECA}"/>
          </ac:spMkLst>
        </pc:spChg>
      </pc:sldChg>
      <pc:sldChg chg="modSp mod">
        <pc:chgData name="Martin Siemienski Andersen" userId="3e5b9027-db81-4bdb-8ff3-173865797b46" providerId="ADAL" clId="{F6FA2703-E56F-44C7-8E47-77771BDCE2D3}" dt="2024-06-19T10:45:37.061" v="2099" actId="20577"/>
        <pc:sldMkLst>
          <pc:docMk/>
          <pc:sldMk cId="1137263808" sldId="452"/>
        </pc:sldMkLst>
        <pc:spChg chg="mod">
          <ac:chgData name="Martin Siemienski Andersen" userId="3e5b9027-db81-4bdb-8ff3-173865797b46" providerId="ADAL" clId="{F6FA2703-E56F-44C7-8E47-77771BDCE2D3}" dt="2024-06-19T10:45:37.061" v="2099" actId="20577"/>
          <ac:spMkLst>
            <pc:docMk/>
            <pc:sldMk cId="1137263808" sldId="452"/>
            <ac:spMk id="5" creationId="{B735D18A-0288-6507-0214-0F91B518E50A}"/>
          </ac:spMkLst>
        </pc:spChg>
      </pc:sldChg>
      <pc:sldChg chg="mod ord modShow">
        <pc:chgData name="Martin Siemienski Andersen" userId="3e5b9027-db81-4bdb-8ff3-173865797b46" providerId="ADAL" clId="{F6FA2703-E56F-44C7-8E47-77771BDCE2D3}" dt="2024-06-19T09:09:25.636" v="891"/>
        <pc:sldMkLst>
          <pc:docMk/>
          <pc:sldMk cId="597739329" sldId="456"/>
        </pc:sldMkLst>
      </pc:sldChg>
      <pc:sldChg chg="modSp mod setBg">
        <pc:chgData name="Martin Siemienski Andersen" userId="3e5b9027-db81-4bdb-8ff3-173865797b46" providerId="ADAL" clId="{F6FA2703-E56F-44C7-8E47-77771BDCE2D3}" dt="2024-06-19T09:05:47.846" v="871" actId="1076"/>
        <pc:sldMkLst>
          <pc:docMk/>
          <pc:sldMk cId="3670104394" sldId="457"/>
        </pc:sldMkLst>
        <pc:spChg chg="mod">
          <ac:chgData name="Martin Siemienski Andersen" userId="3e5b9027-db81-4bdb-8ff3-173865797b46" providerId="ADAL" clId="{F6FA2703-E56F-44C7-8E47-77771BDCE2D3}" dt="2024-06-19T09:05:45.631" v="870" actId="14100"/>
          <ac:spMkLst>
            <pc:docMk/>
            <pc:sldMk cId="3670104394" sldId="457"/>
            <ac:spMk id="3" creationId="{C468E7BC-E538-44E7-95BF-F3C078018528}"/>
          </ac:spMkLst>
        </pc:spChg>
        <pc:picChg chg="mod">
          <ac:chgData name="Martin Siemienski Andersen" userId="3e5b9027-db81-4bdb-8ff3-173865797b46" providerId="ADAL" clId="{F6FA2703-E56F-44C7-8E47-77771BDCE2D3}" dt="2024-06-19T09:05:47.846" v="871" actId="1076"/>
          <ac:picMkLst>
            <pc:docMk/>
            <pc:sldMk cId="3670104394" sldId="457"/>
            <ac:picMk id="9" creationId="{B8275B27-652C-587A-9C12-A5ED0892A9DD}"/>
          </ac:picMkLst>
        </pc:picChg>
      </pc:sldChg>
      <pc:sldChg chg="modSp mod">
        <pc:chgData name="Martin Siemienski Andersen" userId="3e5b9027-db81-4bdb-8ff3-173865797b46" providerId="ADAL" clId="{F6FA2703-E56F-44C7-8E47-77771BDCE2D3}" dt="2024-06-19T12:50:33.670" v="5279" actId="1076"/>
        <pc:sldMkLst>
          <pc:docMk/>
          <pc:sldMk cId="2088410690" sldId="458"/>
        </pc:sldMkLst>
        <pc:spChg chg="mod">
          <ac:chgData name="Martin Siemienski Andersen" userId="3e5b9027-db81-4bdb-8ff3-173865797b46" providerId="ADAL" clId="{F6FA2703-E56F-44C7-8E47-77771BDCE2D3}" dt="2024-06-19T12:39:42.942" v="4991" actId="20577"/>
          <ac:spMkLst>
            <pc:docMk/>
            <pc:sldMk cId="2088410690" sldId="458"/>
            <ac:spMk id="4" creationId="{3A361E2D-BB25-FDE8-0092-CD9E4844C927}"/>
          </ac:spMkLst>
        </pc:spChg>
        <pc:spChg chg="mod">
          <ac:chgData name="Martin Siemienski Andersen" userId="3e5b9027-db81-4bdb-8ff3-173865797b46" providerId="ADAL" clId="{F6FA2703-E56F-44C7-8E47-77771BDCE2D3}" dt="2024-06-19T12:50:29.978" v="5278" actId="14100"/>
          <ac:spMkLst>
            <pc:docMk/>
            <pc:sldMk cId="2088410690" sldId="458"/>
            <ac:spMk id="12" creationId="{B1AB590B-DAE9-9970-20AB-9579EFB27D77}"/>
          </ac:spMkLst>
        </pc:spChg>
        <pc:spChg chg="mod">
          <ac:chgData name="Martin Siemienski Andersen" userId="3e5b9027-db81-4bdb-8ff3-173865797b46" providerId="ADAL" clId="{F6FA2703-E56F-44C7-8E47-77771BDCE2D3}" dt="2024-06-19T12:50:33.670" v="5279" actId="1076"/>
          <ac:spMkLst>
            <pc:docMk/>
            <pc:sldMk cId="2088410690" sldId="458"/>
            <ac:spMk id="14" creationId="{C2B265DD-FB50-23FD-43A3-5CAD7464A679}"/>
          </ac:spMkLst>
        </pc:spChg>
      </pc:sldChg>
      <pc:sldChg chg="addSp delSp modSp mod">
        <pc:chgData name="Martin Siemienski Andersen" userId="3e5b9027-db81-4bdb-8ff3-173865797b46" providerId="ADAL" clId="{F6FA2703-E56F-44C7-8E47-77771BDCE2D3}" dt="2024-06-19T12:49:38.471" v="5259" actId="20577"/>
        <pc:sldMkLst>
          <pc:docMk/>
          <pc:sldMk cId="3081938124" sldId="460"/>
        </pc:sldMkLst>
        <pc:spChg chg="del mod">
          <ac:chgData name="Martin Siemienski Andersen" userId="3e5b9027-db81-4bdb-8ff3-173865797b46" providerId="ADAL" clId="{F6FA2703-E56F-44C7-8E47-77771BDCE2D3}" dt="2024-06-19T12:44:41.448" v="5148" actId="478"/>
          <ac:spMkLst>
            <pc:docMk/>
            <pc:sldMk cId="3081938124" sldId="460"/>
            <ac:spMk id="4" creationId="{3A361E2D-BB25-FDE8-0092-CD9E4844C927}"/>
          </ac:spMkLst>
        </pc:spChg>
        <pc:spChg chg="add mod">
          <ac:chgData name="Martin Siemienski Andersen" userId="3e5b9027-db81-4bdb-8ff3-173865797b46" providerId="ADAL" clId="{F6FA2703-E56F-44C7-8E47-77771BDCE2D3}" dt="2024-06-19T12:47:24.957" v="5197" actId="1076"/>
          <ac:spMkLst>
            <pc:docMk/>
            <pc:sldMk cId="3081938124" sldId="460"/>
            <ac:spMk id="6" creationId="{20E9424F-19DF-233E-6205-1AAC1A569126}"/>
          </ac:spMkLst>
        </pc:spChg>
        <pc:spChg chg="del mod">
          <ac:chgData name="Martin Siemienski Andersen" userId="3e5b9027-db81-4bdb-8ff3-173865797b46" providerId="ADAL" clId="{F6FA2703-E56F-44C7-8E47-77771BDCE2D3}" dt="2024-06-19T12:40:09.183" v="4992" actId="478"/>
          <ac:spMkLst>
            <pc:docMk/>
            <pc:sldMk cId="3081938124" sldId="460"/>
            <ac:spMk id="8" creationId="{11196925-267D-40BA-2C50-AE58016931A4}"/>
          </ac:spMkLst>
        </pc:spChg>
        <pc:spChg chg="add mod">
          <ac:chgData name="Martin Siemienski Andersen" userId="3e5b9027-db81-4bdb-8ff3-173865797b46" providerId="ADAL" clId="{F6FA2703-E56F-44C7-8E47-77771BDCE2D3}" dt="2024-06-19T12:47:30.568" v="5198" actId="1076"/>
          <ac:spMkLst>
            <pc:docMk/>
            <pc:sldMk cId="3081938124" sldId="460"/>
            <ac:spMk id="9" creationId="{19DF98B4-8D32-0C43-60D6-1F74C483D981}"/>
          </ac:spMkLst>
        </pc:spChg>
        <pc:spChg chg="del">
          <ac:chgData name="Martin Siemienski Andersen" userId="3e5b9027-db81-4bdb-8ff3-173865797b46" providerId="ADAL" clId="{F6FA2703-E56F-44C7-8E47-77771BDCE2D3}" dt="2024-06-19T12:40:11.917" v="4993" actId="478"/>
          <ac:spMkLst>
            <pc:docMk/>
            <pc:sldMk cId="3081938124" sldId="460"/>
            <ac:spMk id="10" creationId="{52C4B83E-7CFA-2ED9-E5AC-E9A958E7776D}"/>
          </ac:spMkLst>
        </pc:spChg>
        <pc:spChg chg="del">
          <ac:chgData name="Martin Siemienski Andersen" userId="3e5b9027-db81-4bdb-8ff3-173865797b46" providerId="ADAL" clId="{F6FA2703-E56F-44C7-8E47-77771BDCE2D3}" dt="2024-06-19T12:40:14.053" v="4995" actId="478"/>
          <ac:spMkLst>
            <pc:docMk/>
            <pc:sldMk cId="3081938124" sldId="460"/>
            <ac:spMk id="12" creationId="{B1AB590B-DAE9-9970-20AB-9579EFB27D77}"/>
          </ac:spMkLst>
        </pc:spChg>
        <pc:spChg chg="add mod">
          <ac:chgData name="Martin Siemienski Andersen" userId="3e5b9027-db81-4bdb-8ff3-173865797b46" providerId="ADAL" clId="{F6FA2703-E56F-44C7-8E47-77771BDCE2D3}" dt="2024-06-19T12:42:58.510" v="5073" actId="1076"/>
          <ac:spMkLst>
            <pc:docMk/>
            <pc:sldMk cId="3081938124" sldId="460"/>
            <ac:spMk id="13" creationId="{3F04FD41-4002-D6D3-B89E-CBF69ECAA643}"/>
          </ac:spMkLst>
        </pc:spChg>
        <pc:spChg chg="del">
          <ac:chgData name="Martin Siemienski Andersen" userId="3e5b9027-db81-4bdb-8ff3-173865797b46" providerId="ADAL" clId="{F6FA2703-E56F-44C7-8E47-77771BDCE2D3}" dt="2024-06-19T12:40:13.237" v="4994" actId="478"/>
          <ac:spMkLst>
            <pc:docMk/>
            <pc:sldMk cId="3081938124" sldId="460"/>
            <ac:spMk id="14" creationId="{C2B265DD-FB50-23FD-43A3-5CAD7464A679}"/>
          </ac:spMkLst>
        </pc:spChg>
        <pc:spChg chg="add mod">
          <ac:chgData name="Martin Siemienski Andersen" userId="3e5b9027-db81-4bdb-8ff3-173865797b46" providerId="ADAL" clId="{F6FA2703-E56F-44C7-8E47-77771BDCE2D3}" dt="2024-06-19T12:49:38.471" v="5259" actId="20577"/>
          <ac:spMkLst>
            <pc:docMk/>
            <pc:sldMk cId="3081938124" sldId="460"/>
            <ac:spMk id="21" creationId="{4D6AD55C-92A5-4BAE-7429-E023D8236FEC}"/>
          </ac:spMkLst>
        </pc:spChg>
        <pc:spChg chg="add del mod">
          <ac:chgData name="Martin Siemienski Andersen" userId="3e5b9027-db81-4bdb-8ff3-173865797b46" providerId="ADAL" clId="{F6FA2703-E56F-44C7-8E47-77771BDCE2D3}" dt="2024-06-19T12:45:12.399" v="5174" actId="478"/>
          <ac:spMkLst>
            <pc:docMk/>
            <pc:sldMk cId="3081938124" sldId="460"/>
            <ac:spMk id="23" creationId="{3833CC05-BB30-7F1B-BB3F-4FDFD88658D4}"/>
          </ac:spMkLst>
        </pc:spChg>
        <pc:cxnChg chg="add mod">
          <ac:chgData name="Martin Siemienski Andersen" userId="3e5b9027-db81-4bdb-8ff3-173865797b46" providerId="ADAL" clId="{F6FA2703-E56F-44C7-8E47-77771BDCE2D3}" dt="2024-06-19T12:47:41.033" v="5200" actId="14100"/>
          <ac:cxnSpMkLst>
            <pc:docMk/>
            <pc:sldMk cId="3081938124" sldId="460"/>
            <ac:cxnSpMk id="16" creationId="{81DBEFD3-655A-A7D8-E211-9BB63509DD06}"/>
          </ac:cxnSpMkLst>
        </pc:cxnChg>
        <pc:cxnChg chg="add del mod">
          <ac:chgData name="Martin Siemienski Andersen" userId="3e5b9027-db81-4bdb-8ff3-173865797b46" providerId="ADAL" clId="{F6FA2703-E56F-44C7-8E47-77771BDCE2D3}" dt="2024-06-19T12:46:33.152" v="5189" actId="478"/>
          <ac:cxnSpMkLst>
            <pc:docMk/>
            <pc:sldMk cId="3081938124" sldId="460"/>
            <ac:cxnSpMk id="17" creationId="{63CE614C-CF12-52E0-15D4-EC371B06688E}"/>
          </ac:cxnSpMkLst>
        </pc:cxnChg>
        <pc:cxnChg chg="add mod">
          <ac:chgData name="Martin Siemienski Andersen" userId="3e5b9027-db81-4bdb-8ff3-173865797b46" providerId="ADAL" clId="{F6FA2703-E56F-44C7-8E47-77771BDCE2D3}" dt="2024-06-19T12:48:42.406" v="5220" actId="14100"/>
          <ac:cxnSpMkLst>
            <pc:docMk/>
            <pc:sldMk cId="3081938124" sldId="460"/>
            <ac:cxnSpMk id="28" creationId="{827E7E69-EDBC-EA3A-F93D-993BE9DC1532}"/>
          </ac:cxnSpMkLst>
        </pc:cxnChg>
        <pc:cxnChg chg="add mod">
          <ac:chgData name="Martin Siemienski Andersen" userId="3e5b9027-db81-4bdb-8ff3-173865797b46" providerId="ADAL" clId="{F6FA2703-E56F-44C7-8E47-77771BDCE2D3}" dt="2024-06-19T12:48:54.319" v="5222" actId="14100"/>
          <ac:cxnSpMkLst>
            <pc:docMk/>
            <pc:sldMk cId="3081938124" sldId="460"/>
            <ac:cxnSpMk id="37" creationId="{D5EE2CFE-A6F3-B214-642C-0D0629A1FC9E}"/>
          </ac:cxnSpMkLst>
        </pc:cxnChg>
        <pc:cxnChg chg="add mod">
          <ac:chgData name="Martin Siemienski Andersen" userId="3e5b9027-db81-4bdb-8ff3-173865797b46" providerId="ADAL" clId="{F6FA2703-E56F-44C7-8E47-77771BDCE2D3}" dt="2024-06-19T12:48:50.846" v="5221" actId="14100"/>
          <ac:cxnSpMkLst>
            <pc:docMk/>
            <pc:sldMk cId="3081938124" sldId="460"/>
            <ac:cxnSpMk id="41" creationId="{E9E04E61-5B1C-FDBF-C0C7-E7932C0DFD49}"/>
          </ac:cxnSpMkLst>
        </pc:cxnChg>
      </pc:sldChg>
      <pc:sldChg chg="modSp mod">
        <pc:chgData name="Martin Siemienski Andersen" userId="3e5b9027-db81-4bdb-8ff3-173865797b46" providerId="ADAL" clId="{F6FA2703-E56F-44C7-8E47-77771BDCE2D3}" dt="2024-06-19T12:09:25.859" v="4717" actId="13926"/>
        <pc:sldMkLst>
          <pc:docMk/>
          <pc:sldMk cId="3628408687" sldId="461"/>
        </pc:sldMkLst>
        <pc:spChg chg="mod">
          <ac:chgData name="Martin Siemienski Andersen" userId="3e5b9027-db81-4bdb-8ff3-173865797b46" providerId="ADAL" clId="{F6FA2703-E56F-44C7-8E47-77771BDCE2D3}" dt="2024-06-19T12:09:25.859" v="4717" actId="13926"/>
          <ac:spMkLst>
            <pc:docMk/>
            <pc:sldMk cId="3628408687" sldId="461"/>
            <ac:spMk id="5" creationId="{DCA88845-338D-42EF-8AF9-321D3EDC48BE}"/>
          </ac:spMkLst>
        </pc:spChg>
      </pc:sldChg>
      <pc:sldChg chg="modSp mod">
        <pc:chgData name="Martin Siemienski Andersen" userId="3e5b9027-db81-4bdb-8ff3-173865797b46" providerId="ADAL" clId="{F6FA2703-E56F-44C7-8E47-77771BDCE2D3}" dt="2024-06-19T12:10:07.355" v="4737" actId="6549"/>
        <pc:sldMkLst>
          <pc:docMk/>
          <pc:sldMk cId="3236792484" sldId="462"/>
        </pc:sldMkLst>
        <pc:spChg chg="mod">
          <ac:chgData name="Martin Siemienski Andersen" userId="3e5b9027-db81-4bdb-8ff3-173865797b46" providerId="ADAL" clId="{F6FA2703-E56F-44C7-8E47-77771BDCE2D3}" dt="2024-06-19T12:10:07.355" v="4737" actId="6549"/>
          <ac:spMkLst>
            <pc:docMk/>
            <pc:sldMk cId="3236792484" sldId="462"/>
            <ac:spMk id="5" creationId="{432D8555-A063-915C-BD02-7D53E0AC8B3F}"/>
          </ac:spMkLst>
        </pc:spChg>
        <pc:spChg chg="mod">
          <ac:chgData name="Martin Siemienski Andersen" userId="3e5b9027-db81-4bdb-8ff3-173865797b46" providerId="ADAL" clId="{F6FA2703-E56F-44C7-8E47-77771BDCE2D3}" dt="2024-06-19T12:10:03.632" v="4734" actId="20577"/>
          <ac:spMkLst>
            <pc:docMk/>
            <pc:sldMk cId="3236792484" sldId="462"/>
            <ac:spMk id="6" creationId="{FD4CF3AC-B627-D521-8AA9-4BD276FBC0B7}"/>
          </ac:spMkLst>
        </pc:spChg>
      </pc:sldChg>
      <pc:sldChg chg="addSp modSp add mod ord setBg">
        <pc:chgData name="Martin Siemienski Andersen" userId="3e5b9027-db81-4bdb-8ff3-173865797b46" providerId="ADAL" clId="{F6FA2703-E56F-44C7-8E47-77771BDCE2D3}" dt="2024-06-19T11:10:49.857" v="2353" actId="20577"/>
        <pc:sldMkLst>
          <pc:docMk/>
          <pc:sldMk cId="3909445050" sldId="463"/>
        </pc:sldMkLst>
        <pc:spChg chg="mod">
          <ac:chgData name="Martin Siemienski Andersen" userId="3e5b9027-db81-4bdb-8ff3-173865797b46" providerId="ADAL" clId="{F6FA2703-E56F-44C7-8E47-77771BDCE2D3}" dt="2024-06-19T10:38:52.243" v="1974" actId="20577"/>
          <ac:spMkLst>
            <pc:docMk/>
            <pc:sldMk cId="3909445050" sldId="463"/>
            <ac:spMk id="3" creationId="{26D47E2A-291E-3316-6702-79AF4C9F82AE}"/>
          </ac:spMkLst>
        </pc:spChg>
        <pc:spChg chg="add mod">
          <ac:chgData name="Martin Siemienski Andersen" userId="3e5b9027-db81-4bdb-8ff3-173865797b46" providerId="ADAL" clId="{F6FA2703-E56F-44C7-8E47-77771BDCE2D3}" dt="2024-06-19T09:03:02.311" v="848"/>
          <ac:spMkLst>
            <pc:docMk/>
            <pc:sldMk cId="3909445050" sldId="463"/>
            <ac:spMk id="4" creationId="{9A6B2BBA-E1BD-E1E1-82C2-78423B11FB2C}"/>
          </ac:spMkLst>
        </pc:spChg>
        <pc:spChg chg="mod">
          <ac:chgData name="Martin Siemienski Andersen" userId="3e5b9027-db81-4bdb-8ff3-173865797b46" providerId="ADAL" clId="{F6FA2703-E56F-44C7-8E47-77771BDCE2D3}" dt="2024-06-19T10:12:39.112" v="1956" actId="20577"/>
          <ac:spMkLst>
            <pc:docMk/>
            <pc:sldMk cId="3909445050" sldId="463"/>
            <ac:spMk id="5" creationId="{1DC4685D-F63B-4833-62F4-5764713E78D7}"/>
          </ac:spMkLst>
        </pc:spChg>
        <pc:spChg chg="mod">
          <ac:chgData name="Martin Siemienski Andersen" userId="3e5b9027-db81-4bdb-8ff3-173865797b46" providerId="ADAL" clId="{F6FA2703-E56F-44C7-8E47-77771BDCE2D3}" dt="2024-06-19T11:10:49.857" v="2353" actId="20577"/>
          <ac:spMkLst>
            <pc:docMk/>
            <pc:sldMk cId="3909445050" sldId="463"/>
            <ac:spMk id="24" creationId="{E2B3B92B-0BEE-FC07-7492-EB3051CD64A4}"/>
          </ac:spMkLst>
        </pc:spChg>
      </pc:sldChg>
      <pc:sldChg chg="new del">
        <pc:chgData name="Martin Siemienski Andersen" userId="3e5b9027-db81-4bdb-8ff3-173865797b46" providerId="ADAL" clId="{F6FA2703-E56F-44C7-8E47-77771BDCE2D3}" dt="2024-06-19T11:01:11.066" v="2277" actId="47"/>
        <pc:sldMkLst>
          <pc:docMk/>
          <pc:sldMk cId="3949767289" sldId="464"/>
        </pc:sldMkLst>
      </pc:sldChg>
      <pc:sldChg chg="new del">
        <pc:chgData name="Martin Siemienski Andersen" userId="3e5b9027-db81-4bdb-8ff3-173865797b46" providerId="ADAL" clId="{F6FA2703-E56F-44C7-8E47-77771BDCE2D3}" dt="2024-06-19T10:10:18.214" v="1912" actId="47"/>
        <pc:sldMkLst>
          <pc:docMk/>
          <pc:sldMk cId="2213286510" sldId="465"/>
        </pc:sldMkLst>
      </pc:sldChg>
      <pc:sldChg chg="modSp add del mod ord setBg">
        <pc:chgData name="Martin Siemienski Andersen" userId="3e5b9027-db81-4bdb-8ff3-173865797b46" providerId="ADAL" clId="{F6FA2703-E56F-44C7-8E47-77771BDCE2D3}" dt="2024-06-19T10:38:29.378" v="1971" actId="47"/>
        <pc:sldMkLst>
          <pc:docMk/>
          <pc:sldMk cId="20433351" sldId="466"/>
        </pc:sldMkLst>
        <pc:spChg chg="mod">
          <ac:chgData name="Martin Siemienski Andersen" userId="3e5b9027-db81-4bdb-8ff3-173865797b46" providerId="ADAL" clId="{F6FA2703-E56F-44C7-8E47-77771BDCE2D3}" dt="2024-06-19T10:10:43.151" v="1930" actId="20577"/>
          <ac:spMkLst>
            <pc:docMk/>
            <pc:sldMk cId="20433351" sldId="466"/>
            <ac:spMk id="3" creationId="{26D47E2A-291E-3316-6702-79AF4C9F82AE}"/>
          </ac:spMkLst>
        </pc:spChg>
        <pc:spChg chg="mod">
          <ac:chgData name="Martin Siemienski Andersen" userId="3e5b9027-db81-4bdb-8ff3-173865797b46" providerId="ADAL" clId="{F6FA2703-E56F-44C7-8E47-77771BDCE2D3}" dt="2024-06-19T10:12:46.270" v="1959" actId="20577"/>
          <ac:spMkLst>
            <pc:docMk/>
            <pc:sldMk cId="20433351" sldId="466"/>
            <ac:spMk id="5" creationId="{1DC4685D-F63B-4833-62F4-5764713E78D7}"/>
          </ac:spMkLst>
        </pc:spChg>
        <pc:spChg chg="mod">
          <ac:chgData name="Martin Siemienski Andersen" userId="3e5b9027-db81-4bdb-8ff3-173865797b46" providerId="ADAL" clId="{F6FA2703-E56F-44C7-8E47-77771BDCE2D3}" dt="2024-06-19T10:10:26.963" v="1924" actId="20577"/>
          <ac:spMkLst>
            <pc:docMk/>
            <pc:sldMk cId="20433351" sldId="466"/>
            <ac:spMk id="24" creationId="{E2B3B92B-0BEE-FC07-7492-EB3051CD64A4}"/>
          </ac:spMkLst>
        </pc:spChg>
      </pc:sldChg>
      <pc:sldChg chg="modSp add mod ord setBg">
        <pc:chgData name="Martin Siemienski Andersen" userId="3e5b9027-db81-4bdb-8ff3-173865797b46" providerId="ADAL" clId="{F6FA2703-E56F-44C7-8E47-77771BDCE2D3}" dt="2024-06-19T13:01:58.811" v="5346"/>
        <pc:sldMkLst>
          <pc:docMk/>
          <pc:sldMk cId="2351685216" sldId="467"/>
        </pc:sldMkLst>
        <pc:spChg chg="mod">
          <ac:chgData name="Martin Siemienski Andersen" userId="3e5b9027-db81-4bdb-8ff3-173865797b46" providerId="ADAL" clId="{F6FA2703-E56F-44C7-8E47-77771BDCE2D3}" dt="2024-06-19T10:38:34.142" v="1973" actId="20577"/>
          <ac:spMkLst>
            <pc:docMk/>
            <pc:sldMk cId="2351685216" sldId="467"/>
            <ac:spMk id="3" creationId="{26D47E2A-291E-3316-6702-79AF4C9F82AE}"/>
          </ac:spMkLst>
        </pc:spChg>
        <pc:spChg chg="mod">
          <ac:chgData name="Martin Siemienski Andersen" userId="3e5b9027-db81-4bdb-8ff3-173865797b46" providerId="ADAL" clId="{F6FA2703-E56F-44C7-8E47-77771BDCE2D3}" dt="2024-06-19T10:11:11.141" v="1944" actId="14100"/>
          <ac:spMkLst>
            <pc:docMk/>
            <pc:sldMk cId="2351685216" sldId="467"/>
            <ac:spMk id="5" creationId="{1DC4685D-F63B-4833-62F4-5764713E78D7}"/>
          </ac:spMkLst>
        </pc:spChg>
        <pc:spChg chg="mod">
          <ac:chgData name="Martin Siemienski Andersen" userId="3e5b9027-db81-4bdb-8ff3-173865797b46" providerId="ADAL" clId="{F6FA2703-E56F-44C7-8E47-77771BDCE2D3}" dt="2024-06-19T10:11:31.056" v="1945" actId="14100"/>
          <ac:spMkLst>
            <pc:docMk/>
            <pc:sldMk cId="2351685216" sldId="467"/>
            <ac:spMk id="24" creationId="{E2B3B92B-0BEE-FC07-7492-EB3051CD64A4}"/>
          </ac:spMkLst>
        </pc:spChg>
      </pc:sldChg>
      <pc:sldChg chg="add del setBg">
        <pc:chgData name="Martin Siemienski Andersen" userId="3e5b9027-db81-4bdb-8ff3-173865797b46" providerId="ADAL" clId="{F6FA2703-E56F-44C7-8E47-77771BDCE2D3}" dt="2024-06-19T10:10:36.192" v="1928"/>
        <pc:sldMkLst>
          <pc:docMk/>
          <pc:sldMk cId="3572542870" sldId="467"/>
        </pc:sldMkLst>
      </pc:sldChg>
      <pc:sldChg chg="addSp delSp modSp new mod setBg modClrScheme chgLayout">
        <pc:chgData name="Martin Siemienski Andersen" userId="3e5b9027-db81-4bdb-8ff3-173865797b46" providerId="ADAL" clId="{F6FA2703-E56F-44C7-8E47-77771BDCE2D3}" dt="2024-06-19T11:26:12.797" v="3310" actId="403"/>
        <pc:sldMkLst>
          <pc:docMk/>
          <pc:sldMk cId="1739577168" sldId="468"/>
        </pc:sldMkLst>
        <pc:spChg chg="del">
          <ac:chgData name="Martin Siemienski Andersen" userId="3e5b9027-db81-4bdb-8ff3-173865797b46" providerId="ADAL" clId="{F6FA2703-E56F-44C7-8E47-77771BDCE2D3}" dt="2024-06-19T11:17:00.795" v="2372" actId="700"/>
          <ac:spMkLst>
            <pc:docMk/>
            <pc:sldMk cId="1739577168" sldId="468"/>
            <ac:spMk id="2" creationId="{27E7208F-5324-9BE1-8F86-868259053141}"/>
          </ac:spMkLst>
        </pc:spChg>
        <pc:spChg chg="mod ord">
          <ac:chgData name="Martin Siemienski Andersen" userId="3e5b9027-db81-4bdb-8ff3-173865797b46" providerId="ADAL" clId="{F6FA2703-E56F-44C7-8E47-77771BDCE2D3}" dt="2024-06-19T11:17:00.795" v="2372" actId="700"/>
          <ac:spMkLst>
            <pc:docMk/>
            <pc:sldMk cId="1739577168" sldId="468"/>
            <ac:spMk id="3" creationId="{E2C22FB1-482B-C907-8776-46D274584636}"/>
          </ac:spMkLst>
        </pc:spChg>
        <pc:spChg chg="mod ord">
          <ac:chgData name="Martin Siemienski Andersen" userId="3e5b9027-db81-4bdb-8ff3-173865797b46" providerId="ADAL" clId="{F6FA2703-E56F-44C7-8E47-77771BDCE2D3}" dt="2024-06-19T11:17:12.153" v="2391" actId="14100"/>
          <ac:spMkLst>
            <pc:docMk/>
            <pc:sldMk cId="1739577168" sldId="468"/>
            <ac:spMk id="4" creationId="{25908D9C-00E6-0D1F-88F5-9F3354007BCB}"/>
          </ac:spMkLst>
        </pc:spChg>
        <pc:spChg chg="del mod ord">
          <ac:chgData name="Martin Siemienski Andersen" userId="3e5b9027-db81-4bdb-8ff3-173865797b46" providerId="ADAL" clId="{F6FA2703-E56F-44C7-8E47-77771BDCE2D3}" dt="2024-06-19T11:17:00.795" v="2372" actId="700"/>
          <ac:spMkLst>
            <pc:docMk/>
            <pc:sldMk cId="1739577168" sldId="468"/>
            <ac:spMk id="5" creationId="{40DED3C1-F04B-FF03-7521-DA9DF15449AE}"/>
          </ac:spMkLst>
        </pc:spChg>
        <pc:spChg chg="add mod ord">
          <ac:chgData name="Martin Siemienski Andersen" userId="3e5b9027-db81-4bdb-8ff3-173865797b46" providerId="ADAL" clId="{F6FA2703-E56F-44C7-8E47-77771BDCE2D3}" dt="2024-06-19T11:26:12.797" v="3310" actId="403"/>
          <ac:spMkLst>
            <pc:docMk/>
            <pc:sldMk cId="1739577168" sldId="468"/>
            <ac:spMk id="6" creationId="{A5254B34-20F7-1511-4ED6-EFA11F9FF728}"/>
          </ac:spMkLst>
        </pc:spChg>
      </pc:sldChg>
      <pc:sldChg chg="addSp delSp modSp new del mod setBg modClrScheme chgLayout">
        <pc:chgData name="Martin Siemienski Andersen" userId="3e5b9027-db81-4bdb-8ff3-173865797b46" providerId="ADAL" clId="{F6FA2703-E56F-44C7-8E47-77771BDCE2D3}" dt="2024-06-19T11:41:41.489" v="4016" actId="47"/>
        <pc:sldMkLst>
          <pc:docMk/>
          <pc:sldMk cId="915189233" sldId="469"/>
        </pc:sldMkLst>
        <pc:spChg chg="del">
          <ac:chgData name="Martin Siemienski Andersen" userId="3e5b9027-db81-4bdb-8ff3-173865797b46" providerId="ADAL" clId="{F6FA2703-E56F-44C7-8E47-77771BDCE2D3}" dt="2024-06-19T11:41:29.742" v="4011" actId="700"/>
          <ac:spMkLst>
            <pc:docMk/>
            <pc:sldMk cId="915189233" sldId="469"/>
            <ac:spMk id="2" creationId="{12F3C6FC-27E8-AB83-1881-FE4558A5C307}"/>
          </ac:spMkLst>
        </pc:spChg>
        <pc:spChg chg="mod ord">
          <ac:chgData name="Martin Siemienski Andersen" userId="3e5b9027-db81-4bdb-8ff3-173865797b46" providerId="ADAL" clId="{F6FA2703-E56F-44C7-8E47-77771BDCE2D3}" dt="2024-06-19T11:41:29.742" v="4011" actId="700"/>
          <ac:spMkLst>
            <pc:docMk/>
            <pc:sldMk cId="915189233" sldId="469"/>
            <ac:spMk id="3" creationId="{34345A21-F344-4315-7C6D-BC447F0B9FCB}"/>
          </ac:spMkLst>
        </pc:spChg>
        <pc:spChg chg="del mod ord">
          <ac:chgData name="Martin Siemienski Andersen" userId="3e5b9027-db81-4bdb-8ff3-173865797b46" providerId="ADAL" clId="{F6FA2703-E56F-44C7-8E47-77771BDCE2D3}" dt="2024-06-19T11:41:29.742" v="4011" actId="700"/>
          <ac:spMkLst>
            <pc:docMk/>
            <pc:sldMk cId="915189233" sldId="469"/>
            <ac:spMk id="4" creationId="{AD171D5D-B4DB-443D-A6DD-BA9927740368}"/>
          </ac:spMkLst>
        </pc:spChg>
        <pc:spChg chg="del mod ord">
          <ac:chgData name="Martin Siemienski Andersen" userId="3e5b9027-db81-4bdb-8ff3-173865797b46" providerId="ADAL" clId="{F6FA2703-E56F-44C7-8E47-77771BDCE2D3}" dt="2024-06-19T11:41:29.742" v="4011" actId="700"/>
          <ac:spMkLst>
            <pc:docMk/>
            <pc:sldMk cId="915189233" sldId="469"/>
            <ac:spMk id="5" creationId="{B2EE71B0-912A-CD14-F162-F8D4ADBDF392}"/>
          </ac:spMkLst>
        </pc:spChg>
        <pc:spChg chg="add mod ord">
          <ac:chgData name="Martin Siemienski Andersen" userId="3e5b9027-db81-4bdb-8ff3-173865797b46" providerId="ADAL" clId="{F6FA2703-E56F-44C7-8E47-77771BDCE2D3}" dt="2024-06-19T11:41:34.670" v="4014"/>
          <ac:spMkLst>
            <pc:docMk/>
            <pc:sldMk cId="915189233" sldId="469"/>
            <ac:spMk id="6" creationId="{0FA2296B-2E34-4EA4-C1EA-C8DE5125ABE6}"/>
          </ac:spMkLst>
        </pc:spChg>
        <pc:spChg chg="add mod ord">
          <ac:chgData name="Martin Siemienski Andersen" userId="3e5b9027-db81-4bdb-8ff3-173865797b46" providerId="ADAL" clId="{F6FA2703-E56F-44C7-8E47-77771BDCE2D3}" dt="2024-06-19T11:41:29.742" v="4011" actId="700"/>
          <ac:spMkLst>
            <pc:docMk/>
            <pc:sldMk cId="915189233" sldId="469"/>
            <ac:spMk id="7" creationId="{B9AB2B10-4522-BCC0-860A-7631194B8D30}"/>
          </ac:spMkLst>
        </pc:spChg>
      </pc:sldChg>
      <pc:sldChg chg="modSp add mod setBg">
        <pc:chgData name="Martin Siemienski Andersen" userId="3e5b9027-db81-4bdb-8ff3-173865797b46" providerId="ADAL" clId="{F6FA2703-E56F-44C7-8E47-77771BDCE2D3}" dt="2024-06-19T11:58:43.017" v="4697" actId="13926"/>
        <pc:sldMkLst>
          <pc:docMk/>
          <pc:sldMk cId="3515064665" sldId="470"/>
        </pc:sldMkLst>
        <pc:spChg chg="mod">
          <ac:chgData name="Martin Siemienski Andersen" userId="3e5b9027-db81-4bdb-8ff3-173865797b46" providerId="ADAL" clId="{F6FA2703-E56F-44C7-8E47-77771BDCE2D3}" dt="2024-06-19T11:57:04.144" v="4683" actId="404"/>
          <ac:spMkLst>
            <pc:docMk/>
            <pc:sldMk cId="3515064665" sldId="470"/>
            <ac:spMk id="4" creationId="{25908D9C-00E6-0D1F-88F5-9F3354007BCB}"/>
          </ac:spMkLst>
        </pc:spChg>
        <pc:spChg chg="mod">
          <ac:chgData name="Martin Siemienski Andersen" userId="3e5b9027-db81-4bdb-8ff3-173865797b46" providerId="ADAL" clId="{F6FA2703-E56F-44C7-8E47-77771BDCE2D3}" dt="2024-06-19T11:58:43.017" v="4697" actId="13926"/>
          <ac:spMkLst>
            <pc:docMk/>
            <pc:sldMk cId="3515064665" sldId="470"/>
            <ac:spMk id="6" creationId="{A5254B34-20F7-1511-4ED6-EFA11F9FF728}"/>
          </ac:spMkLst>
        </pc:spChg>
      </pc:sldChg>
      <pc:sldChg chg="add">
        <pc:chgData name="Martin Siemienski Andersen" userId="3e5b9027-db81-4bdb-8ff3-173865797b46" providerId="ADAL" clId="{F6FA2703-E56F-44C7-8E47-77771BDCE2D3}" dt="2024-06-19T12:10:36.470" v="4738"/>
        <pc:sldMkLst>
          <pc:docMk/>
          <pc:sldMk cId="1429414542" sldId="471"/>
        </pc:sldMkLst>
      </pc:sldChg>
      <pc:sldChg chg="add">
        <pc:chgData name="Martin Siemienski Andersen" userId="3e5b9027-db81-4bdb-8ff3-173865797b46" providerId="ADAL" clId="{F6FA2703-E56F-44C7-8E47-77771BDCE2D3}" dt="2024-06-19T12:59:15.835" v="5280"/>
        <pc:sldMkLst>
          <pc:docMk/>
          <pc:sldMk cId="3894439886" sldId="472"/>
        </pc:sldMkLst>
      </pc:sldChg>
    </pc:docChg>
  </pc:docChgLst>
  <pc:docChgLst>
    <pc:chgData name="Martin Siemienski Andersen" userId="3e5b9027-db81-4bdb-8ff3-173865797b46" providerId="ADAL" clId="{F693E0CA-7AB4-224B-8391-02D0C50F1C9C}"/>
    <pc:docChg chg="undo custSel addSld delSld modSld sldOrd modMainMaster modSection">
      <pc:chgData name="Martin Siemienski Andersen" userId="3e5b9027-db81-4bdb-8ff3-173865797b46" providerId="ADAL" clId="{F693E0CA-7AB4-224B-8391-02D0C50F1C9C}" dt="2023-10-03T19:28:03.491" v="988" actId="20577"/>
      <pc:docMkLst>
        <pc:docMk/>
      </pc:docMkLst>
      <pc:sldChg chg="modSp">
        <pc:chgData name="Martin Siemienski Andersen" userId="3e5b9027-db81-4bdb-8ff3-173865797b46" providerId="ADAL" clId="{F693E0CA-7AB4-224B-8391-02D0C50F1C9C}" dt="2023-10-03T14:30:15.478" v="574" actId="2711"/>
        <pc:sldMkLst>
          <pc:docMk/>
          <pc:sldMk cId="2290672695" sldId="378"/>
        </pc:sldMkLst>
        <pc:spChg chg="mod">
          <ac:chgData name="Martin Siemienski Andersen" userId="3e5b9027-db81-4bdb-8ff3-173865797b46" providerId="ADAL" clId="{F693E0CA-7AB4-224B-8391-02D0C50F1C9C}" dt="2023-10-03T14:30:15.478" v="574" actId="2711"/>
          <ac:spMkLst>
            <pc:docMk/>
            <pc:sldMk cId="2290672695" sldId="378"/>
            <ac:spMk id="4" creationId="{00000000-0000-0000-0000-000000000000}"/>
          </ac:spMkLst>
        </pc:spChg>
        <pc:spChg chg="mod">
          <ac:chgData name="Martin Siemienski Andersen" userId="3e5b9027-db81-4bdb-8ff3-173865797b46" providerId="ADAL" clId="{F693E0CA-7AB4-224B-8391-02D0C50F1C9C}" dt="2023-10-03T14:30:15.478" v="574" actId="2711"/>
          <ac:spMkLst>
            <pc:docMk/>
            <pc:sldMk cId="2290672695" sldId="378"/>
            <ac:spMk id="7" creationId="{00000000-0000-0000-0000-000000000000}"/>
          </ac:spMkLst>
        </pc:spChg>
        <pc:grpChg chg="mod">
          <ac:chgData name="Martin Siemienski Andersen" userId="3e5b9027-db81-4bdb-8ff3-173865797b46" providerId="ADAL" clId="{F693E0CA-7AB4-224B-8391-02D0C50F1C9C}" dt="2023-10-03T14:30:15.478" v="574" actId="2711"/>
          <ac:grpSpMkLst>
            <pc:docMk/>
            <pc:sldMk cId="2290672695" sldId="378"/>
            <ac:grpSpMk id="10" creationId="{00000000-0000-0000-0000-000000000000}"/>
          </ac:grpSpMkLst>
        </pc:grpChg>
        <pc:picChg chg="mod">
          <ac:chgData name="Martin Siemienski Andersen" userId="3e5b9027-db81-4bdb-8ff3-173865797b46" providerId="ADAL" clId="{F693E0CA-7AB4-224B-8391-02D0C50F1C9C}" dt="2023-10-03T14:30:15.478" v="574" actId="2711"/>
          <ac:picMkLst>
            <pc:docMk/>
            <pc:sldMk cId="2290672695" sldId="378"/>
            <ac:picMk id="34" creationId="{00000000-0000-0000-0000-000000000000}"/>
          </ac:picMkLst>
        </pc:picChg>
      </pc:sldChg>
      <pc:sldChg chg="modSp mod">
        <pc:chgData name="Martin Siemienski Andersen" userId="3e5b9027-db81-4bdb-8ff3-173865797b46" providerId="ADAL" clId="{F693E0CA-7AB4-224B-8391-02D0C50F1C9C}" dt="2023-10-03T14:35:46.995" v="627" actId="404"/>
        <pc:sldMkLst>
          <pc:docMk/>
          <pc:sldMk cId="4003045586" sldId="396"/>
        </pc:sldMkLst>
        <pc:spChg chg="mod">
          <ac:chgData name="Martin Siemienski Andersen" userId="3e5b9027-db81-4bdb-8ff3-173865797b46" providerId="ADAL" clId="{F693E0CA-7AB4-224B-8391-02D0C50F1C9C}" dt="2023-10-03T14:35:19.642" v="619" actId="14100"/>
          <ac:spMkLst>
            <pc:docMk/>
            <pc:sldMk cId="4003045586" sldId="396"/>
            <ac:spMk id="8" creationId="{07907CA3-B4DD-4BA7-8C51-5511B92620E6}"/>
          </ac:spMkLst>
        </pc:spChg>
        <pc:spChg chg="mod">
          <ac:chgData name="Martin Siemienski Andersen" userId="3e5b9027-db81-4bdb-8ff3-173865797b46" providerId="ADAL" clId="{F693E0CA-7AB4-224B-8391-02D0C50F1C9C}" dt="2023-10-03T14:35:46.995" v="627" actId="404"/>
          <ac:spMkLst>
            <pc:docMk/>
            <pc:sldMk cId="4003045586" sldId="396"/>
            <ac:spMk id="9" creationId="{0F5D0C12-575C-48E8-BF55-BAEE8A7871A5}"/>
          </ac:spMkLst>
        </pc:spChg>
        <pc:picChg chg="mod">
          <ac:chgData name="Martin Siemienski Andersen" userId="3e5b9027-db81-4bdb-8ff3-173865797b46" providerId="ADAL" clId="{F693E0CA-7AB4-224B-8391-02D0C50F1C9C}" dt="2023-10-03T14:35:41.238" v="623" actId="14100"/>
          <ac:picMkLst>
            <pc:docMk/>
            <pc:sldMk cId="4003045586" sldId="396"/>
            <ac:picMk id="7" creationId="{97C5B3C3-DCE5-4B46-8393-9749385F05F0}"/>
          </ac:picMkLst>
        </pc:picChg>
      </pc:sldChg>
      <pc:sldChg chg="modSp mod modShow">
        <pc:chgData name="Martin Siemienski Andersen" userId="3e5b9027-db81-4bdb-8ff3-173865797b46" providerId="ADAL" clId="{F693E0CA-7AB4-224B-8391-02D0C50F1C9C}" dt="2023-10-03T14:35:06.376" v="618" actId="20577"/>
        <pc:sldMkLst>
          <pc:docMk/>
          <pc:sldMk cId="2637735392" sldId="397"/>
        </pc:sldMkLst>
        <pc:spChg chg="mod">
          <ac:chgData name="Martin Siemienski Andersen" userId="3e5b9027-db81-4bdb-8ff3-173865797b46" providerId="ADAL" clId="{F693E0CA-7AB4-224B-8391-02D0C50F1C9C}" dt="2023-10-03T14:34:32.618" v="611" actId="404"/>
          <ac:spMkLst>
            <pc:docMk/>
            <pc:sldMk cId="2637735392" sldId="397"/>
            <ac:spMk id="8" creationId="{07907CA3-B4DD-4BA7-8C51-5511B92620E6}"/>
          </ac:spMkLst>
        </pc:spChg>
        <pc:spChg chg="mod">
          <ac:chgData name="Martin Siemienski Andersen" userId="3e5b9027-db81-4bdb-8ff3-173865797b46" providerId="ADAL" clId="{F693E0CA-7AB4-224B-8391-02D0C50F1C9C}" dt="2023-10-03T14:35:06.376" v="618" actId="20577"/>
          <ac:spMkLst>
            <pc:docMk/>
            <pc:sldMk cId="2637735392" sldId="397"/>
            <ac:spMk id="9" creationId="{0F5D0C12-575C-48E8-BF55-BAEE8A7871A5}"/>
          </ac:spMkLst>
        </pc:spChg>
      </pc:sldChg>
      <pc:sldChg chg="modSp mod">
        <pc:chgData name="Martin Siemienski Andersen" userId="3e5b9027-db81-4bdb-8ff3-173865797b46" providerId="ADAL" clId="{F693E0CA-7AB4-224B-8391-02D0C50F1C9C}" dt="2023-10-03T14:36:51.443" v="662" actId="27636"/>
        <pc:sldMkLst>
          <pc:docMk/>
          <pc:sldMk cId="3318369989" sldId="398"/>
        </pc:sldMkLst>
        <pc:spChg chg="mod">
          <ac:chgData name="Martin Siemienski Andersen" userId="3e5b9027-db81-4bdb-8ff3-173865797b46" providerId="ADAL" clId="{F693E0CA-7AB4-224B-8391-02D0C50F1C9C}" dt="2023-10-03T14:36:51.443" v="662" actId="27636"/>
          <ac:spMkLst>
            <pc:docMk/>
            <pc:sldMk cId="3318369989" sldId="398"/>
            <ac:spMk id="9" creationId="{B6709AF1-189D-46FB-B52B-E40534EA672C}"/>
          </ac:spMkLst>
        </pc:spChg>
      </pc:sldChg>
      <pc:sldChg chg="modSp mod">
        <pc:chgData name="Martin Siemienski Andersen" userId="3e5b9027-db81-4bdb-8ff3-173865797b46" providerId="ADAL" clId="{F693E0CA-7AB4-224B-8391-02D0C50F1C9C}" dt="2023-10-03T14:26:38.329" v="548" actId="27636"/>
        <pc:sldMkLst>
          <pc:docMk/>
          <pc:sldMk cId="4223866109" sldId="401"/>
        </pc:sldMkLst>
        <pc:spChg chg="mod">
          <ac:chgData name="Martin Siemienski Andersen" userId="3e5b9027-db81-4bdb-8ff3-173865797b46" providerId="ADAL" clId="{F693E0CA-7AB4-224B-8391-02D0C50F1C9C}" dt="2023-10-03T14:26:38.329" v="548" actId="27636"/>
          <ac:spMkLst>
            <pc:docMk/>
            <pc:sldMk cId="4223866109" sldId="401"/>
            <ac:spMk id="5" creationId="{7C33DE81-44D1-474E-861F-4B92C802B0E7}"/>
          </ac:spMkLst>
        </pc:spChg>
      </pc:sldChg>
      <pc:sldChg chg="delSp modSp mod delAnim">
        <pc:chgData name="Martin Siemienski Andersen" userId="3e5b9027-db81-4bdb-8ff3-173865797b46" providerId="ADAL" clId="{F693E0CA-7AB4-224B-8391-02D0C50F1C9C}" dt="2023-10-03T14:26:14.361" v="545" actId="2711"/>
        <pc:sldMkLst>
          <pc:docMk/>
          <pc:sldMk cId="3003718051" sldId="402"/>
        </pc:sldMkLst>
        <pc:spChg chg="mod">
          <ac:chgData name="Martin Siemienski Andersen" userId="3e5b9027-db81-4bdb-8ff3-173865797b46" providerId="ADAL" clId="{F693E0CA-7AB4-224B-8391-02D0C50F1C9C}" dt="2023-10-03T14:26:05.946" v="544" actId="1076"/>
          <ac:spMkLst>
            <pc:docMk/>
            <pc:sldMk cId="3003718051" sldId="402"/>
            <ac:spMk id="12" creationId="{B9A37D05-F796-4396-8271-3AF41F1609CF}"/>
          </ac:spMkLst>
        </pc:spChg>
        <pc:spChg chg="mod">
          <ac:chgData name="Martin Siemienski Andersen" userId="3e5b9027-db81-4bdb-8ff3-173865797b46" providerId="ADAL" clId="{F693E0CA-7AB4-224B-8391-02D0C50F1C9C}" dt="2023-10-03T14:26:14.361" v="545" actId="2711"/>
          <ac:spMkLst>
            <pc:docMk/>
            <pc:sldMk cId="3003718051" sldId="402"/>
            <ac:spMk id="16" creationId="{26E916F3-3FF2-45A5-856E-D87B5FB53B49}"/>
          </ac:spMkLst>
        </pc:spChg>
        <pc:spChg chg="del mod">
          <ac:chgData name="Martin Siemienski Andersen" userId="3e5b9027-db81-4bdb-8ff3-173865797b46" providerId="ADAL" clId="{F693E0CA-7AB4-224B-8391-02D0C50F1C9C}" dt="2023-10-03T14:25:43.872" v="537" actId="478"/>
          <ac:spMkLst>
            <pc:docMk/>
            <pc:sldMk cId="3003718051" sldId="402"/>
            <ac:spMk id="20" creationId="{8CB53688-E478-4BB4-B94A-61907AB1C6CD}"/>
          </ac:spMkLst>
        </pc:spChg>
      </pc:sldChg>
      <pc:sldChg chg="modSp mod">
        <pc:chgData name="Martin Siemienski Andersen" userId="3e5b9027-db81-4bdb-8ff3-173865797b46" providerId="ADAL" clId="{F693E0CA-7AB4-224B-8391-02D0C50F1C9C}" dt="2023-10-03T14:26:23.576" v="546" actId="2711"/>
        <pc:sldMkLst>
          <pc:docMk/>
          <pc:sldMk cId="1668894631" sldId="406"/>
        </pc:sldMkLst>
        <pc:spChg chg="mod">
          <ac:chgData name="Martin Siemienski Andersen" userId="3e5b9027-db81-4bdb-8ff3-173865797b46" providerId="ADAL" clId="{F693E0CA-7AB4-224B-8391-02D0C50F1C9C}" dt="2023-10-03T14:26:23.576" v="546" actId="2711"/>
          <ac:spMkLst>
            <pc:docMk/>
            <pc:sldMk cId="1668894631" sldId="406"/>
            <ac:spMk id="5" creationId="{BF3353C3-A5B9-4773-955D-3BA78FC626C0}"/>
          </ac:spMkLst>
        </pc:spChg>
      </pc:sldChg>
      <pc:sldChg chg="modSp mod ord">
        <pc:chgData name="Martin Siemienski Andersen" userId="3e5b9027-db81-4bdb-8ff3-173865797b46" providerId="ADAL" clId="{F693E0CA-7AB4-224B-8391-02D0C50F1C9C}" dt="2023-10-03T14:27:06.280" v="554" actId="14100"/>
        <pc:sldMkLst>
          <pc:docMk/>
          <pc:sldMk cId="3469801031" sldId="410"/>
        </pc:sldMkLst>
        <pc:spChg chg="mod">
          <ac:chgData name="Martin Siemienski Andersen" userId="3e5b9027-db81-4bdb-8ff3-173865797b46" providerId="ADAL" clId="{F693E0CA-7AB4-224B-8391-02D0C50F1C9C}" dt="2023-10-03T14:27:06.280" v="554" actId="14100"/>
          <ac:spMkLst>
            <pc:docMk/>
            <pc:sldMk cId="3469801031" sldId="410"/>
            <ac:spMk id="5" creationId="{7C33DE81-44D1-474E-861F-4B92C802B0E7}"/>
          </ac:spMkLst>
        </pc:spChg>
        <pc:picChg chg="mod">
          <ac:chgData name="Martin Siemienski Andersen" userId="3e5b9027-db81-4bdb-8ff3-173865797b46" providerId="ADAL" clId="{F693E0CA-7AB4-224B-8391-02D0C50F1C9C}" dt="2023-10-03T14:27:03.078" v="553" actId="14100"/>
          <ac:picMkLst>
            <pc:docMk/>
            <pc:sldMk cId="3469801031" sldId="410"/>
            <ac:picMk id="7" creationId="{727629AC-C5BA-448A-BD91-9A8BB34B2849}"/>
          </ac:picMkLst>
        </pc:picChg>
      </pc:sldChg>
      <pc:sldChg chg="modSp del mod">
        <pc:chgData name="Martin Siemienski Andersen" userId="3e5b9027-db81-4bdb-8ff3-173865797b46" providerId="ADAL" clId="{F693E0CA-7AB4-224B-8391-02D0C50F1C9C}" dt="2023-10-03T14:24:07.238" v="526" actId="2696"/>
        <pc:sldMkLst>
          <pc:docMk/>
          <pc:sldMk cId="4294393476" sldId="434"/>
        </pc:sldMkLst>
        <pc:spChg chg="mod">
          <ac:chgData name="Martin Siemienski Andersen" userId="3e5b9027-db81-4bdb-8ff3-173865797b46" providerId="ADAL" clId="{F693E0CA-7AB4-224B-8391-02D0C50F1C9C}" dt="2023-10-02T13:40:56.539" v="0" actId="113"/>
          <ac:spMkLst>
            <pc:docMk/>
            <pc:sldMk cId="4294393476" sldId="434"/>
            <ac:spMk id="5" creationId="{B735D18A-0288-6507-0214-0F91B518E50A}"/>
          </ac:spMkLst>
        </pc:spChg>
      </pc:sldChg>
      <pc:sldChg chg="modSp mod">
        <pc:chgData name="Martin Siemienski Andersen" userId="3e5b9027-db81-4bdb-8ff3-173865797b46" providerId="ADAL" clId="{F693E0CA-7AB4-224B-8391-02D0C50F1C9C}" dt="2023-10-02T13:44:15.761" v="48" actId="20577"/>
        <pc:sldMkLst>
          <pc:docMk/>
          <pc:sldMk cId="2856689324" sldId="439"/>
        </pc:sldMkLst>
        <pc:spChg chg="mod">
          <ac:chgData name="Martin Siemienski Andersen" userId="3e5b9027-db81-4bdb-8ff3-173865797b46" providerId="ADAL" clId="{F693E0CA-7AB4-224B-8391-02D0C50F1C9C}" dt="2023-10-02T13:44:15.761" v="48" actId="20577"/>
          <ac:spMkLst>
            <pc:docMk/>
            <pc:sldMk cId="2856689324" sldId="439"/>
            <ac:spMk id="22" creationId="{CE1A527E-B555-6E6B-11C1-12F6A380446C}"/>
          </ac:spMkLst>
        </pc:spChg>
      </pc:sldChg>
      <pc:sldChg chg="modSp mod ord modShow">
        <pc:chgData name="Martin Siemienski Andersen" userId="3e5b9027-db81-4bdb-8ff3-173865797b46" providerId="ADAL" clId="{F693E0CA-7AB4-224B-8391-02D0C50F1C9C}" dt="2023-10-03T14:21:52.150" v="500" actId="20577"/>
        <pc:sldMkLst>
          <pc:docMk/>
          <pc:sldMk cId="1146957857" sldId="440"/>
        </pc:sldMkLst>
        <pc:spChg chg="mod">
          <ac:chgData name="Martin Siemienski Andersen" userId="3e5b9027-db81-4bdb-8ff3-173865797b46" providerId="ADAL" clId="{F693E0CA-7AB4-224B-8391-02D0C50F1C9C}" dt="2023-10-03T14:21:39.695" v="468" actId="20577"/>
          <ac:spMkLst>
            <pc:docMk/>
            <pc:sldMk cId="1146957857" sldId="440"/>
            <ac:spMk id="6" creationId="{782B0EA2-C8EE-945C-67F6-39297CD13A2C}"/>
          </ac:spMkLst>
        </pc:spChg>
        <pc:spChg chg="mod">
          <ac:chgData name="Martin Siemienski Andersen" userId="3e5b9027-db81-4bdb-8ff3-173865797b46" providerId="ADAL" clId="{F693E0CA-7AB4-224B-8391-02D0C50F1C9C}" dt="2023-10-03T14:21:52.150" v="500" actId="20577"/>
          <ac:spMkLst>
            <pc:docMk/>
            <pc:sldMk cId="1146957857" sldId="440"/>
            <ac:spMk id="7" creationId="{3F62EF7C-CEB9-ECC7-D89B-CF7E6EC21D6D}"/>
          </ac:spMkLst>
        </pc:spChg>
      </pc:sldChg>
      <pc:sldChg chg="addSp delSp modSp mod modAnim">
        <pc:chgData name="Martin Siemienski Andersen" userId="3e5b9027-db81-4bdb-8ff3-173865797b46" providerId="ADAL" clId="{F693E0CA-7AB4-224B-8391-02D0C50F1C9C}" dt="2023-10-03T19:28:03.491" v="988" actId="20577"/>
        <pc:sldMkLst>
          <pc:docMk/>
          <pc:sldMk cId="1605162382" sldId="441"/>
        </pc:sldMkLst>
        <pc:spChg chg="mod">
          <ac:chgData name="Martin Siemienski Andersen" userId="3e5b9027-db81-4bdb-8ff3-173865797b46" providerId="ADAL" clId="{F693E0CA-7AB4-224B-8391-02D0C50F1C9C}" dt="2023-10-03T14:19:51.420" v="435" actId="20577"/>
          <ac:spMkLst>
            <pc:docMk/>
            <pc:sldMk cId="1605162382" sldId="441"/>
            <ac:spMk id="3" creationId="{6CC12802-A665-2150-AAA7-07F746E69F08}"/>
          </ac:spMkLst>
        </pc:spChg>
        <pc:spChg chg="add del mod">
          <ac:chgData name="Martin Siemienski Andersen" userId="3e5b9027-db81-4bdb-8ff3-173865797b46" providerId="ADAL" clId="{F693E0CA-7AB4-224B-8391-02D0C50F1C9C}" dt="2023-10-03T14:42:59.761" v="831" actId="478"/>
          <ac:spMkLst>
            <pc:docMk/>
            <pc:sldMk cId="1605162382" sldId="441"/>
            <ac:spMk id="4" creationId="{1D0C2ED5-61F5-0B3C-E311-83A261240515}"/>
          </ac:spMkLst>
        </pc:spChg>
        <pc:spChg chg="add mod">
          <ac:chgData name="Martin Siemienski Andersen" userId="3e5b9027-db81-4bdb-8ff3-173865797b46" providerId="ADAL" clId="{F693E0CA-7AB4-224B-8391-02D0C50F1C9C}" dt="2023-10-03T14:43:00.319" v="832"/>
          <ac:spMkLst>
            <pc:docMk/>
            <pc:sldMk cId="1605162382" sldId="441"/>
            <ac:spMk id="5" creationId="{4E4F1415-6742-48C2-595A-ED6A739604A1}"/>
          </ac:spMkLst>
        </pc:spChg>
        <pc:spChg chg="mod">
          <ac:chgData name="Martin Siemienski Andersen" userId="3e5b9027-db81-4bdb-8ff3-173865797b46" providerId="ADAL" clId="{F693E0CA-7AB4-224B-8391-02D0C50F1C9C}" dt="2023-10-03T19:28:03.491" v="988" actId="20577"/>
          <ac:spMkLst>
            <pc:docMk/>
            <pc:sldMk cId="1605162382" sldId="441"/>
            <ac:spMk id="7" creationId="{F4C89882-9546-C98F-281C-5FE03375133E}"/>
          </ac:spMkLst>
        </pc:spChg>
      </pc:sldChg>
      <pc:sldChg chg="modSp mod modAnim">
        <pc:chgData name="Martin Siemienski Andersen" userId="3e5b9027-db81-4bdb-8ff3-173865797b46" providerId="ADAL" clId="{F693E0CA-7AB4-224B-8391-02D0C50F1C9C}" dt="2023-10-03T14:41:16.746" v="804" actId="20577"/>
        <pc:sldMkLst>
          <pc:docMk/>
          <pc:sldMk cId="3433066005" sldId="443"/>
        </pc:sldMkLst>
        <pc:spChg chg="mod">
          <ac:chgData name="Martin Siemienski Andersen" userId="3e5b9027-db81-4bdb-8ff3-173865797b46" providerId="ADAL" clId="{F693E0CA-7AB4-224B-8391-02D0C50F1C9C}" dt="2023-10-03T14:41:16.746" v="804" actId="20577"/>
          <ac:spMkLst>
            <pc:docMk/>
            <pc:sldMk cId="3433066005" sldId="443"/>
            <ac:spMk id="5" creationId="{2925E59D-4E8B-1D8F-0F78-08064FD1EE66}"/>
          </ac:spMkLst>
        </pc:spChg>
      </pc:sldChg>
      <pc:sldChg chg="modSp mod">
        <pc:chgData name="Martin Siemienski Andersen" userId="3e5b9027-db81-4bdb-8ff3-173865797b46" providerId="ADAL" clId="{F693E0CA-7AB4-224B-8391-02D0C50F1C9C}" dt="2023-10-02T13:42:26.125" v="14" actId="20577"/>
        <pc:sldMkLst>
          <pc:docMk/>
          <pc:sldMk cId="1690966409" sldId="446"/>
        </pc:sldMkLst>
        <pc:spChg chg="mod">
          <ac:chgData name="Martin Siemienski Andersen" userId="3e5b9027-db81-4bdb-8ff3-173865797b46" providerId="ADAL" clId="{F693E0CA-7AB4-224B-8391-02D0C50F1C9C}" dt="2023-10-02T13:42:26.125" v="14" actId="20577"/>
          <ac:spMkLst>
            <pc:docMk/>
            <pc:sldMk cId="1690966409" sldId="446"/>
            <ac:spMk id="12" creationId="{A44FA518-9AC4-A2C7-F6F9-4AE27756563F}"/>
          </ac:spMkLst>
        </pc:spChg>
        <pc:picChg chg="mod">
          <ac:chgData name="Martin Siemienski Andersen" userId="3e5b9027-db81-4bdb-8ff3-173865797b46" providerId="ADAL" clId="{F693E0CA-7AB4-224B-8391-02D0C50F1C9C}" dt="2023-10-02T13:41:23.746" v="2" actId="14100"/>
          <ac:picMkLst>
            <pc:docMk/>
            <pc:sldMk cId="1690966409" sldId="446"/>
            <ac:picMk id="6" creationId="{53E061DD-2373-5CDA-4B0A-9BC74136F556}"/>
          </ac:picMkLst>
        </pc:picChg>
      </pc:sldChg>
      <pc:sldChg chg="modSp mod">
        <pc:chgData name="Martin Siemienski Andersen" userId="3e5b9027-db81-4bdb-8ff3-173865797b46" providerId="ADAL" clId="{F693E0CA-7AB4-224B-8391-02D0C50F1C9C}" dt="2023-10-03T14:32:29.266" v="592" actId="14100"/>
        <pc:sldMkLst>
          <pc:docMk/>
          <pc:sldMk cId="2081407033" sldId="447"/>
        </pc:sldMkLst>
        <pc:spChg chg="mod">
          <ac:chgData name="Martin Siemienski Andersen" userId="3e5b9027-db81-4bdb-8ff3-173865797b46" providerId="ADAL" clId="{F693E0CA-7AB4-224B-8391-02D0C50F1C9C}" dt="2023-10-03T14:32:29.266" v="592" actId="14100"/>
          <ac:spMkLst>
            <pc:docMk/>
            <pc:sldMk cId="2081407033" sldId="447"/>
            <ac:spMk id="4" creationId="{8C8AC6F6-8E72-9119-E2B8-E50C5F953A2A}"/>
          </ac:spMkLst>
        </pc:spChg>
      </pc:sldChg>
      <pc:sldChg chg="addSp delSp modSp del mod modClrScheme chgLayout">
        <pc:chgData name="Martin Siemienski Andersen" userId="3e5b9027-db81-4bdb-8ff3-173865797b46" providerId="ADAL" clId="{F693E0CA-7AB4-224B-8391-02D0C50F1C9C}" dt="2023-10-03T14:20:56.556" v="439" actId="2696"/>
        <pc:sldMkLst>
          <pc:docMk/>
          <pc:sldMk cId="1952604262" sldId="448"/>
        </pc:sldMkLst>
        <pc:spChg chg="mod ord">
          <ac:chgData name="Martin Siemienski Andersen" userId="3e5b9027-db81-4bdb-8ff3-173865797b46" providerId="ADAL" clId="{F693E0CA-7AB4-224B-8391-02D0C50F1C9C}" dt="2023-10-03T14:16:37.259" v="371" actId="700"/>
          <ac:spMkLst>
            <pc:docMk/>
            <pc:sldMk cId="1952604262" sldId="448"/>
            <ac:spMk id="2" creationId="{7680B789-28A6-3EB3-208C-901537EC9DC4}"/>
          </ac:spMkLst>
        </pc:spChg>
        <pc:spChg chg="mod ord">
          <ac:chgData name="Martin Siemienski Andersen" userId="3e5b9027-db81-4bdb-8ff3-173865797b46" providerId="ADAL" clId="{F693E0CA-7AB4-224B-8391-02D0C50F1C9C}" dt="2023-10-03T14:16:42.194" v="372" actId="14100"/>
          <ac:spMkLst>
            <pc:docMk/>
            <pc:sldMk cId="1952604262" sldId="448"/>
            <ac:spMk id="3" creationId="{6CC12802-A665-2150-AAA7-07F746E69F08}"/>
          </ac:spMkLst>
        </pc:spChg>
        <pc:spChg chg="mod ord">
          <ac:chgData name="Martin Siemienski Andersen" userId="3e5b9027-db81-4bdb-8ff3-173865797b46" providerId="ADAL" clId="{F693E0CA-7AB4-224B-8391-02D0C50F1C9C}" dt="2023-10-03T14:16:37.259" v="371" actId="700"/>
          <ac:spMkLst>
            <pc:docMk/>
            <pc:sldMk cId="1952604262" sldId="448"/>
            <ac:spMk id="4" creationId="{8C8AC6F6-8E72-9119-E2B8-E50C5F953A2A}"/>
          </ac:spMkLst>
        </pc:spChg>
        <pc:spChg chg="add del mod ord">
          <ac:chgData name="Martin Siemienski Andersen" userId="3e5b9027-db81-4bdb-8ff3-173865797b46" providerId="ADAL" clId="{F693E0CA-7AB4-224B-8391-02D0C50F1C9C}" dt="2023-10-03T14:16:56.927" v="374" actId="478"/>
          <ac:spMkLst>
            <pc:docMk/>
            <pc:sldMk cId="1952604262" sldId="448"/>
            <ac:spMk id="6" creationId="{6F2DAD4F-734F-A2E7-78FB-2BD272A6CDB1}"/>
          </ac:spMkLst>
        </pc:spChg>
        <pc:spChg chg="add del mod">
          <ac:chgData name="Martin Siemienski Andersen" userId="3e5b9027-db81-4bdb-8ff3-173865797b46" providerId="ADAL" clId="{F693E0CA-7AB4-224B-8391-02D0C50F1C9C}" dt="2023-10-03T14:17:18.910" v="381"/>
          <ac:spMkLst>
            <pc:docMk/>
            <pc:sldMk cId="1952604262" sldId="448"/>
            <ac:spMk id="7" creationId="{41080C09-2F59-E3D7-7312-CF92E8C66AF3}"/>
          </ac:spMkLst>
        </pc:spChg>
      </pc:sldChg>
      <pc:sldChg chg="modSp mod">
        <pc:chgData name="Martin Siemienski Andersen" userId="3e5b9027-db81-4bdb-8ff3-173865797b46" providerId="ADAL" clId="{F693E0CA-7AB4-224B-8391-02D0C50F1C9C}" dt="2023-10-03T14:22:23.736" v="514" actId="20577"/>
        <pc:sldMkLst>
          <pc:docMk/>
          <pc:sldMk cId="3748966655" sldId="449"/>
        </pc:sldMkLst>
        <pc:spChg chg="mod">
          <ac:chgData name="Martin Siemienski Andersen" userId="3e5b9027-db81-4bdb-8ff3-173865797b46" providerId="ADAL" clId="{F693E0CA-7AB4-224B-8391-02D0C50F1C9C}" dt="2023-10-03T14:22:23.736" v="514" actId="20577"/>
          <ac:spMkLst>
            <pc:docMk/>
            <pc:sldMk cId="3748966655" sldId="449"/>
            <ac:spMk id="4" creationId="{00000000-0000-0000-0000-000000000000}"/>
          </ac:spMkLst>
        </pc:spChg>
      </pc:sldChg>
      <pc:sldChg chg="modSp mod">
        <pc:chgData name="Martin Siemienski Andersen" userId="3e5b9027-db81-4bdb-8ff3-173865797b46" providerId="ADAL" clId="{F693E0CA-7AB4-224B-8391-02D0C50F1C9C}" dt="2023-10-03T14:39:14.650" v="681" actId="20577"/>
        <pc:sldMkLst>
          <pc:docMk/>
          <pc:sldMk cId="3481023911" sldId="450"/>
        </pc:sldMkLst>
        <pc:spChg chg="mod">
          <ac:chgData name="Martin Siemienski Andersen" userId="3e5b9027-db81-4bdb-8ff3-173865797b46" providerId="ADAL" clId="{F693E0CA-7AB4-224B-8391-02D0C50F1C9C}" dt="2023-10-03T14:39:14.650" v="681" actId="20577"/>
          <ac:spMkLst>
            <pc:docMk/>
            <pc:sldMk cId="3481023911" sldId="450"/>
            <ac:spMk id="5" creationId="{3A0BEECF-962D-5FB3-A03D-A228E41C061A}"/>
          </ac:spMkLst>
        </pc:spChg>
        <pc:spChg chg="mod">
          <ac:chgData name="Martin Siemienski Andersen" userId="3e5b9027-db81-4bdb-8ff3-173865797b46" providerId="ADAL" clId="{F693E0CA-7AB4-224B-8391-02D0C50F1C9C}" dt="2023-10-02T13:51:05.983" v="195" actId="20577"/>
          <ac:spMkLst>
            <pc:docMk/>
            <pc:sldMk cId="3481023911" sldId="450"/>
            <ac:spMk id="8" creationId="{C401C872-2B1B-9EF5-B0C1-D0A6B95FAECA}"/>
          </ac:spMkLst>
        </pc:spChg>
      </pc:sldChg>
      <pc:sldChg chg="modSp add mod">
        <pc:chgData name="Martin Siemienski Andersen" userId="3e5b9027-db81-4bdb-8ff3-173865797b46" providerId="ADAL" clId="{F693E0CA-7AB4-224B-8391-02D0C50F1C9C}" dt="2023-10-03T14:24:44.299" v="531" actId="20577"/>
        <pc:sldMkLst>
          <pc:docMk/>
          <pc:sldMk cId="466482644" sldId="451"/>
        </pc:sldMkLst>
        <pc:spChg chg="mod">
          <ac:chgData name="Martin Siemienski Andersen" userId="3e5b9027-db81-4bdb-8ff3-173865797b46" providerId="ADAL" clId="{F693E0CA-7AB4-224B-8391-02D0C50F1C9C}" dt="2023-10-03T14:24:44.299" v="531" actId="20577"/>
          <ac:spMkLst>
            <pc:docMk/>
            <pc:sldMk cId="466482644" sldId="451"/>
            <ac:spMk id="5" creationId="{B735D18A-0288-6507-0214-0F91B518E50A}"/>
          </ac:spMkLst>
        </pc:spChg>
      </pc:sldChg>
      <pc:sldChg chg="modSp add mod">
        <pc:chgData name="Martin Siemienski Andersen" userId="3e5b9027-db81-4bdb-8ff3-173865797b46" providerId="ADAL" clId="{F693E0CA-7AB4-224B-8391-02D0C50F1C9C}" dt="2023-10-03T14:23:58.570" v="525" actId="113"/>
        <pc:sldMkLst>
          <pc:docMk/>
          <pc:sldMk cId="1137263808" sldId="452"/>
        </pc:sldMkLst>
        <pc:spChg chg="mod">
          <ac:chgData name="Martin Siemienski Andersen" userId="3e5b9027-db81-4bdb-8ff3-173865797b46" providerId="ADAL" clId="{F693E0CA-7AB4-224B-8391-02D0C50F1C9C}" dt="2023-10-03T14:23:58.570" v="525" actId="113"/>
          <ac:spMkLst>
            <pc:docMk/>
            <pc:sldMk cId="1137263808" sldId="452"/>
            <ac:spMk id="5" creationId="{B735D18A-0288-6507-0214-0F91B518E50A}"/>
          </ac:spMkLst>
        </pc:spChg>
      </pc:sldChg>
      <pc:sldChg chg="modSp add mod">
        <pc:chgData name="Martin Siemienski Andersen" userId="3e5b9027-db81-4bdb-8ff3-173865797b46" providerId="ADAL" clId="{F693E0CA-7AB4-224B-8391-02D0C50F1C9C}" dt="2023-10-03T14:24:16.716" v="528" actId="113"/>
        <pc:sldMkLst>
          <pc:docMk/>
          <pc:sldMk cId="3136289100" sldId="453"/>
        </pc:sldMkLst>
        <pc:spChg chg="mod">
          <ac:chgData name="Martin Siemienski Andersen" userId="3e5b9027-db81-4bdb-8ff3-173865797b46" providerId="ADAL" clId="{F693E0CA-7AB4-224B-8391-02D0C50F1C9C}" dt="2023-10-03T14:24:16.716" v="528" actId="113"/>
          <ac:spMkLst>
            <pc:docMk/>
            <pc:sldMk cId="3136289100" sldId="453"/>
            <ac:spMk id="5" creationId="{B735D18A-0288-6507-0214-0F91B518E50A}"/>
          </ac:spMkLst>
        </pc:spChg>
      </pc:sldChg>
      <pc:sldChg chg="add">
        <pc:chgData name="Martin Siemienski Andersen" userId="3e5b9027-db81-4bdb-8ff3-173865797b46" providerId="ADAL" clId="{F693E0CA-7AB4-224B-8391-02D0C50F1C9C}" dt="2023-10-03T14:25:21.693" v="532"/>
        <pc:sldMkLst>
          <pc:docMk/>
          <pc:sldMk cId="3824552105" sldId="454"/>
        </pc:sldMkLst>
      </pc:sldChg>
      <pc:sldMasterChg chg="modSp modSldLayout">
        <pc:chgData name="Martin Siemienski Andersen" userId="3e5b9027-db81-4bdb-8ff3-173865797b46" providerId="ADAL" clId="{F693E0CA-7AB4-224B-8391-02D0C50F1C9C}" dt="2023-10-03T14:29:36.220" v="573" actId="2711"/>
        <pc:sldMasterMkLst>
          <pc:docMk/>
          <pc:sldMasterMk cId="1377184672" sldId="2147484005"/>
        </pc:sldMasterMkLst>
        <pc:spChg chg="mod">
          <ac:chgData name="Martin Siemienski Andersen" userId="3e5b9027-db81-4bdb-8ff3-173865797b46" providerId="ADAL" clId="{F693E0CA-7AB4-224B-8391-02D0C50F1C9C}" dt="2023-10-03T14:27:39.308" v="562" actId="27636"/>
          <ac:spMkLst>
            <pc:docMk/>
            <pc:sldMasterMk cId="1377184672" sldId="2147484005"/>
            <ac:spMk id="2" creationId="{00000000-0000-0000-0000-000000000000}"/>
          </ac:spMkLst>
        </pc:spChg>
        <pc:spChg chg="mod">
          <ac:chgData name="Martin Siemienski Andersen" userId="3e5b9027-db81-4bdb-8ff3-173865797b46" providerId="ADAL" clId="{F693E0CA-7AB4-224B-8391-02D0C50F1C9C}" dt="2023-10-03T14:27:39.308" v="562" actId="27636"/>
          <ac:spMkLst>
            <pc:docMk/>
            <pc:sldMasterMk cId="1377184672" sldId="2147484005"/>
            <ac:spMk id="6" creationId="{00000000-0000-0000-0000-000000000000}"/>
          </ac:spMkLst>
        </pc:spChg>
        <pc:spChg chg="mod">
          <ac:chgData name="Martin Siemienski Andersen" userId="3e5b9027-db81-4bdb-8ff3-173865797b46" providerId="ADAL" clId="{F693E0CA-7AB4-224B-8391-02D0C50F1C9C}" dt="2023-10-03T14:27:39.308" v="562" actId="27636"/>
          <ac:spMkLst>
            <pc:docMk/>
            <pc:sldMasterMk cId="1377184672" sldId="2147484005"/>
            <ac:spMk id="11" creationId="{00000000-0000-0000-0000-000000000000}"/>
          </ac:spMkLst>
        </pc:spChg>
        <pc:grpChg chg="mod">
          <ac:chgData name="Martin Siemienski Andersen" userId="3e5b9027-db81-4bdb-8ff3-173865797b46" providerId="ADAL" clId="{F693E0CA-7AB4-224B-8391-02D0C50F1C9C}" dt="2023-10-03T14:27:39.308" v="562" actId="27636"/>
          <ac:grpSpMkLst>
            <pc:docMk/>
            <pc:sldMasterMk cId="1377184672" sldId="2147484005"/>
            <ac:grpSpMk id="58" creationId="{00000000-0000-0000-0000-000000000000}"/>
          </ac:grpSpMkLst>
        </pc:grpChg>
        <pc:grpChg chg="mod">
          <ac:chgData name="Martin Siemienski Andersen" userId="3e5b9027-db81-4bdb-8ff3-173865797b46" providerId="ADAL" clId="{F693E0CA-7AB4-224B-8391-02D0C50F1C9C}" dt="2023-10-03T14:27:39.308" v="562" actId="27636"/>
          <ac:grpSpMkLst>
            <pc:docMk/>
            <pc:sldMasterMk cId="1377184672" sldId="2147484005"/>
            <ac:grpSpMk id="81" creationId="{00000000-0000-0000-0000-000000000000}"/>
          </ac:grpSpMkLst>
        </pc:grpChg>
        <pc:sldLayoutChg chg="modSp">
          <pc:chgData name="Martin Siemienski Andersen" userId="3e5b9027-db81-4bdb-8ff3-173865797b46" providerId="ADAL" clId="{F693E0CA-7AB4-224B-8391-02D0C50F1C9C}" dt="2023-10-03T14:28:09.225" v="565" actId="2711"/>
          <pc:sldLayoutMkLst>
            <pc:docMk/>
            <pc:sldMasterMk cId="1377184672" sldId="2147484005"/>
            <pc:sldLayoutMk cId="252126941" sldId="2147484008"/>
          </pc:sldLayoutMkLst>
          <pc:spChg chg="mod">
            <ac:chgData name="Martin Siemienski Andersen" userId="3e5b9027-db81-4bdb-8ff3-173865797b46" providerId="ADAL" clId="{F693E0CA-7AB4-224B-8391-02D0C50F1C9C}" dt="2023-10-03T14:28:09.225" v="565" actId="2711"/>
            <ac:spMkLst>
              <pc:docMk/>
              <pc:sldMasterMk cId="1377184672" sldId="2147484005"/>
              <pc:sldLayoutMk cId="252126941" sldId="2147484008"/>
              <ac:spMk id="3" creationId="{00000000-0000-0000-0000-000000000000}"/>
            </ac:spMkLst>
          </pc:spChg>
          <pc:spChg chg="mod">
            <ac:chgData name="Martin Siemienski Andersen" userId="3e5b9027-db81-4bdb-8ff3-173865797b46" providerId="ADAL" clId="{F693E0CA-7AB4-224B-8391-02D0C50F1C9C}" dt="2023-10-03T14:28:09.225" v="565" actId="2711"/>
            <ac:spMkLst>
              <pc:docMk/>
              <pc:sldMasterMk cId="1377184672" sldId="2147484005"/>
              <pc:sldLayoutMk cId="252126941" sldId="2147484008"/>
              <ac:spMk id="4" creationId="{00000000-0000-0000-0000-000000000000}"/>
            </ac:spMkLst>
          </pc:spChg>
          <pc:spChg chg="mod">
            <ac:chgData name="Martin Siemienski Andersen" userId="3e5b9027-db81-4bdb-8ff3-173865797b46" providerId="ADAL" clId="{F693E0CA-7AB4-224B-8391-02D0C50F1C9C}" dt="2023-10-03T14:28:09.225" v="565" actId="2711"/>
            <ac:spMkLst>
              <pc:docMk/>
              <pc:sldMasterMk cId="1377184672" sldId="2147484005"/>
              <pc:sldLayoutMk cId="252126941" sldId="2147484008"/>
              <ac:spMk id="5" creationId="{00000000-0000-0000-0000-000000000000}"/>
            </ac:spMkLst>
          </pc:spChg>
        </pc:sldLayoutChg>
        <pc:sldLayoutChg chg="modSp">
          <pc:chgData name="Martin Siemienski Andersen" userId="3e5b9027-db81-4bdb-8ff3-173865797b46" providerId="ADAL" clId="{F693E0CA-7AB4-224B-8391-02D0C50F1C9C}" dt="2023-10-03T14:28:26.499" v="567" actId="2711"/>
          <pc:sldLayoutMkLst>
            <pc:docMk/>
            <pc:sldMasterMk cId="1377184672" sldId="2147484005"/>
            <pc:sldLayoutMk cId="0" sldId="2147484011"/>
          </pc:sldLayoutMkLst>
          <pc:spChg chg="mod">
            <ac:chgData name="Martin Siemienski Andersen" userId="3e5b9027-db81-4bdb-8ff3-173865797b46" providerId="ADAL" clId="{F693E0CA-7AB4-224B-8391-02D0C50F1C9C}" dt="2023-10-03T14:28:26.499" v="567" actId="2711"/>
            <ac:spMkLst>
              <pc:docMk/>
              <pc:sldMasterMk cId="1377184672" sldId="2147484005"/>
              <pc:sldLayoutMk cId="0" sldId="2147484011"/>
              <ac:spMk id="5" creationId="{00000000-0000-0000-0000-000000000000}"/>
            </ac:spMkLst>
          </pc:spChg>
          <pc:spChg chg="mod">
            <ac:chgData name="Martin Siemienski Andersen" userId="3e5b9027-db81-4bdb-8ff3-173865797b46" providerId="ADAL" clId="{F693E0CA-7AB4-224B-8391-02D0C50F1C9C}" dt="2023-10-03T14:28:26.499" v="567" actId="2711"/>
            <ac:spMkLst>
              <pc:docMk/>
              <pc:sldMasterMk cId="1377184672" sldId="2147484005"/>
              <pc:sldLayoutMk cId="0" sldId="2147484011"/>
              <ac:spMk id="6" creationId="{00000000-0000-0000-0000-000000000000}"/>
            </ac:spMkLst>
          </pc:spChg>
          <pc:spChg chg="mod">
            <ac:chgData name="Martin Siemienski Andersen" userId="3e5b9027-db81-4bdb-8ff3-173865797b46" providerId="ADAL" clId="{F693E0CA-7AB4-224B-8391-02D0C50F1C9C}" dt="2023-10-03T14:28:26.499" v="567" actId="2711"/>
            <ac:spMkLst>
              <pc:docMk/>
              <pc:sldMasterMk cId="1377184672" sldId="2147484005"/>
              <pc:sldLayoutMk cId="0" sldId="2147484011"/>
              <ac:spMk id="11" creationId="{00000000-0000-0000-0000-000000000000}"/>
            </ac:spMkLst>
          </pc:spChg>
          <pc:spChg chg="mod">
            <ac:chgData name="Martin Siemienski Andersen" userId="3e5b9027-db81-4bdb-8ff3-173865797b46" providerId="ADAL" clId="{F693E0CA-7AB4-224B-8391-02D0C50F1C9C}" dt="2023-10-03T14:28:26.499" v="567" actId="2711"/>
            <ac:spMkLst>
              <pc:docMk/>
              <pc:sldMasterMk cId="1377184672" sldId="2147484005"/>
              <pc:sldLayoutMk cId="0" sldId="2147484011"/>
              <ac:spMk id="13" creationId="{00000000-0000-0000-0000-000000000000}"/>
            </ac:spMkLst>
          </pc:spChg>
        </pc:sldLayoutChg>
        <pc:sldLayoutChg chg="modSp">
          <pc:chgData name="Martin Siemienski Andersen" userId="3e5b9027-db81-4bdb-8ff3-173865797b46" providerId="ADAL" clId="{F693E0CA-7AB4-224B-8391-02D0C50F1C9C}" dt="2023-10-03T14:27:30.556" v="555" actId="2711"/>
          <pc:sldLayoutMkLst>
            <pc:docMk/>
            <pc:sldMasterMk cId="1377184672" sldId="2147484005"/>
            <pc:sldLayoutMk cId="0" sldId="2147484019"/>
          </pc:sldLayoutMkLst>
          <pc:spChg chg="mod">
            <ac:chgData name="Martin Siemienski Andersen" userId="3e5b9027-db81-4bdb-8ff3-173865797b46" providerId="ADAL" clId="{F693E0CA-7AB4-224B-8391-02D0C50F1C9C}" dt="2023-10-03T14:27:30.556" v="555" actId="2711"/>
            <ac:spMkLst>
              <pc:docMk/>
              <pc:sldMasterMk cId="1377184672" sldId="2147484005"/>
              <pc:sldLayoutMk cId="0" sldId="2147484019"/>
              <ac:spMk id="3" creationId="{00000000-0000-0000-0000-000000000000}"/>
            </ac:spMkLst>
          </pc:spChg>
          <pc:spChg chg="mod">
            <ac:chgData name="Martin Siemienski Andersen" userId="3e5b9027-db81-4bdb-8ff3-173865797b46" providerId="ADAL" clId="{F693E0CA-7AB4-224B-8391-02D0C50F1C9C}" dt="2023-10-03T14:27:30.556" v="555" actId="2711"/>
            <ac:spMkLst>
              <pc:docMk/>
              <pc:sldMasterMk cId="1377184672" sldId="2147484005"/>
              <pc:sldLayoutMk cId="0" sldId="2147484019"/>
              <ac:spMk id="4" creationId="{00000000-0000-0000-0000-000000000000}"/>
            </ac:spMkLst>
          </pc:spChg>
          <pc:spChg chg="mod">
            <ac:chgData name="Martin Siemienski Andersen" userId="3e5b9027-db81-4bdb-8ff3-173865797b46" providerId="ADAL" clId="{F693E0CA-7AB4-224B-8391-02D0C50F1C9C}" dt="2023-10-03T14:27:30.556" v="555" actId="2711"/>
            <ac:spMkLst>
              <pc:docMk/>
              <pc:sldMasterMk cId="1377184672" sldId="2147484005"/>
              <pc:sldLayoutMk cId="0" sldId="2147484019"/>
              <ac:spMk id="5" creationId="{00000000-0000-0000-0000-000000000000}"/>
            </ac:spMkLst>
          </pc:spChg>
          <pc:grpChg chg="mod">
            <ac:chgData name="Martin Siemienski Andersen" userId="3e5b9027-db81-4bdb-8ff3-173865797b46" providerId="ADAL" clId="{F693E0CA-7AB4-224B-8391-02D0C50F1C9C}" dt="2023-10-03T14:27:30.556" v="555" actId="2711"/>
            <ac:grpSpMkLst>
              <pc:docMk/>
              <pc:sldMasterMk cId="1377184672" sldId="2147484005"/>
              <pc:sldLayoutMk cId="0" sldId="2147484019"/>
              <ac:grpSpMk id="10" creationId="{00000000-0000-0000-0000-000000000000}"/>
            </ac:grpSpMkLst>
          </pc:grpChg>
        </pc:sldLayoutChg>
        <pc:sldLayoutChg chg="modSp">
          <pc:chgData name="Martin Siemienski Andersen" userId="3e5b9027-db81-4bdb-8ff3-173865797b46" providerId="ADAL" clId="{F693E0CA-7AB4-224B-8391-02D0C50F1C9C}" dt="2023-10-03T14:28:44.910" v="568" actId="2711"/>
          <pc:sldLayoutMkLst>
            <pc:docMk/>
            <pc:sldMasterMk cId="1377184672" sldId="2147484005"/>
            <pc:sldLayoutMk cId="1747433325" sldId="2147484020"/>
          </pc:sldLayoutMkLst>
          <pc:spChg chg="mod">
            <ac:chgData name="Martin Siemienski Andersen" userId="3e5b9027-db81-4bdb-8ff3-173865797b46" providerId="ADAL" clId="{F693E0CA-7AB4-224B-8391-02D0C50F1C9C}" dt="2023-10-03T14:28:44.910" v="568" actId="2711"/>
            <ac:spMkLst>
              <pc:docMk/>
              <pc:sldMasterMk cId="1377184672" sldId="2147484005"/>
              <pc:sldLayoutMk cId="1747433325" sldId="2147484020"/>
              <ac:spMk id="3" creationId="{00000000-0000-0000-0000-000000000000}"/>
            </ac:spMkLst>
          </pc:spChg>
          <pc:spChg chg="mod">
            <ac:chgData name="Martin Siemienski Andersen" userId="3e5b9027-db81-4bdb-8ff3-173865797b46" providerId="ADAL" clId="{F693E0CA-7AB4-224B-8391-02D0C50F1C9C}" dt="2023-10-03T14:28:44.910" v="568" actId="2711"/>
            <ac:spMkLst>
              <pc:docMk/>
              <pc:sldMasterMk cId="1377184672" sldId="2147484005"/>
              <pc:sldLayoutMk cId="1747433325" sldId="2147484020"/>
              <ac:spMk id="4" creationId="{00000000-0000-0000-0000-000000000000}"/>
            </ac:spMkLst>
          </pc:spChg>
          <pc:spChg chg="mod">
            <ac:chgData name="Martin Siemienski Andersen" userId="3e5b9027-db81-4bdb-8ff3-173865797b46" providerId="ADAL" clId="{F693E0CA-7AB4-224B-8391-02D0C50F1C9C}" dt="2023-10-03T14:28:44.910" v="568" actId="2711"/>
            <ac:spMkLst>
              <pc:docMk/>
              <pc:sldMasterMk cId="1377184672" sldId="2147484005"/>
              <pc:sldLayoutMk cId="1747433325" sldId="2147484020"/>
              <ac:spMk id="5" creationId="{00000000-0000-0000-0000-000000000000}"/>
            </ac:spMkLst>
          </pc:spChg>
          <pc:spChg chg="mod">
            <ac:chgData name="Martin Siemienski Andersen" userId="3e5b9027-db81-4bdb-8ff3-173865797b46" providerId="ADAL" clId="{F693E0CA-7AB4-224B-8391-02D0C50F1C9C}" dt="2023-10-03T14:28:44.910" v="568" actId="2711"/>
            <ac:spMkLst>
              <pc:docMk/>
              <pc:sldMasterMk cId="1377184672" sldId="2147484005"/>
              <pc:sldLayoutMk cId="1747433325" sldId="2147484020"/>
              <ac:spMk id="6" creationId="{00000000-0000-0000-0000-000000000000}"/>
            </ac:spMkLst>
          </pc:spChg>
          <pc:spChg chg="mod">
            <ac:chgData name="Martin Siemienski Andersen" userId="3e5b9027-db81-4bdb-8ff3-173865797b46" providerId="ADAL" clId="{F693E0CA-7AB4-224B-8391-02D0C50F1C9C}" dt="2023-10-03T14:28:44.910" v="568" actId="2711"/>
            <ac:spMkLst>
              <pc:docMk/>
              <pc:sldMasterMk cId="1377184672" sldId="2147484005"/>
              <pc:sldLayoutMk cId="1747433325" sldId="2147484020"/>
              <ac:spMk id="7" creationId="{00000000-0000-0000-0000-000000000000}"/>
            </ac:spMkLst>
          </pc:spChg>
          <pc:grpChg chg="mod">
            <ac:chgData name="Martin Siemienski Andersen" userId="3e5b9027-db81-4bdb-8ff3-173865797b46" providerId="ADAL" clId="{F693E0CA-7AB4-224B-8391-02D0C50F1C9C}" dt="2023-10-03T14:28:44.910" v="568" actId="2711"/>
            <ac:grpSpMkLst>
              <pc:docMk/>
              <pc:sldMasterMk cId="1377184672" sldId="2147484005"/>
              <pc:sldLayoutMk cId="1747433325" sldId="2147484020"/>
              <ac:grpSpMk id="2" creationId="{00000000-0000-0000-0000-000000000000}"/>
            </ac:grpSpMkLst>
          </pc:grpChg>
          <pc:grpChg chg="mod">
            <ac:chgData name="Martin Siemienski Andersen" userId="3e5b9027-db81-4bdb-8ff3-173865797b46" providerId="ADAL" clId="{F693E0CA-7AB4-224B-8391-02D0C50F1C9C}" dt="2023-10-03T14:28:44.910" v="568" actId="2711"/>
            <ac:grpSpMkLst>
              <pc:docMk/>
              <pc:sldMasterMk cId="1377184672" sldId="2147484005"/>
              <pc:sldLayoutMk cId="1747433325" sldId="2147484020"/>
              <ac:grpSpMk id="31" creationId="{00000000-0000-0000-0000-000000000000}"/>
            </ac:grpSpMkLst>
          </pc:grpChg>
        </pc:sldLayoutChg>
        <pc:sldLayoutChg chg="modSp">
          <pc:chgData name="Martin Siemienski Andersen" userId="3e5b9027-db81-4bdb-8ff3-173865797b46" providerId="ADAL" clId="{F693E0CA-7AB4-224B-8391-02D0C50F1C9C}" dt="2023-10-03T14:28:19.043" v="566" actId="2711"/>
          <pc:sldLayoutMkLst>
            <pc:docMk/>
            <pc:sldMasterMk cId="1377184672" sldId="2147484005"/>
            <pc:sldLayoutMk cId="0" sldId="2147484022"/>
          </pc:sldLayoutMkLst>
          <pc:spChg chg="mod">
            <ac:chgData name="Martin Siemienski Andersen" userId="3e5b9027-db81-4bdb-8ff3-173865797b46" providerId="ADAL" clId="{F693E0CA-7AB4-224B-8391-02D0C50F1C9C}" dt="2023-10-03T14:28:19.043" v="566" actId="2711"/>
            <ac:spMkLst>
              <pc:docMk/>
              <pc:sldMasterMk cId="1377184672" sldId="2147484005"/>
              <pc:sldLayoutMk cId="0" sldId="2147484022"/>
              <ac:spMk id="3" creationId="{00000000-0000-0000-0000-000000000000}"/>
            </ac:spMkLst>
          </pc:spChg>
          <pc:spChg chg="mod">
            <ac:chgData name="Martin Siemienski Andersen" userId="3e5b9027-db81-4bdb-8ff3-173865797b46" providerId="ADAL" clId="{F693E0CA-7AB4-224B-8391-02D0C50F1C9C}" dt="2023-10-03T14:28:19.043" v="566" actId="2711"/>
            <ac:spMkLst>
              <pc:docMk/>
              <pc:sldMasterMk cId="1377184672" sldId="2147484005"/>
              <pc:sldLayoutMk cId="0" sldId="2147484022"/>
              <ac:spMk id="26" creationId="{00000000-0000-0000-0000-000000000000}"/>
            </ac:spMkLst>
          </pc:spChg>
          <pc:spChg chg="mod">
            <ac:chgData name="Martin Siemienski Andersen" userId="3e5b9027-db81-4bdb-8ff3-173865797b46" providerId="ADAL" clId="{F693E0CA-7AB4-224B-8391-02D0C50F1C9C}" dt="2023-10-03T14:28:19.043" v="566" actId="2711"/>
            <ac:spMkLst>
              <pc:docMk/>
              <pc:sldMasterMk cId="1377184672" sldId="2147484005"/>
              <pc:sldLayoutMk cId="0" sldId="2147484022"/>
              <ac:spMk id="28" creationId="{00000000-0000-0000-0000-000000000000}"/>
            </ac:spMkLst>
          </pc:spChg>
          <pc:spChg chg="mod">
            <ac:chgData name="Martin Siemienski Andersen" userId="3e5b9027-db81-4bdb-8ff3-173865797b46" providerId="ADAL" clId="{F693E0CA-7AB4-224B-8391-02D0C50F1C9C}" dt="2023-10-03T14:28:19.043" v="566" actId="2711"/>
            <ac:spMkLst>
              <pc:docMk/>
              <pc:sldMasterMk cId="1377184672" sldId="2147484005"/>
              <pc:sldLayoutMk cId="0" sldId="2147484022"/>
              <ac:spMk id="29" creationId="{00000000-0000-0000-0000-000000000000}"/>
            </ac:spMkLst>
          </pc:spChg>
          <pc:grpChg chg="mod">
            <ac:chgData name="Martin Siemienski Andersen" userId="3e5b9027-db81-4bdb-8ff3-173865797b46" providerId="ADAL" clId="{F693E0CA-7AB4-224B-8391-02D0C50F1C9C}" dt="2023-10-03T14:28:19.043" v="566" actId="2711"/>
            <ac:grpSpMkLst>
              <pc:docMk/>
              <pc:sldMasterMk cId="1377184672" sldId="2147484005"/>
              <pc:sldLayoutMk cId="0" sldId="2147484022"/>
              <ac:grpSpMk id="30" creationId="{00000000-0000-0000-0000-000000000000}"/>
            </ac:grpSpMkLst>
          </pc:grpChg>
          <pc:picChg chg="mod">
            <ac:chgData name="Martin Siemienski Andersen" userId="3e5b9027-db81-4bdb-8ff3-173865797b46" providerId="ADAL" clId="{F693E0CA-7AB4-224B-8391-02D0C50F1C9C}" dt="2023-10-03T14:28:19.043" v="566" actId="2711"/>
            <ac:picMkLst>
              <pc:docMk/>
              <pc:sldMasterMk cId="1377184672" sldId="2147484005"/>
              <pc:sldLayoutMk cId="0" sldId="2147484022"/>
              <ac:picMk id="27" creationId="{00000000-0000-0000-0000-000000000000}"/>
            </ac:picMkLst>
          </pc:picChg>
        </pc:sldLayoutChg>
        <pc:sldLayoutChg chg="modSp mod">
          <pc:chgData name="Martin Siemienski Andersen" userId="3e5b9027-db81-4bdb-8ff3-173865797b46" providerId="ADAL" clId="{F693E0CA-7AB4-224B-8391-02D0C50F1C9C}" dt="2023-10-03T14:29:14.650" v="571" actId="2711"/>
          <pc:sldLayoutMkLst>
            <pc:docMk/>
            <pc:sldMasterMk cId="1377184672" sldId="2147484005"/>
            <pc:sldLayoutMk cId="1468601357" sldId="2147484028"/>
          </pc:sldLayoutMkLst>
          <pc:spChg chg="mod">
            <ac:chgData name="Martin Siemienski Andersen" userId="3e5b9027-db81-4bdb-8ff3-173865797b46" providerId="ADAL" clId="{F693E0CA-7AB4-224B-8391-02D0C50F1C9C}" dt="2023-10-03T14:29:14.650" v="571" actId="2711"/>
            <ac:spMkLst>
              <pc:docMk/>
              <pc:sldMasterMk cId="1377184672" sldId="2147484005"/>
              <pc:sldLayoutMk cId="1468601357" sldId="2147484028"/>
              <ac:spMk id="3" creationId="{00000000-0000-0000-0000-000000000000}"/>
            </ac:spMkLst>
          </pc:spChg>
          <pc:spChg chg="mod">
            <ac:chgData name="Martin Siemienski Andersen" userId="3e5b9027-db81-4bdb-8ff3-173865797b46" providerId="ADAL" clId="{F693E0CA-7AB4-224B-8391-02D0C50F1C9C}" dt="2023-10-03T14:29:14.650" v="571" actId="2711"/>
            <ac:spMkLst>
              <pc:docMk/>
              <pc:sldMasterMk cId="1377184672" sldId="2147484005"/>
              <pc:sldLayoutMk cId="1468601357" sldId="2147484028"/>
              <ac:spMk id="5" creationId="{00000000-0000-0000-0000-000000000000}"/>
            </ac:spMkLst>
          </pc:spChg>
          <pc:spChg chg="mod">
            <ac:chgData name="Martin Siemienski Andersen" userId="3e5b9027-db81-4bdb-8ff3-173865797b46" providerId="ADAL" clId="{F693E0CA-7AB4-224B-8391-02D0C50F1C9C}" dt="2023-10-03T14:29:14.650" v="571" actId="2711"/>
            <ac:spMkLst>
              <pc:docMk/>
              <pc:sldMasterMk cId="1377184672" sldId="2147484005"/>
              <pc:sldLayoutMk cId="1468601357" sldId="2147484028"/>
              <ac:spMk id="6" creationId="{00000000-0000-0000-0000-000000000000}"/>
            </ac:spMkLst>
          </pc:spChg>
          <pc:spChg chg="mod">
            <ac:chgData name="Martin Siemienski Andersen" userId="3e5b9027-db81-4bdb-8ff3-173865797b46" providerId="ADAL" clId="{F693E0CA-7AB4-224B-8391-02D0C50F1C9C}" dt="2023-10-03T14:29:14.650" v="571" actId="2711"/>
            <ac:spMkLst>
              <pc:docMk/>
              <pc:sldMasterMk cId="1377184672" sldId="2147484005"/>
              <pc:sldLayoutMk cId="1468601357" sldId="2147484028"/>
              <ac:spMk id="7" creationId="{00000000-0000-0000-0000-000000000000}"/>
            </ac:spMkLst>
          </pc:spChg>
          <pc:grpChg chg="mod">
            <ac:chgData name="Martin Siemienski Andersen" userId="3e5b9027-db81-4bdb-8ff3-173865797b46" providerId="ADAL" clId="{F693E0CA-7AB4-224B-8391-02D0C50F1C9C}" dt="2023-10-03T14:29:14.650" v="571" actId="2711"/>
            <ac:grpSpMkLst>
              <pc:docMk/>
              <pc:sldMasterMk cId="1377184672" sldId="2147484005"/>
              <pc:sldLayoutMk cId="1468601357" sldId="2147484028"/>
              <ac:grpSpMk id="8" creationId="{00000000-0000-0000-0000-000000000000}"/>
            </ac:grpSpMkLst>
          </pc:grpChg>
        </pc:sldLayoutChg>
        <pc:sldLayoutChg chg="modSp">
          <pc:chgData name="Martin Siemienski Andersen" userId="3e5b9027-db81-4bdb-8ff3-173865797b46" providerId="ADAL" clId="{F693E0CA-7AB4-224B-8391-02D0C50F1C9C}" dt="2023-10-03T14:28:54.782" v="569" actId="2711"/>
          <pc:sldLayoutMkLst>
            <pc:docMk/>
            <pc:sldMasterMk cId="1377184672" sldId="2147484005"/>
            <pc:sldLayoutMk cId="735931798" sldId="2147484051"/>
          </pc:sldLayoutMkLst>
          <pc:spChg chg="mod">
            <ac:chgData name="Martin Siemienski Andersen" userId="3e5b9027-db81-4bdb-8ff3-173865797b46" providerId="ADAL" clId="{F693E0CA-7AB4-224B-8391-02D0C50F1C9C}" dt="2023-10-03T14:28:54.782" v="569" actId="2711"/>
            <ac:spMkLst>
              <pc:docMk/>
              <pc:sldMasterMk cId="1377184672" sldId="2147484005"/>
              <pc:sldLayoutMk cId="735931798" sldId="2147484051"/>
              <ac:spMk id="3" creationId="{00000000-0000-0000-0000-000000000000}"/>
            </ac:spMkLst>
          </pc:spChg>
          <pc:spChg chg="mod">
            <ac:chgData name="Martin Siemienski Andersen" userId="3e5b9027-db81-4bdb-8ff3-173865797b46" providerId="ADAL" clId="{F693E0CA-7AB4-224B-8391-02D0C50F1C9C}" dt="2023-10-03T14:28:54.782" v="569" actId="2711"/>
            <ac:spMkLst>
              <pc:docMk/>
              <pc:sldMasterMk cId="1377184672" sldId="2147484005"/>
              <pc:sldLayoutMk cId="735931798" sldId="2147484051"/>
              <ac:spMk id="4" creationId="{00000000-0000-0000-0000-000000000000}"/>
            </ac:spMkLst>
          </pc:spChg>
          <pc:spChg chg="mod">
            <ac:chgData name="Martin Siemienski Andersen" userId="3e5b9027-db81-4bdb-8ff3-173865797b46" providerId="ADAL" clId="{F693E0CA-7AB4-224B-8391-02D0C50F1C9C}" dt="2023-10-03T14:28:54.782" v="569" actId="2711"/>
            <ac:spMkLst>
              <pc:docMk/>
              <pc:sldMasterMk cId="1377184672" sldId="2147484005"/>
              <pc:sldLayoutMk cId="735931798" sldId="2147484051"/>
              <ac:spMk id="6" creationId="{00000000-0000-0000-0000-000000000000}"/>
            </ac:spMkLst>
          </pc:spChg>
          <pc:spChg chg="mod">
            <ac:chgData name="Martin Siemienski Andersen" userId="3e5b9027-db81-4bdb-8ff3-173865797b46" providerId="ADAL" clId="{F693E0CA-7AB4-224B-8391-02D0C50F1C9C}" dt="2023-10-03T14:28:54.782" v="569" actId="2711"/>
            <ac:spMkLst>
              <pc:docMk/>
              <pc:sldMasterMk cId="1377184672" sldId="2147484005"/>
              <pc:sldLayoutMk cId="735931798" sldId="2147484051"/>
              <ac:spMk id="7" creationId="{00000000-0000-0000-0000-000000000000}"/>
            </ac:spMkLst>
          </pc:spChg>
          <pc:spChg chg="mod">
            <ac:chgData name="Martin Siemienski Andersen" userId="3e5b9027-db81-4bdb-8ff3-173865797b46" providerId="ADAL" clId="{F693E0CA-7AB4-224B-8391-02D0C50F1C9C}" dt="2023-10-03T14:28:54.782" v="569" actId="2711"/>
            <ac:spMkLst>
              <pc:docMk/>
              <pc:sldMasterMk cId="1377184672" sldId="2147484005"/>
              <pc:sldLayoutMk cId="735931798" sldId="2147484051"/>
              <ac:spMk id="75" creationId="{00000000-0000-0000-0000-000000000000}"/>
            </ac:spMkLst>
          </pc:spChg>
          <pc:grpChg chg="mod">
            <ac:chgData name="Martin Siemienski Andersen" userId="3e5b9027-db81-4bdb-8ff3-173865797b46" providerId="ADAL" clId="{F693E0CA-7AB4-224B-8391-02D0C50F1C9C}" dt="2023-10-03T14:28:54.782" v="569" actId="2711"/>
            <ac:grpSpMkLst>
              <pc:docMk/>
              <pc:sldMasterMk cId="1377184672" sldId="2147484005"/>
              <pc:sldLayoutMk cId="735931798" sldId="2147484051"/>
              <ac:grpSpMk id="2" creationId="{00000000-0000-0000-0000-000000000000}"/>
            </ac:grpSpMkLst>
          </pc:grpChg>
          <pc:grpChg chg="mod">
            <ac:chgData name="Martin Siemienski Andersen" userId="3e5b9027-db81-4bdb-8ff3-173865797b46" providerId="ADAL" clId="{F693E0CA-7AB4-224B-8391-02D0C50F1C9C}" dt="2023-10-03T14:28:54.782" v="569" actId="2711"/>
            <ac:grpSpMkLst>
              <pc:docMk/>
              <pc:sldMasterMk cId="1377184672" sldId="2147484005"/>
              <pc:sldLayoutMk cId="735931798" sldId="2147484051"/>
              <ac:grpSpMk id="31" creationId="{00000000-0000-0000-0000-000000000000}"/>
            </ac:grpSpMkLst>
          </pc:grpChg>
        </pc:sldLayoutChg>
        <pc:sldLayoutChg chg="modSp">
          <pc:chgData name="Martin Siemienski Andersen" userId="3e5b9027-db81-4bdb-8ff3-173865797b46" providerId="ADAL" clId="{F693E0CA-7AB4-224B-8391-02D0C50F1C9C}" dt="2023-10-03T14:29:27.582" v="572" actId="2711"/>
          <pc:sldLayoutMkLst>
            <pc:docMk/>
            <pc:sldMasterMk cId="1377184672" sldId="2147484005"/>
            <pc:sldLayoutMk cId="3858436414" sldId="2147484052"/>
          </pc:sldLayoutMkLst>
          <pc:spChg chg="mod">
            <ac:chgData name="Martin Siemienski Andersen" userId="3e5b9027-db81-4bdb-8ff3-173865797b46" providerId="ADAL" clId="{F693E0CA-7AB4-224B-8391-02D0C50F1C9C}" dt="2023-10-03T14:29:27.582" v="572" actId="2711"/>
            <ac:spMkLst>
              <pc:docMk/>
              <pc:sldMasterMk cId="1377184672" sldId="2147484005"/>
              <pc:sldLayoutMk cId="3858436414" sldId="2147484052"/>
              <ac:spMk id="3" creationId="{00000000-0000-0000-0000-000000000000}"/>
            </ac:spMkLst>
          </pc:spChg>
          <pc:spChg chg="mod">
            <ac:chgData name="Martin Siemienski Andersen" userId="3e5b9027-db81-4bdb-8ff3-173865797b46" providerId="ADAL" clId="{F693E0CA-7AB4-224B-8391-02D0C50F1C9C}" dt="2023-10-03T14:29:27.582" v="572" actId="2711"/>
            <ac:spMkLst>
              <pc:docMk/>
              <pc:sldMasterMk cId="1377184672" sldId="2147484005"/>
              <pc:sldLayoutMk cId="3858436414" sldId="2147484052"/>
              <ac:spMk id="26" creationId="{00000000-0000-0000-0000-000000000000}"/>
            </ac:spMkLst>
          </pc:spChg>
          <pc:spChg chg="mod">
            <ac:chgData name="Martin Siemienski Andersen" userId="3e5b9027-db81-4bdb-8ff3-173865797b46" providerId="ADAL" clId="{F693E0CA-7AB4-224B-8391-02D0C50F1C9C}" dt="2023-10-03T14:29:27.582" v="572" actId="2711"/>
            <ac:spMkLst>
              <pc:docMk/>
              <pc:sldMasterMk cId="1377184672" sldId="2147484005"/>
              <pc:sldLayoutMk cId="3858436414" sldId="2147484052"/>
              <ac:spMk id="28" creationId="{00000000-0000-0000-0000-000000000000}"/>
            </ac:spMkLst>
          </pc:spChg>
          <pc:spChg chg="mod">
            <ac:chgData name="Martin Siemienski Andersen" userId="3e5b9027-db81-4bdb-8ff3-173865797b46" providerId="ADAL" clId="{F693E0CA-7AB4-224B-8391-02D0C50F1C9C}" dt="2023-10-03T14:29:27.582" v="572" actId="2711"/>
            <ac:spMkLst>
              <pc:docMk/>
              <pc:sldMasterMk cId="1377184672" sldId="2147484005"/>
              <pc:sldLayoutMk cId="3858436414" sldId="2147484052"/>
              <ac:spMk id="53" creationId="{00000000-0000-0000-0000-000000000000}"/>
            </ac:spMkLst>
          </pc:spChg>
          <pc:grpChg chg="mod">
            <ac:chgData name="Martin Siemienski Andersen" userId="3e5b9027-db81-4bdb-8ff3-173865797b46" providerId="ADAL" clId="{F693E0CA-7AB4-224B-8391-02D0C50F1C9C}" dt="2023-10-03T14:29:27.582" v="572" actId="2711"/>
            <ac:grpSpMkLst>
              <pc:docMk/>
              <pc:sldMasterMk cId="1377184672" sldId="2147484005"/>
              <pc:sldLayoutMk cId="3858436414" sldId="2147484052"/>
              <ac:grpSpMk id="5" creationId="{00000000-0000-0000-0000-000000000000}"/>
            </ac:grpSpMkLst>
          </pc:grpChg>
          <pc:grpChg chg="mod">
            <ac:chgData name="Martin Siemienski Andersen" userId="3e5b9027-db81-4bdb-8ff3-173865797b46" providerId="ADAL" clId="{F693E0CA-7AB4-224B-8391-02D0C50F1C9C}" dt="2023-10-03T14:29:27.582" v="572" actId="2711"/>
            <ac:grpSpMkLst>
              <pc:docMk/>
              <pc:sldMasterMk cId="1377184672" sldId="2147484005"/>
              <pc:sldLayoutMk cId="3858436414" sldId="2147484052"/>
              <ac:grpSpMk id="29" creationId="{00000000-0000-0000-0000-000000000000}"/>
            </ac:grpSpMkLst>
          </pc:grpChg>
        </pc:sldLayoutChg>
        <pc:sldLayoutChg chg="modSp">
          <pc:chgData name="Martin Siemienski Andersen" userId="3e5b9027-db81-4bdb-8ff3-173865797b46" providerId="ADAL" clId="{F693E0CA-7AB4-224B-8391-02D0C50F1C9C}" dt="2023-10-03T14:28:02.053" v="564" actId="2711"/>
          <pc:sldLayoutMkLst>
            <pc:docMk/>
            <pc:sldMasterMk cId="1377184672" sldId="2147484005"/>
            <pc:sldLayoutMk cId="3553502022" sldId="2147484053"/>
          </pc:sldLayoutMkLst>
          <pc:spChg chg="mod">
            <ac:chgData name="Martin Siemienski Andersen" userId="3e5b9027-db81-4bdb-8ff3-173865797b46" providerId="ADAL" clId="{F693E0CA-7AB4-224B-8391-02D0C50F1C9C}" dt="2023-10-03T14:28:02.053" v="564" actId="2711"/>
            <ac:spMkLst>
              <pc:docMk/>
              <pc:sldMasterMk cId="1377184672" sldId="2147484005"/>
              <pc:sldLayoutMk cId="3553502022" sldId="2147484053"/>
              <ac:spMk id="4" creationId="{00000000-0000-0000-0000-000000000000}"/>
            </ac:spMkLst>
          </pc:spChg>
          <pc:spChg chg="mod">
            <ac:chgData name="Martin Siemienski Andersen" userId="3e5b9027-db81-4bdb-8ff3-173865797b46" providerId="ADAL" clId="{F693E0CA-7AB4-224B-8391-02D0C50F1C9C}" dt="2023-10-03T14:28:02.053" v="564" actId="2711"/>
            <ac:spMkLst>
              <pc:docMk/>
              <pc:sldMasterMk cId="1377184672" sldId="2147484005"/>
              <pc:sldLayoutMk cId="3553502022" sldId="2147484053"/>
              <ac:spMk id="5" creationId="{00000000-0000-0000-0000-000000000000}"/>
            </ac:spMkLst>
          </pc:spChg>
          <pc:grpChg chg="mod">
            <ac:chgData name="Martin Siemienski Andersen" userId="3e5b9027-db81-4bdb-8ff3-173865797b46" providerId="ADAL" clId="{F693E0CA-7AB4-224B-8391-02D0C50F1C9C}" dt="2023-10-03T14:28:02.053" v="564" actId="2711"/>
            <ac:grpSpMkLst>
              <pc:docMk/>
              <pc:sldMasterMk cId="1377184672" sldId="2147484005"/>
              <pc:sldLayoutMk cId="3553502022" sldId="2147484053"/>
              <ac:grpSpMk id="10" creationId="{00000000-0000-0000-0000-000000000000}"/>
            </ac:grpSpMkLst>
          </pc:grpChg>
        </pc:sldLayoutChg>
        <pc:sldLayoutChg chg="modSp">
          <pc:chgData name="Martin Siemienski Andersen" userId="3e5b9027-db81-4bdb-8ff3-173865797b46" providerId="ADAL" clId="{F693E0CA-7AB4-224B-8391-02D0C50F1C9C}" dt="2023-10-03T14:29:36.220" v="573" actId="2711"/>
          <pc:sldLayoutMkLst>
            <pc:docMk/>
            <pc:sldMasterMk cId="1377184672" sldId="2147484005"/>
            <pc:sldLayoutMk cId="1373375897" sldId="2147484054"/>
          </pc:sldLayoutMkLst>
          <pc:spChg chg="mod">
            <ac:chgData name="Martin Siemienski Andersen" userId="3e5b9027-db81-4bdb-8ff3-173865797b46" providerId="ADAL" clId="{F693E0CA-7AB4-224B-8391-02D0C50F1C9C}" dt="2023-10-03T14:29:36.220" v="573" actId="2711"/>
            <ac:spMkLst>
              <pc:docMk/>
              <pc:sldMasterMk cId="1377184672" sldId="2147484005"/>
              <pc:sldLayoutMk cId="1373375897" sldId="2147484054"/>
              <ac:spMk id="3" creationId="{00000000-0000-0000-0000-000000000000}"/>
            </ac:spMkLst>
          </pc:spChg>
          <pc:spChg chg="mod">
            <ac:chgData name="Martin Siemienski Andersen" userId="3e5b9027-db81-4bdb-8ff3-173865797b46" providerId="ADAL" clId="{F693E0CA-7AB4-224B-8391-02D0C50F1C9C}" dt="2023-10-03T14:29:36.220" v="573" actId="2711"/>
            <ac:spMkLst>
              <pc:docMk/>
              <pc:sldMasterMk cId="1377184672" sldId="2147484005"/>
              <pc:sldLayoutMk cId="1373375897" sldId="2147484054"/>
              <ac:spMk id="74" creationId="{00000000-0000-0000-0000-000000000000}"/>
            </ac:spMkLst>
          </pc:spChg>
          <pc:spChg chg="mod">
            <ac:chgData name="Martin Siemienski Andersen" userId="3e5b9027-db81-4bdb-8ff3-173865797b46" providerId="ADAL" clId="{F693E0CA-7AB4-224B-8391-02D0C50F1C9C}" dt="2023-10-03T14:29:36.220" v="573" actId="2711"/>
            <ac:spMkLst>
              <pc:docMk/>
              <pc:sldMasterMk cId="1377184672" sldId="2147484005"/>
              <pc:sldLayoutMk cId="1373375897" sldId="2147484054"/>
              <ac:spMk id="75" creationId="{00000000-0000-0000-0000-000000000000}"/>
            </ac:spMkLst>
          </pc:spChg>
          <pc:spChg chg="mod">
            <ac:chgData name="Martin Siemienski Andersen" userId="3e5b9027-db81-4bdb-8ff3-173865797b46" providerId="ADAL" clId="{F693E0CA-7AB4-224B-8391-02D0C50F1C9C}" dt="2023-10-03T14:29:36.220" v="573" actId="2711"/>
            <ac:spMkLst>
              <pc:docMk/>
              <pc:sldMasterMk cId="1377184672" sldId="2147484005"/>
              <pc:sldLayoutMk cId="1373375897" sldId="2147484054"/>
              <ac:spMk id="76" creationId="{00000000-0000-0000-0000-000000000000}"/>
            </ac:spMkLst>
          </pc:spChg>
          <pc:grpChg chg="mod">
            <ac:chgData name="Martin Siemienski Andersen" userId="3e5b9027-db81-4bdb-8ff3-173865797b46" providerId="ADAL" clId="{F693E0CA-7AB4-224B-8391-02D0C50F1C9C}" dt="2023-10-03T14:29:36.220" v="573" actId="2711"/>
            <ac:grpSpMkLst>
              <pc:docMk/>
              <pc:sldMasterMk cId="1377184672" sldId="2147484005"/>
              <pc:sldLayoutMk cId="1373375897" sldId="2147484054"/>
              <ac:grpSpMk id="29" creationId="{00000000-0000-0000-0000-000000000000}"/>
            </ac:grpSpMkLst>
          </pc:grpChg>
          <pc:grpChg chg="mod">
            <ac:chgData name="Martin Siemienski Andersen" userId="3e5b9027-db81-4bdb-8ff3-173865797b46" providerId="ADAL" clId="{F693E0CA-7AB4-224B-8391-02D0C50F1C9C}" dt="2023-10-03T14:29:36.220" v="573" actId="2711"/>
            <ac:grpSpMkLst>
              <pc:docMk/>
              <pc:sldMasterMk cId="1377184672" sldId="2147484005"/>
              <pc:sldLayoutMk cId="1373375897" sldId="2147484054"/>
              <ac:grpSpMk id="54" creationId="{00000000-0000-0000-0000-000000000000}"/>
            </ac:grpSpMkLst>
          </pc:grpChg>
        </pc:sldLayoutChg>
        <pc:sldLayoutChg chg="modSp">
          <pc:chgData name="Martin Siemienski Andersen" userId="3e5b9027-db81-4bdb-8ff3-173865797b46" providerId="ADAL" clId="{F693E0CA-7AB4-224B-8391-02D0C50F1C9C}" dt="2023-10-03T14:27:51.180" v="563" actId="2711"/>
          <pc:sldLayoutMkLst>
            <pc:docMk/>
            <pc:sldMasterMk cId="1377184672" sldId="2147484005"/>
            <pc:sldLayoutMk cId="3666039052" sldId="2147484055"/>
          </pc:sldLayoutMkLst>
          <pc:spChg chg="mod">
            <ac:chgData name="Martin Siemienski Andersen" userId="3e5b9027-db81-4bdb-8ff3-173865797b46" providerId="ADAL" clId="{F693E0CA-7AB4-224B-8391-02D0C50F1C9C}" dt="2023-10-03T14:27:51.180" v="563" actId="2711"/>
            <ac:spMkLst>
              <pc:docMk/>
              <pc:sldMasterMk cId="1377184672" sldId="2147484005"/>
              <pc:sldLayoutMk cId="3666039052" sldId="2147484055"/>
              <ac:spMk id="2" creationId="{00000000-0000-0000-0000-000000000000}"/>
            </ac:spMkLst>
          </pc:spChg>
          <pc:spChg chg="mod">
            <ac:chgData name="Martin Siemienski Andersen" userId="3e5b9027-db81-4bdb-8ff3-173865797b46" providerId="ADAL" clId="{F693E0CA-7AB4-224B-8391-02D0C50F1C9C}" dt="2023-10-03T14:27:51.180" v="563" actId="2711"/>
            <ac:spMkLst>
              <pc:docMk/>
              <pc:sldMasterMk cId="1377184672" sldId="2147484005"/>
              <pc:sldLayoutMk cId="3666039052" sldId="2147484055"/>
              <ac:spMk id="5" creationId="{00000000-0000-0000-0000-000000000000}"/>
            </ac:spMkLst>
          </pc:spChg>
          <pc:spChg chg="mod">
            <ac:chgData name="Martin Siemienski Andersen" userId="3e5b9027-db81-4bdb-8ff3-173865797b46" providerId="ADAL" clId="{F693E0CA-7AB4-224B-8391-02D0C50F1C9C}" dt="2023-10-03T14:27:51.180" v="563" actId="2711"/>
            <ac:spMkLst>
              <pc:docMk/>
              <pc:sldMasterMk cId="1377184672" sldId="2147484005"/>
              <pc:sldLayoutMk cId="3666039052" sldId="2147484055"/>
              <ac:spMk id="12" creationId="{00000000-0000-0000-0000-000000000000}"/>
            </ac:spMkLst>
          </pc:spChg>
          <pc:spChg chg="mod">
            <ac:chgData name="Martin Siemienski Andersen" userId="3e5b9027-db81-4bdb-8ff3-173865797b46" providerId="ADAL" clId="{F693E0CA-7AB4-224B-8391-02D0C50F1C9C}" dt="2023-10-03T14:27:51.180" v="563" actId="2711"/>
            <ac:spMkLst>
              <pc:docMk/>
              <pc:sldMasterMk cId="1377184672" sldId="2147484005"/>
              <pc:sldLayoutMk cId="3666039052" sldId="2147484055"/>
              <ac:spMk id="13" creationId="{00000000-0000-0000-0000-000000000000}"/>
            </ac:spMkLst>
          </pc:spChg>
          <pc:spChg chg="mod">
            <ac:chgData name="Martin Siemienski Andersen" userId="3e5b9027-db81-4bdb-8ff3-173865797b46" providerId="ADAL" clId="{F693E0CA-7AB4-224B-8391-02D0C50F1C9C}" dt="2023-10-03T14:27:51.180" v="563" actId="2711"/>
            <ac:spMkLst>
              <pc:docMk/>
              <pc:sldMasterMk cId="1377184672" sldId="2147484005"/>
              <pc:sldLayoutMk cId="3666039052" sldId="2147484055"/>
              <ac:spMk id="15" creationId="{00000000-0000-0000-0000-000000000000}"/>
            </ac:spMkLst>
          </pc:spChg>
          <pc:spChg chg="mod">
            <ac:chgData name="Martin Siemienski Andersen" userId="3e5b9027-db81-4bdb-8ff3-173865797b46" providerId="ADAL" clId="{F693E0CA-7AB4-224B-8391-02D0C50F1C9C}" dt="2023-10-03T14:27:51.180" v="563" actId="2711"/>
            <ac:spMkLst>
              <pc:docMk/>
              <pc:sldMasterMk cId="1377184672" sldId="2147484005"/>
              <pc:sldLayoutMk cId="3666039052" sldId="2147484055"/>
              <ac:spMk id="16" creationId="{00000000-0000-0000-0000-000000000000}"/>
            </ac:spMkLst>
          </pc:spChg>
          <pc:spChg chg="mod">
            <ac:chgData name="Martin Siemienski Andersen" userId="3e5b9027-db81-4bdb-8ff3-173865797b46" providerId="ADAL" clId="{F693E0CA-7AB4-224B-8391-02D0C50F1C9C}" dt="2023-10-03T14:27:51.180" v="563" actId="2711"/>
            <ac:spMkLst>
              <pc:docMk/>
              <pc:sldMasterMk cId="1377184672" sldId="2147484005"/>
              <pc:sldLayoutMk cId="3666039052" sldId="2147484055"/>
              <ac:spMk id="22" creationId="{00000000-0000-0000-0000-000000000000}"/>
            </ac:spMkLst>
          </pc:spChg>
          <pc:picChg chg="mod">
            <ac:chgData name="Martin Siemienski Andersen" userId="3e5b9027-db81-4bdb-8ff3-173865797b46" providerId="ADAL" clId="{F693E0CA-7AB4-224B-8391-02D0C50F1C9C}" dt="2023-10-03T14:27:51.180" v="563" actId="2711"/>
            <ac:picMkLst>
              <pc:docMk/>
              <pc:sldMasterMk cId="1377184672" sldId="2147484005"/>
              <pc:sldLayoutMk cId="3666039052" sldId="2147484055"/>
              <ac:picMk id="18" creationId="{00000000-0000-0000-0000-000000000000}"/>
            </ac:picMkLst>
          </pc:picChg>
          <pc:picChg chg="mod">
            <ac:chgData name="Martin Siemienski Andersen" userId="3e5b9027-db81-4bdb-8ff3-173865797b46" providerId="ADAL" clId="{F693E0CA-7AB4-224B-8391-02D0C50F1C9C}" dt="2023-10-03T14:27:51.180" v="563" actId="2711"/>
            <ac:picMkLst>
              <pc:docMk/>
              <pc:sldMasterMk cId="1377184672" sldId="2147484005"/>
              <pc:sldLayoutMk cId="3666039052" sldId="2147484055"/>
              <ac:picMk id="19" creationId="{00000000-0000-0000-0000-000000000000}"/>
            </ac:picMkLst>
          </pc:picChg>
          <pc:picChg chg="mod">
            <ac:chgData name="Martin Siemienski Andersen" userId="3e5b9027-db81-4bdb-8ff3-173865797b46" providerId="ADAL" clId="{F693E0CA-7AB4-224B-8391-02D0C50F1C9C}" dt="2023-10-03T14:27:51.180" v="563" actId="2711"/>
            <ac:picMkLst>
              <pc:docMk/>
              <pc:sldMasterMk cId="1377184672" sldId="2147484005"/>
              <pc:sldLayoutMk cId="3666039052" sldId="2147484055"/>
              <ac:picMk id="21" creationId="{00000000-0000-0000-0000-000000000000}"/>
            </ac:picMkLst>
          </pc:picChg>
        </pc:sldLayoutChg>
      </pc:sldMasterChg>
    </pc:docChg>
  </pc:docChgLst>
  <pc:docChgLst>
    <pc:chgData name="Martin Siemienski Andersen" userId="3e5b9027-db81-4bdb-8ff3-173865797b46" providerId="ADAL" clId="{63035C20-FDE9-4127-A951-6FB3FA07F912}"/>
    <pc:docChg chg="undo custSel addSld delSld modSld sldOrd modSection">
      <pc:chgData name="Martin Siemienski Andersen" userId="3e5b9027-db81-4bdb-8ff3-173865797b46" providerId="ADAL" clId="{63035C20-FDE9-4127-A951-6FB3FA07F912}" dt="2023-10-09T07:24:00.347" v="1563" actId="20577"/>
      <pc:docMkLst>
        <pc:docMk/>
      </pc:docMkLst>
      <pc:sldChg chg="ord">
        <pc:chgData name="Martin Siemienski Andersen" userId="3e5b9027-db81-4bdb-8ff3-173865797b46" providerId="ADAL" clId="{63035C20-FDE9-4127-A951-6FB3FA07F912}" dt="2023-10-09T06:24:56.078" v="659"/>
        <pc:sldMkLst>
          <pc:docMk/>
          <pc:sldMk cId="2153325008" sldId="392"/>
        </pc:sldMkLst>
      </pc:sldChg>
      <pc:sldChg chg="modSp mod ord">
        <pc:chgData name="Martin Siemienski Andersen" userId="3e5b9027-db81-4bdb-8ff3-173865797b46" providerId="ADAL" clId="{63035C20-FDE9-4127-A951-6FB3FA07F912}" dt="2023-10-09T06:24:49.043" v="657"/>
        <pc:sldMkLst>
          <pc:docMk/>
          <pc:sldMk cId="951228375" sldId="393"/>
        </pc:sldMkLst>
        <pc:spChg chg="mod">
          <ac:chgData name="Martin Siemienski Andersen" userId="3e5b9027-db81-4bdb-8ff3-173865797b46" providerId="ADAL" clId="{63035C20-FDE9-4127-A951-6FB3FA07F912}" dt="2023-10-09T06:24:32.746" v="653" actId="404"/>
          <ac:spMkLst>
            <pc:docMk/>
            <pc:sldMk cId="951228375" sldId="393"/>
            <ac:spMk id="5" creationId="{7C33DE81-44D1-474E-861F-4B92C802B0E7}"/>
          </ac:spMkLst>
        </pc:spChg>
      </pc:sldChg>
      <pc:sldChg chg="addSp delSp modSp mod delAnim">
        <pc:chgData name="Martin Siemienski Andersen" userId="3e5b9027-db81-4bdb-8ff3-173865797b46" providerId="ADAL" clId="{63035C20-FDE9-4127-A951-6FB3FA07F912}" dt="2023-10-09T07:21:50.760" v="1525" actId="20577"/>
        <pc:sldMkLst>
          <pc:docMk/>
          <pc:sldMk cId="867482800" sldId="394"/>
        </pc:sldMkLst>
        <pc:spChg chg="mod">
          <ac:chgData name="Martin Siemienski Andersen" userId="3e5b9027-db81-4bdb-8ff3-173865797b46" providerId="ADAL" clId="{63035C20-FDE9-4127-A951-6FB3FA07F912}" dt="2023-10-09T07:20:37.451" v="1452" actId="403"/>
          <ac:spMkLst>
            <pc:docMk/>
            <pc:sldMk cId="867482800" sldId="394"/>
            <ac:spMk id="4" creationId="{CCE2D014-A6B9-4D91-9D64-E13A99AC6CF4}"/>
          </ac:spMkLst>
        </pc:spChg>
        <pc:spChg chg="del mod">
          <ac:chgData name="Martin Siemienski Andersen" userId="3e5b9027-db81-4bdb-8ff3-173865797b46" providerId="ADAL" clId="{63035C20-FDE9-4127-A951-6FB3FA07F912}" dt="2023-10-09T07:08:42.610" v="1354" actId="478"/>
          <ac:spMkLst>
            <pc:docMk/>
            <pc:sldMk cId="867482800" sldId="394"/>
            <ac:spMk id="5" creationId="{DCA88845-338D-42EF-8AF9-321D3EDC48BE}"/>
          </ac:spMkLst>
        </pc:spChg>
        <pc:spChg chg="add mod">
          <ac:chgData name="Martin Siemienski Andersen" userId="3e5b9027-db81-4bdb-8ff3-173865797b46" providerId="ADAL" clId="{63035C20-FDE9-4127-A951-6FB3FA07F912}" dt="2023-10-09T07:19:09.077" v="1415" actId="1076"/>
          <ac:spMkLst>
            <pc:docMk/>
            <pc:sldMk cId="867482800" sldId="394"/>
            <ac:spMk id="6" creationId="{FD4CF3AC-B627-D521-8AA9-4BD276FBC0B7}"/>
          </ac:spMkLst>
        </pc:spChg>
        <pc:spChg chg="add mod">
          <ac:chgData name="Martin Siemienski Andersen" userId="3e5b9027-db81-4bdb-8ff3-173865797b46" providerId="ADAL" clId="{63035C20-FDE9-4127-A951-6FB3FA07F912}" dt="2023-10-09T07:21:50.760" v="1525" actId="20577"/>
          <ac:spMkLst>
            <pc:docMk/>
            <pc:sldMk cId="867482800" sldId="394"/>
            <ac:spMk id="8" creationId="{B978DC38-C0EF-E13F-9588-ED5517B1968C}"/>
          </ac:spMkLst>
        </pc:spChg>
        <pc:spChg chg="add mod">
          <ac:chgData name="Martin Siemienski Andersen" userId="3e5b9027-db81-4bdb-8ff3-173865797b46" providerId="ADAL" clId="{63035C20-FDE9-4127-A951-6FB3FA07F912}" dt="2023-10-09T07:19:53.200" v="1450" actId="1076"/>
          <ac:spMkLst>
            <pc:docMk/>
            <pc:sldMk cId="867482800" sldId="394"/>
            <ac:spMk id="10" creationId="{96D0E718-40D7-2346-157D-BA1BF9A3FB33}"/>
          </ac:spMkLst>
        </pc:spChg>
        <pc:spChg chg="del mod">
          <ac:chgData name="Martin Siemienski Andersen" userId="3e5b9027-db81-4bdb-8ff3-173865797b46" providerId="ADAL" clId="{63035C20-FDE9-4127-A951-6FB3FA07F912}" dt="2023-10-09T07:08:44.959" v="1356" actId="478"/>
          <ac:spMkLst>
            <pc:docMk/>
            <pc:sldMk cId="867482800" sldId="394"/>
            <ac:spMk id="13" creationId="{4F2E8985-FF2B-439E-863F-51B59B4200F7}"/>
          </ac:spMkLst>
        </pc:spChg>
        <pc:spChg chg="del mod">
          <ac:chgData name="Martin Siemienski Andersen" userId="3e5b9027-db81-4bdb-8ff3-173865797b46" providerId="ADAL" clId="{63035C20-FDE9-4127-A951-6FB3FA07F912}" dt="2023-10-09T07:09:04.644" v="1363" actId="478"/>
          <ac:spMkLst>
            <pc:docMk/>
            <pc:sldMk cId="867482800" sldId="394"/>
            <ac:spMk id="45" creationId="{2171930A-13AE-46CC-8714-B0A084014323}"/>
          </ac:spMkLst>
        </pc:spChg>
        <pc:grpChg chg="del">
          <ac:chgData name="Martin Siemienski Andersen" userId="3e5b9027-db81-4bdb-8ff3-173865797b46" providerId="ADAL" clId="{63035C20-FDE9-4127-A951-6FB3FA07F912}" dt="2023-10-09T07:08:46.606" v="1357" actId="478"/>
          <ac:grpSpMkLst>
            <pc:docMk/>
            <pc:sldMk cId="867482800" sldId="394"/>
            <ac:grpSpMk id="38" creationId="{AD4112B2-D131-4437-BCA8-34383D5EF24C}"/>
          </ac:grpSpMkLst>
        </pc:grpChg>
        <pc:grpChg chg="del">
          <ac:chgData name="Martin Siemienski Andersen" userId="3e5b9027-db81-4bdb-8ff3-173865797b46" providerId="ADAL" clId="{63035C20-FDE9-4127-A951-6FB3FA07F912}" dt="2023-10-09T07:08:48.433" v="1358" actId="478"/>
          <ac:grpSpMkLst>
            <pc:docMk/>
            <pc:sldMk cId="867482800" sldId="394"/>
            <ac:grpSpMk id="39" creationId="{0C899B91-907D-4B15-9CCC-562C8897416D}"/>
          </ac:grpSpMkLst>
        </pc:grpChg>
        <pc:grpChg chg="del">
          <ac:chgData name="Martin Siemienski Andersen" userId="3e5b9027-db81-4bdb-8ff3-173865797b46" providerId="ADAL" clId="{63035C20-FDE9-4127-A951-6FB3FA07F912}" dt="2023-10-09T07:08:52.031" v="1361" actId="478"/>
          <ac:grpSpMkLst>
            <pc:docMk/>
            <pc:sldMk cId="867482800" sldId="394"/>
            <ac:grpSpMk id="40" creationId="{750D16D4-AE5C-4721-81D6-583A062321A7}"/>
          </ac:grpSpMkLst>
        </pc:grpChg>
        <pc:grpChg chg="del">
          <ac:chgData name="Martin Siemienski Andersen" userId="3e5b9027-db81-4bdb-8ff3-173865797b46" providerId="ADAL" clId="{63035C20-FDE9-4127-A951-6FB3FA07F912}" dt="2023-10-09T07:08:49.489" v="1359" actId="478"/>
          <ac:grpSpMkLst>
            <pc:docMk/>
            <pc:sldMk cId="867482800" sldId="394"/>
            <ac:grpSpMk id="41" creationId="{289E80CA-3F9C-4E70-8DC0-897B8FBFF6AD}"/>
          </ac:grpSpMkLst>
        </pc:grpChg>
        <pc:picChg chg="del">
          <ac:chgData name="Martin Siemienski Andersen" userId="3e5b9027-db81-4bdb-8ff3-173865797b46" providerId="ADAL" clId="{63035C20-FDE9-4127-A951-6FB3FA07F912}" dt="2023-10-09T07:08:50.537" v="1360" actId="478"/>
          <ac:picMkLst>
            <pc:docMk/>
            <pc:sldMk cId="867482800" sldId="394"/>
            <ac:picMk id="18" creationId="{5C972687-D124-4C78-A92C-2F6245837698}"/>
          </ac:picMkLst>
        </pc:picChg>
        <pc:cxnChg chg="mod">
          <ac:chgData name="Martin Siemienski Andersen" userId="3e5b9027-db81-4bdb-8ff3-173865797b46" providerId="ADAL" clId="{63035C20-FDE9-4127-A951-6FB3FA07F912}" dt="2023-10-09T07:08:46.606" v="1357" actId="478"/>
          <ac:cxnSpMkLst>
            <pc:docMk/>
            <pc:sldMk cId="867482800" sldId="394"/>
            <ac:cxnSpMk id="29" creationId="{BE623D35-0DB7-47B0-8CB1-A5EFD9DAAEB6}"/>
          </ac:cxnSpMkLst>
        </pc:cxnChg>
        <pc:cxnChg chg="mod">
          <ac:chgData name="Martin Siemienski Andersen" userId="3e5b9027-db81-4bdb-8ff3-173865797b46" providerId="ADAL" clId="{63035C20-FDE9-4127-A951-6FB3FA07F912}" dt="2023-10-09T07:08:48.433" v="1358" actId="478"/>
          <ac:cxnSpMkLst>
            <pc:docMk/>
            <pc:sldMk cId="867482800" sldId="394"/>
            <ac:cxnSpMk id="31" creationId="{D3EDEB0F-8F2A-4526-BE3D-BBF21A086390}"/>
          </ac:cxnSpMkLst>
        </pc:cxnChg>
        <pc:cxnChg chg="mod">
          <ac:chgData name="Martin Siemienski Andersen" userId="3e5b9027-db81-4bdb-8ff3-173865797b46" providerId="ADAL" clId="{63035C20-FDE9-4127-A951-6FB3FA07F912}" dt="2023-10-09T07:08:52.031" v="1361" actId="478"/>
          <ac:cxnSpMkLst>
            <pc:docMk/>
            <pc:sldMk cId="867482800" sldId="394"/>
            <ac:cxnSpMk id="34" creationId="{C1540BBE-CA66-4365-BED4-1C5E5460474F}"/>
          </ac:cxnSpMkLst>
        </pc:cxnChg>
        <pc:cxnChg chg="mod">
          <ac:chgData name="Martin Siemienski Andersen" userId="3e5b9027-db81-4bdb-8ff3-173865797b46" providerId="ADAL" clId="{63035C20-FDE9-4127-A951-6FB3FA07F912}" dt="2023-10-09T07:08:49.489" v="1359" actId="478"/>
          <ac:cxnSpMkLst>
            <pc:docMk/>
            <pc:sldMk cId="867482800" sldId="394"/>
            <ac:cxnSpMk id="37" creationId="{054DC704-DD22-44EB-85DC-C4FBF2BD225F}"/>
          </ac:cxnSpMkLst>
        </pc:cxnChg>
      </pc:sldChg>
      <pc:sldChg chg="modSp mod">
        <pc:chgData name="Martin Siemienski Andersen" userId="3e5b9027-db81-4bdb-8ff3-173865797b46" providerId="ADAL" clId="{63035C20-FDE9-4127-A951-6FB3FA07F912}" dt="2023-10-09T07:04:51.865" v="1225" actId="207"/>
        <pc:sldMkLst>
          <pc:docMk/>
          <pc:sldMk cId="4223866109" sldId="401"/>
        </pc:sldMkLst>
        <pc:spChg chg="mod">
          <ac:chgData name="Martin Siemienski Andersen" userId="3e5b9027-db81-4bdb-8ff3-173865797b46" providerId="ADAL" clId="{63035C20-FDE9-4127-A951-6FB3FA07F912}" dt="2023-10-09T07:04:17.843" v="1217" actId="14100"/>
          <ac:spMkLst>
            <pc:docMk/>
            <pc:sldMk cId="4223866109" sldId="401"/>
            <ac:spMk id="4" creationId="{F279D28B-7FD3-4C56-8106-4641D28448F2}"/>
          </ac:spMkLst>
        </pc:spChg>
        <pc:spChg chg="mod">
          <ac:chgData name="Martin Siemienski Andersen" userId="3e5b9027-db81-4bdb-8ff3-173865797b46" providerId="ADAL" clId="{63035C20-FDE9-4127-A951-6FB3FA07F912}" dt="2023-10-09T06:23:11.813" v="641" actId="404"/>
          <ac:spMkLst>
            <pc:docMk/>
            <pc:sldMk cId="4223866109" sldId="401"/>
            <ac:spMk id="5" creationId="{7C33DE81-44D1-474E-861F-4B92C802B0E7}"/>
          </ac:spMkLst>
        </pc:spChg>
        <pc:spChg chg="mod">
          <ac:chgData name="Martin Siemienski Andersen" userId="3e5b9027-db81-4bdb-8ff3-173865797b46" providerId="ADAL" clId="{63035C20-FDE9-4127-A951-6FB3FA07F912}" dt="2023-10-09T07:04:51.865" v="1225" actId="207"/>
          <ac:spMkLst>
            <pc:docMk/>
            <pc:sldMk cId="4223866109" sldId="401"/>
            <ac:spMk id="6" creationId="{DE4CECF0-5E56-F7A7-759A-495E117AB183}"/>
          </ac:spMkLst>
        </pc:spChg>
        <pc:picChg chg="mod">
          <ac:chgData name="Martin Siemienski Andersen" userId="3e5b9027-db81-4bdb-8ff3-173865797b46" providerId="ADAL" clId="{63035C20-FDE9-4127-A951-6FB3FA07F912}" dt="2023-10-09T06:23:17.991" v="642" actId="1076"/>
          <ac:picMkLst>
            <pc:docMk/>
            <pc:sldMk cId="4223866109" sldId="401"/>
            <ac:picMk id="9" creationId="{5EBDCBBB-1F1F-42B3-A596-3D2D99B75821}"/>
          </ac:picMkLst>
        </pc:picChg>
        <pc:picChg chg="mod">
          <ac:chgData name="Martin Siemienski Andersen" userId="3e5b9027-db81-4bdb-8ff3-173865797b46" providerId="ADAL" clId="{63035C20-FDE9-4127-A951-6FB3FA07F912}" dt="2023-10-09T06:23:24.111" v="649" actId="1035"/>
          <ac:picMkLst>
            <pc:docMk/>
            <pc:sldMk cId="4223866109" sldId="401"/>
            <ac:picMk id="11" creationId="{A59CBFBC-33B3-4E27-AEC4-B840AA91DD81}"/>
          </ac:picMkLst>
        </pc:picChg>
      </pc:sldChg>
      <pc:sldChg chg="modSp mod modAnim">
        <pc:chgData name="Martin Siemienski Andersen" userId="3e5b9027-db81-4bdb-8ff3-173865797b46" providerId="ADAL" clId="{63035C20-FDE9-4127-A951-6FB3FA07F912}" dt="2023-10-09T07:05:29.804" v="1230"/>
        <pc:sldMkLst>
          <pc:docMk/>
          <pc:sldMk cId="3003718051" sldId="402"/>
        </pc:sldMkLst>
        <pc:spChg chg="mod">
          <ac:chgData name="Martin Siemienski Andersen" userId="3e5b9027-db81-4bdb-8ff3-173865797b46" providerId="ADAL" clId="{63035C20-FDE9-4127-A951-6FB3FA07F912}" dt="2023-10-09T06:22:00.071" v="631" actId="27636"/>
          <ac:spMkLst>
            <pc:docMk/>
            <pc:sldMk cId="3003718051" sldId="402"/>
            <ac:spMk id="12" creationId="{B9A37D05-F796-4396-8271-3AF41F1609CF}"/>
          </ac:spMkLst>
        </pc:spChg>
      </pc:sldChg>
      <pc:sldChg chg="modSp add del mod">
        <pc:chgData name="Martin Siemienski Andersen" userId="3e5b9027-db81-4bdb-8ff3-173865797b46" providerId="ADAL" clId="{63035C20-FDE9-4127-A951-6FB3FA07F912}" dt="2023-10-09T06:17:37.403" v="616" actId="2696"/>
        <pc:sldMkLst>
          <pc:docMk/>
          <pc:sldMk cId="3364945455" sldId="403"/>
        </pc:sldMkLst>
        <pc:spChg chg="mod">
          <ac:chgData name="Martin Siemienski Andersen" userId="3e5b9027-db81-4bdb-8ff3-173865797b46" providerId="ADAL" clId="{63035C20-FDE9-4127-A951-6FB3FA07F912}" dt="2023-10-06T07:22:46.127" v="42" actId="14100"/>
          <ac:spMkLst>
            <pc:docMk/>
            <pc:sldMk cId="3364945455" sldId="403"/>
            <ac:spMk id="4" creationId="{89B18FE9-F514-4303-88BB-AD44B4972077}"/>
          </ac:spMkLst>
        </pc:spChg>
      </pc:sldChg>
      <pc:sldChg chg="modSp add del mod">
        <pc:chgData name="Martin Siemienski Andersen" userId="3e5b9027-db81-4bdb-8ff3-173865797b46" providerId="ADAL" clId="{63035C20-FDE9-4127-A951-6FB3FA07F912}" dt="2023-10-09T06:17:37.403" v="616" actId="2696"/>
        <pc:sldMkLst>
          <pc:docMk/>
          <pc:sldMk cId="492540003" sldId="404"/>
        </pc:sldMkLst>
        <pc:spChg chg="mod">
          <ac:chgData name="Martin Siemienski Andersen" userId="3e5b9027-db81-4bdb-8ff3-173865797b46" providerId="ADAL" clId="{63035C20-FDE9-4127-A951-6FB3FA07F912}" dt="2023-10-09T06:13:04.131" v="586" actId="404"/>
          <ac:spMkLst>
            <pc:docMk/>
            <pc:sldMk cId="492540003" sldId="404"/>
            <ac:spMk id="4" creationId="{89B18FE9-F514-4303-88BB-AD44B4972077}"/>
          </ac:spMkLst>
        </pc:spChg>
        <pc:spChg chg="mod">
          <ac:chgData name="Martin Siemienski Andersen" userId="3e5b9027-db81-4bdb-8ff3-173865797b46" providerId="ADAL" clId="{63035C20-FDE9-4127-A951-6FB3FA07F912}" dt="2023-10-09T06:12:32.222" v="561" actId="14100"/>
          <ac:spMkLst>
            <pc:docMk/>
            <pc:sldMk cId="492540003" sldId="404"/>
            <ac:spMk id="9" creationId="{7422D2AD-BC31-4CBE-B1E7-C44F70AB47BB}"/>
          </ac:spMkLst>
        </pc:spChg>
      </pc:sldChg>
      <pc:sldChg chg="addSp modSp mod">
        <pc:chgData name="Martin Siemienski Andersen" userId="3e5b9027-db81-4bdb-8ff3-173865797b46" providerId="ADAL" clId="{63035C20-FDE9-4127-A951-6FB3FA07F912}" dt="2023-10-09T07:04:41.823" v="1221" actId="207"/>
        <pc:sldMkLst>
          <pc:docMk/>
          <pc:sldMk cId="1668894631" sldId="406"/>
        </pc:sldMkLst>
        <pc:spChg chg="add mod">
          <ac:chgData name="Martin Siemienski Andersen" userId="3e5b9027-db81-4bdb-8ff3-173865797b46" providerId="ADAL" clId="{63035C20-FDE9-4127-A951-6FB3FA07F912}" dt="2023-10-09T07:04:41.823" v="1221" actId="207"/>
          <ac:spMkLst>
            <pc:docMk/>
            <pc:sldMk cId="1668894631" sldId="406"/>
            <ac:spMk id="2" creationId="{D423BD85-A022-67F1-D710-C891AF8BA744}"/>
          </ac:spMkLst>
        </pc:spChg>
        <pc:spChg chg="mod">
          <ac:chgData name="Martin Siemienski Andersen" userId="3e5b9027-db81-4bdb-8ff3-173865797b46" providerId="ADAL" clId="{63035C20-FDE9-4127-A951-6FB3FA07F912}" dt="2023-10-09T06:22:24.492" v="635" actId="20577"/>
          <ac:spMkLst>
            <pc:docMk/>
            <pc:sldMk cId="1668894631" sldId="406"/>
            <ac:spMk id="4" creationId="{D2F8C48C-292C-487B-96A4-CC5DDFFCD6E8}"/>
          </ac:spMkLst>
        </pc:spChg>
        <pc:spChg chg="mod">
          <ac:chgData name="Martin Siemienski Andersen" userId="3e5b9027-db81-4bdb-8ff3-173865797b46" providerId="ADAL" clId="{63035C20-FDE9-4127-A951-6FB3FA07F912}" dt="2023-10-09T06:22:59.884" v="638" actId="14100"/>
          <ac:spMkLst>
            <pc:docMk/>
            <pc:sldMk cId="1668894631" sldId="406"/>
            <ac:spMk id="5" creationId="{BF3353C3-A5B9-4773-955D-3BA78FC626C0}"/>
          </ac:spMkLst>
        </pc:spChg>
      </pc:sldChg>
      <pc:sldChg chg="modSp add del mod">
        <pc:chgData name="Martin Siemienski Andersen" userId="3e5b9027-db81-4bdb-8ff3-173865797b46" providerId="ADAL" clId="{63035C20-FDE9-4127-A951-6FB3FA07F912}" dt="2023-10-09T06:17:37.403" v="616" actId="2696"/>
        <pc:sldMkLst>
          <pc:docMk/>
          <pc:sldMk cId="1395701099" sldId="407"/>
        </pc:sldMkLst>
        <pc:spChg chg="mod">
          <ac:chgData name="Martin Siemienski Andersen" userId="3e5b9027-db81-4bdb-8ff3-173865797b46" providerId="ADAL" clId="{63035C20-FDE9-4127-A951-6FB3FA07F912}" dt="2023-10-09T06:11:52.964" v="559" actId="20577"/>
          <ac:spMkLst>
            <pc:docMk/>
            <pc:sldMk cId="1395701099" sldId="407"/>
            <ac:spMk id="4" creationId="{B367434B-E11A-42DE-B3DB-324DAC37431B}"/>
          </ac:spMkLst>
        </pc:spChg>
        <pc:spChg chg="mod">
          <ac:chgData name="Martin Siemienski Andersen" userId="3e5b9027-db81-4bdb-8ff3-173865797b46" providerId="ADAL" clId="{63035C20-FDE9-4127-A951-6FB3FA07F912}" dt="2023-10-09T06:13:15.567" v="587" actId="2711"/>
          <ac:spMkLst>
            <pc:docMk/>
            <pc:sldMk cId="1395701099" sldId="407"/>
            <ac:spMk id="8" creationId="{E3CBE912-8088-4E58-903A-11D7A87AE4DE}"/>
          </ac:spMkLst>
        </pc:spChg>
        <pc:spChg chg="mod">
          <ac:chgData name="Martin Siemienski Andersen" userId="3e5b9027-db81-4bdb-8ff3-173865797b46" providerId="ADAL" clId="{63035C20-FDE9-4127-A951-6FB3FA07F912}" dt="2023-10-09T06:13:23.380" v="588" actId="2711"/>
          <ac:spMkLst>
            <pc:docMk/>
            <pc:sldMk cId="1395701099" sldId="407"/>
            <ac:spMk id="10" creationId="{8B53FC73-609C-46FC-8632-F1964D2FD71B}"/>
          </ac:spMkLst>
        </pc:spChg>
      </pc:sldChg>
      <pc:sldChg chg="modSp mod">
        <pc:chgData name="Martin Siemienski Andersen" userId="3e5b9027-db81-4bdb-8ff3-173865797b46" providerId="ADAL" clId="{63035C20-FDE9-4127-A951-6FB3FA07F912}" dt="2023-10-06T07:23:30.160" v="43" actId="6549"/>
        <pc:sldMkLst>
          <pc:docMk/>
          <pc:sldMk cId="3469801031" sldId="410"/>
        </pc:sldMkLst>
        <pc:spChg chg="mod">
          <ac:chgData name="Martin Siemienski Andersen" userId="3e5b9027-db81-4bdb-8ff3-173865797b46" providerId="ADAL" clId="{63035C20-FDE9-4127-A951-6FB3FA07F912}" dt="2023-10-06T07:23:30.160" v="43" actId="6549"/>
          <ac:spMkLst>
            <pc:docMk/>
            <pc:sldMk cId="3469801031" sldId="410"/>
            <ac:spMk id="5" creationId="{7C33DE81-44D1-474E-861F-4B92C802B0E7}"/>
          </ac:spMkLst>
        </pc:spChg>
      </pc:sldChg>
      <pc:sldChg chg="modSp add del mod modShow">
        <pc:chgData name="Martin Siemienski Andersen" userId="3e5b9027-db81-4bdb-8ff3-173865797b46" providerId="ADAL" clId="{63035C20-FDE9-4127-A951-6FB3FA07F912}" dt="2023-10-09T06:17:37.403" v="616" actId="2696"/>
        <pc:sldMkLst>
          <pc:docMk/>
          <pc:sldMk cId="2676309362" sldId="413"/>
        </pc:sldMkLst>
        <pc:spChg chg="mod">
          <ac:chgData name="Martin Siemienski Andersen" userId="3e5b9027-db81-4bdb-8ff3-173865797b46" providerId="ADAL" clId="{63035C20-FDE9-4127-A951-6FB3FA07F912}" dt="2023-10-09T06:12:56.967" v="584" actId="404"/>
          <ac:spMkLst>
            <pc:docMk/>
            <pc:sldMk cId="2676309362" sldId="413"/>
            <ac:spMk id="4" creationId="{B367434B-E11A-42DE-B3DB-324DAC37431B}"/>
          </ac:spMkLst>
        </pc:spChg>
        <pc:spChg chg="mod">
          <ac:chgData name="Martin Siemienski Andersen" userId="3e5b9027-db81-4bdb-8ff3-173865797b46" providerId="ADAL" clId="{63035C20-FDE9-4127-A951-6FB3FA07F912}" dt="2023-10-09T06:13:31.334" v="589" actId="2711"/>
          <ac:spMkLst>
            <pc:docMk/>
            <pc:sldMk cId="2676309362" sldId="413"/>
            <ac:spMk id="8" creationId="{E3CBE912-8088-4E58-903A-11D7A87AE4DE}"/>
          </ac:spMkLst>
        </pc:spChg>
        <pc:spChg chg="mod">
          <ac:chgData name="Martin Siemienski Andersen" userId="3e5b9027-db81-4bdb-8ff3-173865797b46" providerId="ADAL" clId="{63035C20-FDE9-4127-A951-6FB3FA07F912}" dt="2023-10-09T06:13:38.436" v="590" actId="2711"/>
          <ac:spMkLst>
            <pc:docMk/>
            <pc:sldMk cId="2676309362" sldId="413"/>
            <ac:spMk id="10" creationId="{8B53FC73-609C-46FC-8632-F1964D2FD71B}"/>
          </ac:spMkLst>
        </pc:spChg>
      </pc:sldChg>
      <pc:sldChg chg="add setBg">
        <pc:chgData name="Martin Siemienski Andersen" userId="3e5b9027-db81-4bdb-8ff3-173865797b46" providerId="ADAL" clId="{63035C20-FDE9-4127-A951-6FB3FA07F912}" dt="2023-10-09T06:09:56.944" v="527"/>
        <pc:sldMkLst>
          <pc:docMk/>
          <pc:sldMk cId="1204379647" sldId="416"/>
        </pc:sldMkLst>
      </pc:sldChg>
      <pc:sldChg chg="ord">
        <pc:chgData name="Martin Siemienski Andersen" userId="3e5b9027-db81-4bdb-8ff3-173865797b46" providerId="ADAL" clId="{63035C20-FDE9-4127-A951-6FB3FA07F912}" dt="2023-10-09T06:16:30.443" v="613"/>
        <pc:sldMkLst>
          <pc:docMk/>
          <pc:sldMk cId="1925517543" sldId="437"/>
        </pc:sldMkLst>
      </pc:sldChg>
      <pc:sldChg chg="modSp mod">
        <pc:chgData name="Martin Siemienski Andersen" userId="3e5b9027-db81-4bdb-8ff3-173865797b46" providerId="ADAL" clId="{63035C20-FDE9-4127-A951-6FB3FA07F912}" dt="2023-10-09T06:00:48.117" v="462" actId="6549"/>
        <pc:sldMkLst>
          <pc:docMk/>
          <pc:sldMk cId="1146957857" sldId="440"/>
        </pc:sldMkLst>
        <pc:spChg chg="mod">
          <ac:chgData name="Martin Siemienski Andersen" userId="3e5b9027-db81-4bdb-8ff3-173865797b46" providerId="ADAL" clId="{63035C20-FDE9-4127-A951-6FB3FA07F912}" dt="2023-10-09T06:00:48.117" v="462" actId="6549"/>
          <ac:spMkLst>
            <pc:docMk/>
            <pc:sldMk cId="1146957857" sldId="440"/>
            <ac:spMk id="6" creationId="{782B0EA2-C8EE-945C-67F6-39297CD13A2C}"/>
          </ac:spMkLst>
        </pc:spChg>
      </pc:sldChg>
      <pc:sldChg chg="modSp mod">
        <pc:chgData name="Martin Siemienski Andersen" userId="3e5b9027-db81-4bdb-8ff3-173865797b46" providerId="ADAL" clId="{63035C20-FDE9-4127-A951-6FB3FA07F912}" dt="2023-10-09T07:07:44.297" v="1351" actId="20577"/>
        <pc:sldMkLst>
          <pc:docMk/>
          <pc:sldMk cId="1605162382" sldId="441"/>
        </pc:sldMkLst>
        <pc:spChg chg="mod">
          <ac:chgData name="Martin Siemienski Andersen" userId="3e5b9027-db81-4bdb-8ff3-173865797b46" providerId="ADAL" clId="{63035C20-FDE9-4127-A951-6FB3FA07F912}" dt="2023-10-09T07:06:37.626" v="1238" actId="6549"/>
          <ac:spMkLst>
            <pc:docMk/>
            <pc:sldMk cId="1605162382" sldId="441"/>
            <ac:spMk id="5" creationId="{4E4F1415-6742-48C2-595A-ED6A739604A1}"/>
          </ac:spMkLst>
        </pc:spChg>
        <pc:spChg chg="mod">
          <ac:chgData name="Martin Siemienski Andersen" userId="3e5b9027-db81-4bdb-8ff3-173865797b46" providerId="ADAL" clId="{63035C20-FDE9-4127-A951-6FB3FA07F912}" dt="2023-10-09T07:07:44.297" v="1351" actId="20577"/>
          <ac:spMkLst>
            <pc:docMk/>
            <pc:sldMk cId="1605162382" sldId="441"/>
            <ac:spMk id="7" creationId="{F4C89882-9546-C98F-281C-5FE03375133E}"/>
          </ac:spMkLst>
        </pc:spChg>
      </pc:sldChg>
      <pc:sldChg chg="modSp mod setBg">
        <pc:chgData name="Martin Siemienski Andersen" userId="3e5b9027-db81-4bdb-8ff3-173865797b46" providerId="ADAL" clId="{63035C20-FDE9-4127-A951-6FB3FA07F912}" dt="2023-10-09T06:15:39.222" v="606"/>
        <pc:sldMkLst>
          <pc:docMk/>
          <pc:sldMk cId="2812628170" sldId="442"/>
        </pc:sldMkLst>
        <pc:spChg chg="mod">
          <ac:chgData name="Martin Siemienski Andersen" userId="3e5b9027-db81-4bdb-8ff3-173865797b46" providerId="ADAL" clId="{63035C20-FDE9-4127-A951-6FB3FA07F912}" dt="2023-10-06T08:00:47.838" v="186" actId="20577"/>
          <ac:spMkLst>
            <pc:docMk/>
            <pc:sldMk cId="2812628170" sldId="442"/>
            <ac:spMk id="6" creationId="{F564F6FB-B70D-6457-205A-DEF68C2D23B5}"/>
          </ac:spMkLst>
        </pc:spChg>
      </pc:sldChg>
      <pc:sldChg chg="modSp mod setBg">
        <pc:chgData name="Martin Siemienski Andersen" userId="3e5b9027-db81-4bdb-8ff3-173865797b46" providerId="ADAL" clId="{63035C20-FDE9-4127-A951-6FB3FA07F912}" dt="2023-10-09T06:10:45.579" v="532"/>
        <pc:sldMkLst>
          <pc:docMk/>
          <pc:sldMk cId="3433066005" sldId="443"/>
        </pc:sldMkLst>
        <pc:spChg chg="mod">
          <ac:chgData name="Martin Siemienski Andersen" userId="3e5b9027-db81-4bdb-8ff3-173865797b46" providerId="ADAL" clId="{63035C20-FDE9-4127-A951-6FB3FA07F912}" dt="2023-10-06T08:00:01.469" v="165" actId="6549"/>
          <ac:spMkLst>
            <pc:docMk/>
            <pc:sldMk cId="3433066005" sldId="443"/>
            <ac:spMk id="6" creationId="{F564F6FB-B70D-6457-205A-DEF68C2D23B5}"/>
          </ac:spMkLst>
        </pc:spChg>
      </pc:sldChg>
      <pc:sldChg chg="modSp mod ord setBg modAnim">
        <pc:chgData name="Martin Siemienski Andersen" userId="3e5b9027-db81-4bdb-8ff3-173865797b46" providerId="ADAL" clId="{63035C20-FDE9-4127-A951-6FB3FA07F912}" dt="2023-10-09T06:09:35.143" v="524"/>
        <pc:sldMkLst>
          <pc:docMk/>
          <pc:sldMk cId="1517032533" sldId="444"/>
        </pc:sldMkLst>
        <pc:spChg chg="mod">
          <ac:chgData name="Martin Siemienski Andersen" userId="3e5b9027-db81-4bdb-8ff3-173865797b46" providerId="ADAL" clId="{63035C20-FDE9-4127-A951-6FB3FA07F912}" dt="2023-10-09T06:05:45.350" v="519" actId="20577"/>
          <ac:spMkLst>
            <pc:docMk/>
            <pc:sldMk cId="1517032533" sldId="444"/>
            <ac:spMk id="5" creationId="{0F26EC95-4F36-CE0B-83F9-C26D22D81756}"/>
          </ac:spMkLst>
        </pc:spChg>
      </pc:sldChg>
      <pc:sldChg chg="modSp mod">
        <pc:chgData name="Martin Siemienski Andersen" userId="3e5b9027-db81-4bdb-8ff3-173865797b46" providerId="ADAL" clId="{63035C20-FDE9-4127-A951-6FB3FA07F912}" dt="2023-10-09T06:24:20.300" v="650" actId="404"/>
        <pc:sldMkLst>
          <pc:docMk/>
          <pc:sldMk cId="2081407033" sldId="447"/>
        </pc:sldMkLst>
        <pc:spChg chg="mod">
          <ac:chgData name="Martin Siemienski Andersen" userId="3e5b9027-db81-4bdb-8ff3-173865797b46" providerId="ADAL" clId="{63035C20-FDE9-4127-A951-6FB3FA07F912}" dt="2023-10-09T06:24:20.300" v="650" actId="404"/>
          <ac:spMkLst>
            <pc:docMk/>
            <pc:sldMk cId="2081407033" sldId="447"/>
            <ac:spMk id="4" creationId="{8C8AC6F6-8E72-9119-E2B8-E50C5F953A2A}"/>
          </ac:spMkLst>
        </pc:spChg>
        <pc:spChg chg="mod">
          <ac:chgData name="Martin Siemienski Andersen" userId="3e5b9027-db81-4bdb-8ff3-173865797b46" providerId="ADAL" clId="{63035C20-FDE9-4127-A951-6FB3FA07F912}" dt="2023-10-06T07:59:29.793" v="150" actId="21"/>
          <ac:spMkLst>
            <pc:docMk/>
            <pc:sldMk cId="2081407033" sldId="447"/>
            <ac:spMk id="5" creationId="{3A0BEECF-962D-5FB3-A03D-A228E41C061A}"/>
          </ac:spMkLst>
        </pc:spChg>
      </pc:sldChg>
      <pc:sldChg chg="ord">
        <pc:chgData name="Martin Siemienski Andersen" userId="3e5b9027-db81-4bdb-8ff3-173865797b46" providerId="ADAL" clId="{63035C20-FDE9-4127-A951-6FB3FA07F912}" dt="2023-10-09T06:24:49.043" v="657"/>
        <pc:sldMkLst>
          <pc:docMk/>
          <pc:sldMk cId="3748966655" sldId="449"/>
        </pc:sldMkLst>
      </pc:sldChg>
      <pc:sldChg chg="modSp mod">
        <pc:chgData name="Martin Siemienski Andersen" userId="3e5b9027-db81-4bdb-8ff3-173865797b46" providerId="ADAL" clId="{63035C20-FDE9-4127-A951-6FB3FA07F912}" dt="2023-10-09T07:05:13.232" v="1229" actId="207"/>
        <pc:sldMkLst>
          <pc:docMk/>
          <pc:sldMk cId="3481023911" sldId="450"/>
        </pc:sldMkLst>
        <pc:spChg chg="mod">
          <ac:chgData name="Martin Siemienski Andersen" userId="3e5b9027-db81-4bdb-8ff3-173865797b46" providerId="ADAL" clId="{63035C20-FDE9-4127-A951-6FB3FA07F912}" dt="2023-10-09T07:05:13.232" v="1229" actId="207"/>
          <ac:spMkLst>
            <pc:docMk/>
            <pc:sldMk cId="3481023911" sldId="450"/>
            <ac:spMk id="5" creationId="{3A0BEECF-962D-5FB3-A03D-A228E41C061A}"/>
          </ac:spMkLst>
        </pc:spChg>
      </pc:sldChg>
      <pc:sldChg chg="del">
        <pc:chgData name="Martin Siemienski Andersen" userId="3e5b9027-db81-4bdb-8ff3-173865797b46" providerId="ADAL" clId="{63035C20-FDE9-4127-A951-6FB3FA07F912}" dt="2023-10-09T06:16:04.650" v="611" actId="47"/>
        <pc:sldMkLst>
          <pc:docMk/>
          <pc:sldMk cId="3136289100" sldId="453"/>
        </pc:sldMkLst>
      </pc:sldChg>
      <pc:sldChg chg="modSp del mod">
        <pc:chgData name="Martin Siemienski Andersen" userId="3e5b9027-db81-4bdb-8ff3-173865797b46" providerId="ADAL" clId="{63035C20-FDE9-4127-A951-6FB3FA07F912}" dt="2023-10-09T06:21:54.292" v="629" actId="47"/>
        <pc:sldMkLst>
          <pc:docMk/>
          <pc:sldMk cId="3824552105" sldId="454"/>
        </pc:sldMkLst>
        <pc:spChg chg="mod">
          <ac:chgData name="Martin Siemienski Andersen" userId="3e5b9027-db81-4bdb-8ff3-173865797b46" providerId="ADAL" clId="{63035C20-FDE9-4127-A951-6FB3FA07F912}" dt="2023-10-09T06:21:34.836" v="628" actId="27636"/>
          <ac:spMkLst>
            <pc:docMk/>
            <pc:sldMk cId="3824552105" sldId="454"/>
            <ac:spMk id="12" creationId="{B9A37D05-F796-4396-8271-3AF41F1609CF}"/>
          </ac:spMkLst>
        </pc:spChg>
        <pc:spChg chg="mod">
          <ac:chgData name="Martin Siemienski Andersen" userId="3e5b9027-db81-4bdb-8ff3-173865797b46" providerId="ADAL" clId="{63035C20-FDE9-4127-A951-6FB3FA07F912}" dt="2023-10-09T06:21:33.193" v="624" actId="21"/>
          <ac:spMkLst>
            <pc:docMk/>
            <pc:sldMk cId="3824552105" sldId="454"/>
            <ac:spMk id="20" creationId="{8CB53688-E478-4BB4-B94A-61907AB1C6CD}"/>
          </ac:spMkLst>
        </pc:spChg>
      </pc:sldChg>
      <pc:sldChg chg="modSp add mod">
        <pc:chgData name="Martin Siemienski Andersen" userId="3e5b9027-db81-4bdb-8ff3-173865797b46" providerId="ADAL" clId="{63035C20-FDE9-4127-A951-6FB3FA07F912}" dt="2023-10-09T07:18:07.400" v="1406" actId="113"/>
        <pc:sldMkLst>
          <pc:docMk/>
          <pc:sldMk cId="2795387134" sldId="455"/>
        </pc:sldMkLst>
        <pc:spChg chg="mod">
          <ac:chgData name="Martin Siemienski Andersen" userId="3e5b9027-db81-4bdb-8ff3-173865797b46" providerId="ADAL" clId="{63035C20-FDE9-4127-A951-6FB3FA07F912}" dt="2023-10-09T07:18:07.400" v="1406" actId="113"/>
          <ac:spMkLst>
            <pc:docMk/>
            <pc:sldMk cId="2795387134" sldId="455"/>
            <ac:spMk id="5" creationId="{B735D18A-0288-6507-0214-0F91B518E50A}"/>
          </ac:spMkLst>
        </pc:spChg>
      </pc:sldChg>
      <pc:sldChg chg="add setBg">
        <pc:chgData name="Martin Siemienski Andersen" userId="3e5b9027-db81-4bdb-8ff3-173865797b46" providerId="ADAL" clId="{63035C20-FDE9-4127-A951-6FB3FA07F912}" dt="2023-10-09T06:09:44.065" v="525"/>
        <pc:sldMkLst>
          <pc:docMk/>
          <pc:sldMk cId="597739329" sldId="456"/>
        </pc:sldMkLst>
      </pc:sldChg>
      <pc:sldChg chg="add setBg">
        <pc:chgData name="Martin Siemienski Andersen" userId="3e5b9027-db81-4bdb-8ff3-173865797b46" providerId="ADAL" clId="{63035C20-FDE9-4127-A951-6FB3FA07F912}" dt="2023-10-09T06:09:53.247" v="526"/>
        <pc:sldMkLst>
          <pc:docMk/>
          <pc:sldMk cId="3670104394" sldId="457"/>
        </pc:sldMkLst>
      </pc:sldChg>
      <pc:sldChg chg="addSp delSp modSp new mod ord">
        <pc:chgData name="Martin Siemienski Andersen" userId="3e5b9027-db81-4bdb-8ff3-173865797b46" providerId="ADAL" clId="{63035C20-FDE9-4127-A951-6FB3FA07F912}" dt="2023-10-09T07:03:57.199" v="1216"/>
        <pc:sldMkLst>
          <pc:docMk/>
          <pc:sldMk cId="2088410690" sldId="458"/>
        </pc:sldMkLst>
        <pc:spChg chg="mod">
          <ac:chgData name="Martin Siemienski Andersen" userId="3e5b9027-db81-4bdb-8ff3-173865797b46" providerId="ADAL" clId="{63035C20-FDE9-4127-A951-6FB3FA07F912}" dt="2023-10-09T06:54:36.939" v="1092" actId="404"/>
          <ac:spMkLst>
            <pc:docMk/>
            <pc:sldMk cId="2088410690" sldId="458"/>
            <ac:spMk id="3" creationId="{902DB61A-7CBB-BE27-DDAD-A209E2D62D8E}"/>
          </ac:spMkLst>
        </pc:spChg>
        <pc:spChg chg="mod">
          <ac:chgData name="Martin Siemienski Andersen" userId="3e5b9027-db81-4bdb-8ff3-173865797b46" providerId="ADAL" clId="{63035C20-FDE9-4127-A951-6FB3FA07F912}" dt="2023-10-09T07:01:53.380" v="1197" actId="6549"/>
          <ac:spMkLst>
            <pc:docMk/>
            <pc:sldMk cId="2088410690" sldId="458"/>
            <ac:spMk id="4" creationId="{3A361E2D-BB25-FDE8-0092-CD9E4844C927}"/>
          </ac:spMkLst>
        </pc:spChg>
        <pc:spChg chg="add del mod">
          <ac:chgData name="Martin Siemienski Andersen" userId="3e5b9027-db81-4bdb-8ff3-173865797b46" providerId="ADAL" clId="{63035C20-FDE9-4127-A951-6FB3FA07F912}" dt="2023-10-09T06:55:59.750" v="1116" actId="478"/>
          <ac:spMkLst>
            <pc:docMk/>
            <pc:sldMk cId="2088410690" sldId="458"/>
            <ac:spMk id="6" creationId="{3ED9C39F-3112-426A-BCE9-F5B882AF65B0}"/>
          </ac:spMkLst>
        </pc:spChg>
        <pc:spChg chg="add del mod">
          <ac:chgData name="Martin Siemienski Andersen" userId="3e5b9027-db81-4bdb-8ff3-173865797b46" providerId="ADAL" clId="{63035C20-FDE9-4127-A951-6FB3FA07F912}" dt="2023-10-09T07:01:19.290" v="1188" actId="478"/>
          <ac:spMkLst>
            <pc:docMk/>
            <pc:sldMk cId="2088410690" sldId="458"/>
            <ac:spMk id="8" creationId="{11196925-267D-40BA-2C50-AE58016931A4}"/>
          </ac:spMkLst>
        </pc:spChg>
        <pc:spChg chg="add del mod">
          <ac:chgData name="Martin Siemienski Andersen" userId="3e5b9027-db81-4bdb-8ff3-173865797b46" providerId="ADAL" clId="{63035C20-FDE9-4127-A951-6FB3FA07F912}" dt="2023-10-09T07:01:20.899" v="1189" actId="478"/>
          <ac:spMkLst>
            <pc:docMk/>
            <pc:sldMk cId="2088410690" sldId="458"/>
            <ac:spMk id="10" creationId="{52C4B83E-7CFA-2ED9-E5AC-E9A958E7776D}"/>
          </ac:spMkLst>
        </pc:spChg>
        <pc:spChg chg="add mod">
          <ac:chgData name="Martin Siemienski Andersen" userId="3e5b9027-db81-4bdb-8ff3-173865797b46" providerId="ADAL" clId="{63035C20-FDE9-4127-A951-6FB3FA07F912}" dt="2023-10-09T07:01:27.852" v="1192" actId="313"/>
          <ac:spMkLst>
            <pc:docMk/>
            <pc:sldMk cId="2088410690" sldId="458"/>
            <ac:spMk id="12" creationId="{B1AB590B-DAE9-9970-20AB-9579EFB27D77}"/>
          </ac:spMkLst>
        </pc:spChg>
        <pc:spChg chg="add mod">
          <ac:chgData name="Martin Siemienski Andersen" userId="3e5b9027-db81-4bdb-8ff3-173865797b46" providerId="ADAL" clId="{63035C20-FDE9-4127-A951-6FB3FA07F912}" dt="2023-10-09T07:03:06.330" v="1210" actId="14100"/>
          <ac:spMkLst>
            <pc:docMk/>
            <pc:sldMk cId="2088410690" sldId="458"/>
            <ac:spMk id="14" creationId="{C2B265DD-FB50-23FD-43A3-5CAD7464A679}"/>
          </ac:spMkLst>
        </pc:spChg>
      </pc:sldChg>
      <pc:sldChg chg="modSp add del mod">
        <pc:chgData name="Martin Siemienski Andersen" userId="3e5b9027-db81-4bdb-8ff3-173865797b46" providerId="ADAL" clId="{63035C20-FDE9-4127-A951-6FB3FA07F912}" dt="2023-10-09T07:03:45.939" v="1214" actId="47"/>
        <pc:sldMkLst>
          <pc:docMk/>
          <pc:sldMk cId="4110141184" sldId="459"/>
        </pc:sldMkLst>
        <pc:spChg chg="mod">
          <ac:chgData name="Martin Siemienski Andersen" userId="3e5b9027-db81-4bdb-8ff3-173865797b46" providerId="ADAL" clId="{63035C20-FDE9-4127-A951-6FB3FA07F912}" dt="2023-10-09T06:27:02.287" v="762" actId="20577"/>
          <ac:spMkLst>
            <pc:docMk/>
            <pc:sldMk cId="4110141184" sldId="459"/>
            <ac:spMk id="3" creationId="{902DB61A-7CBB-BE27-DDAD-A209E2D62D8E}"/>
          </ac:spMkLst>
        </pc:spChg>
      </pc:sldChg>
      <pc:sldChg chg="modSp add mod ord">
        <pc:chgData name="Martin Siemienski Andersen" userId="3e5b9027-db81-4bdb-8ff3-173865797b46" providerId="ADAL" clId="{63035C20-FDE9-4127-A951-6FB3FA07F912}" dt="2023-10-09T07:03:57.199" v="1216"/>
        <pc:sldMkLst>
          <pc:docMk/>
          <pc:sldMk cId="3081938124" sldId="460"/>
        </pc:sldMkLst>
        <pc:spChg chg="mod">
          <ac:chgData name="Martin Siemienski Andersen" userId="3e5b9027-db81-4bdb-8ff3-173865797b46" providerId="ADAL" clId="{63035C20-FDE9-4127-A951-6FB3FA07F912}" dt="2023-10-09T07:01:42.406" v="1193" actId="21"/>
          <ac:spMkLst>
            <pc:docMk/>
            <pc:sldMk cId="3081938124" sldId="460"/>
            <ac:spMk id="3" creationId="{902DB61A-7CBB-BE27-DDAD-A209E2D62D8E}"/>
          </ac:spMkLst>
        </pc:spChg>
        <pc:spChg chg="mod">
          <ac:chgData name="Martin Siemienski Andersen" userId="3e5b9027-db81-4bdb-8ff3-173865797b46" providerId="ADAL" clId="{63035C20-FDE9-4127-A951-6FB3FA07F912}" dt="2023-10-09T07:01:47.350" v="1196" actId="5793"/>
          <ac:spMkLst>
            <pc:docMk/>
            <pc:sldMk cId="3081938124" sldId="460"/>
            <ac:spMk id="4" creationId="{3A361E2D-BB25-FDE8-0092-CD9E4844C927}"/>
          </ac:spMkLst>
        </pc:spChg>
        <pc:spChg chg="mod">
          <ac:chgData name="Martin Siemienski Andersen" userId="3e5b9027-db81-4bdb-8ff3-173865797b46" providerId="ADAL" clId="{63035C20-FDE9-4127-A951-6FB3FA07F912}" dt="2023-10-09T07:03:10.884" v="1211" actId="14100"/>
          <ac:spMkLst>
            <pc:docMk/>
            <pc:sldMk cId="3081938124" sldId="460"/>
            <ac:spMk id="10" creationId="{52C4B83E-7CFA-2ED9-E5AC-E9A958E7776D}"/>
          </ac:spMkLst>
        </pc:spChg>
        <pc:spChg chg="mod">
          <ac:chgData name="Martin Siemienski Andersen" userId="3e5b9027-db81-4bdb-8ff3-173865797b46" providerId="ADAL" clId="{63035C20-FDE9-4127-A951-6FB3FA07F912}" dt="2023-10-09T07:03:17.800" v="1213" actId="1076"/>
          <ac:spMkLst>
            <pc:docMk/>
            <pc:sldMk cId="3081938124" sldId="460"/>
            <ac:spMk id="14" creationId="{C2B265DD-FB50-23FD-43A3-5CAD7464A679}"/>
          </ac:spMkLst>
        </pc:spChg>
      </pc:sldChg>
      <pc:sldChg chg="addSp delSp modSp add mod">
        <pc:chgData name="Martin Siemienski Andersen" userId="3e5b9027-db81-4bdb-8ff3-173865797b46" providerId="ADAL" clId="{63035C20-FDE9-4127-A951-6FB3FA07F912}" dt="2023-10-09T07:20:50.586" v="1455" actId="14100"/>
        <pc:sldMkLst>
          <pc:docMk/>
          <pc:sldMk cId="3628408687" sldId="461"/>
        </pc:sldMkLst>
        <pc:spChg chg="del">
          <ac:chgData name="Martin Siemienski Andersen" userId="3e5b9027-db81-4bdb-8ff3-173865797b46" providerId="ADAL" clId="{63035C20-FDE9-4127-A951-6FB3FA07F912}" dt="2023-10-09T07:20:46.363" v="1453" actId="478"/>
          <ac:spMkLst>
            <pc:docMk/>
            <pc:sldMk cId="3628408687" sldId="461"/>
            <ac:spMk id="4" creationId="{CCE2D014-A6B9-4D91-9D64-E13A99AC6CF4}"/>
          </ac:spMkLst>
        </pc:spChg>
        <pc:spChg chg="mod">
          <ac:chgData name="Martin Siemienski Andersen" userId="3e5b9027-db81-4bdb-8ff3-173865797b46" providerId="ADAL" clId="{63035C20-FDE9-4127-A951-6FB3FA07F912}" dt="2023-10-09T07:20:01.585" v="1451" actId="1076"/>
          <ac:spMkLst>
            <pc:docMk/>
            <pc:sldMk cId="3628408687" sldId="461"/>
            <ac:spMk id="5" creationId="{DCA88845-338D-42EF-8AF9-321D3EDC48BE}"/>
          </ac:spMkLst>
        </pc:spChg>
        <pc:spChg chg="add del mod">
          <ac:chgData name="Martin Siemienski Andersen" userId="3e5b9027-db81-4bdb-8ff3-173865797b46" providerId="ADAL" clId="{63035C20-FDE9-4127-A951-6FB3FA07F912}" dt="2023-10-09T07:20:47.288" v="1454"/>
          <ac:spMkLst>
            <pc:docMk/>
            <pc:sldMk cId="3628408687" sldId="461"/>
            <ac:spMk id="6" creationId="{B6AB6F6B-E008-1D7B-FB74-7B72916230C2}"/>
          </ac:spMkLst>
        </pc:spChg>
        <pc:spChg chg="add mod">
          <ac:chgData name="Martin Siemienski Andersen" userId="3e5b9027-db81-4bdb-8ff3-173865797b46" providerId="ADAL" clId="{63035C20-FDE9-4127-A951-6FB3FA07F912}" dt="2023-10-09T07:20:50.586" v="1455" actId="14100"/>
          <ac:spMkLst>
            <pc:docMk/>
            <pc:sldMk cId="3628408687" sldId="461"/>
            <ac:spMk id="7" creationId="{16B9DB6D-E984-293D-CF9E-AE435026F356}"/>
          </ac:spMkLst>
        </pc:spChg>
        <pc:spChg chg="del">
          <ac:chgData name="Martin Siemienski Andersen" userId="3e5b9027-db81-4bdb-8ff3-173865797b46" providerId="ADAL" clId="{63035C20-FDE9-4127-A951-6FB3FA07F912}" dt="2023-10-09T07:09:21.765" v="1364" actId="478"/>
          <ac:spMkLst>
            <pc:docMk/>
            <pc:sldMk cId="3628408687" sldId="461"/>
            <ac:spMk id="45" creationId="{2171930A-13AE-46CC-8714-B0A084014323}"/>
          </ac:spMkLst>
        </pc:spChg>
      </pc:sldChg>
      <pc:sldChg chg="addSp delSp modSp add mod">
        <pc:chgData name="Martin Siemienski Andersen" userId="3e5b9027-db81-4bdb-8ff3-173865797b46" providerId="ADAL" clId="{63035C20-FDE9-4127-A951-6FB3FA07F912}" dt="2023-10-09T07:24:00.347" v="1563" actId="20577"/>
        <pc:sldMkLst>
          <pc:docMk/>
          <pc:sldMk cId="3236792484" sldId="462"/>
        </pc:sldMkLst>
        <pc:spChg chg="add mod">
          <ac:chgData name="Martin Siemienski Andersen" userId="3e5b9027-db81-4bdb-8ff3-173865797b46" providerId="ADAL" clId="{63035C20-FDE9-4127-A951-6FB3FA07F912}" dt="2023-10-09T07:24:00.347" v="1563" actId="20577"/>
          <ac:spMkLst>
            <pc:docMk/>
            <pc:sldMk cId="3236792484" sldId="462"/>
            <ac:spMk id="5" creationId="{432D8555-A063-915C-BD02-7D53E0AC8B3F}"/>
          </ac:spMkLst>
        </pc:spChg>
        <pc:spChg chg="mod">
          <ac:chgData name="Martin Siemienski Andersen" userId="3e5b9027-db81-4bdb-8ff3-173865797b46" providerId="ADAL" clId="{63035C20-FDE9-4127-A951-6FB3FA07F912}" dt="2023-10-09T07:23:56.828" v="1560" actId="20577"/>
          <ac:spMkLst>
            <pc:docMk/>
            <pc:sldMk cId="3236792484" sldId="462"/>
            <ac:spMk id="6" creationId="{FD4CF3AC-B627-D521-8AA9-4BD276FBC0B7}"/>
          </ac:spMkLst>
        </pc:spChg>
        <pc:spChg chg="del">
          <ac:chgData name="Martin Siemienski Andersen" userId="3e5b9027-db81-4bdb-8ff3-173865797b46" providerId="ADAL" clId="{63035C20-FDE9-4127-A951-6FB3FA07F912}" dt="2023-10-09T07:22:25.533" v="1527" actId="478"/>
          <ac:spMkLst>
            <pc:docMk/>
            <pc:sldMk cId="3236792484" sldId="462"/>
            <ac:spMk id="8" creationId="{B978DC38-C0EF-E13F-9588-ED5517B1968C}"/>
          </ac:spMkLst>
        </pc:spChg>
        <pc:spChg chg="del">
          <ac:chgData name="Martin Siemienski Andersen" userId="3e5b9027-db81-4bdb-8ff3-173865797b46" providerId="ADAL" clId="{63035C20-FDE9-4127-A951-6FB3FA07F912}" dt="2023-10-09T07:22:27.002" v="1528" actId="478"/>
          <ac:spMkLst>
            <pc:docMk/>
            <pc:sldMk cId="3236792484" sldId="462"/>
            <ac:spMk id="10" creationId="{96D0E718-40D7-2346-157D-BA1BF9A3FB33}"/>
          </ac:spMkLst>
        </pc:spChg>
      </pc:sldChg>
    </pc:docChg>
  </pc:docChgLst>
  <pc:docChgLst>
    <pc:chgData name="Martin Siemienski Andersen" userId="3e5b9027-db81-4bdb-8ff3-173865797b46" providerId="ADAL" clId="{6E049224-252F-436E-A60E-FE8AF148E72A}"/>
    <pc:docChg chg="modSld">
      <pc:chgData name="Martin Siemienski Andersen" userId="3e5b9027-db81-4bdb-8ff3-173865797b46" providerId="ADAL" clId="{6E049224-252F-436E-A60E-FE8AF148E72A}" dt="2023-08-08T06:17:51.805" v="1" actId="729"/>
      <pc:docMkLst>
        <pc:docMk/>
      </pc:docMkLst>
      <pc:sldChg chg="mod modShow">
        <pc:chgData name="Martin Siemienski Andersen" userId="3e5b9027-db81-4bdb-8ff3-173865797b46" providerId="ADAL" clId="{6E049224-252F-436E-A60E-FE8AF148E72A}" dt="2023-08-08T06:17:40.545" v="0" actId="729"/>
        <pc:sldMkLst>
          <pc:docMk/>
          <pc:sldMk cId="1521559328" sldId="414"/>
        </pc:sldMkLst>
      </pc:sldChg>
      <pc:sldChg chg="mod modShow">
        <pc:chgData name="Martin Siemienski Andersen" userId="3e5b9027-db81-4bdb-8ff3-173865797b46" providerId="ADAL" clId="{6E049224-252F-436E-A60E-FE8AF148E72A}" dt="2023-08-08T06:17:51.805" v="1" actId="729"/>
        <pc:sldMkLst>
          <pc:docMk/>
          <pc:sldMk cId="4122037695" sldId="415"/>
        </pc:sldMkLst>
      </pc:sldChg>
    </pc:docChg>
  </pc:docChgLst>
  <pc:docChgLst>
    <pc:chgData name="Martin Siemienski Andersen" userId="3e5b9027-db81-4bdb-8ff3-173865797b46" providerId="ADAL" clId="{6F5CAC0C-B654-094D-AB28-3CBD7F5C2E49}"/>
    <pc:docChg chg="custSel modSld sldOrd">
      <pc:chgData name="Martin Siemienski Andersen" userId="3e5b9027-db81-4bdb-8ff3-173865797b46" providerId="ADAL" clId="{6F5CAC0C-B654-094D-AB28-3CBD7F5C2E49}" dt="2023-10-10T09:34:37.383" v="366" actId="207"/>
      <pc:docMkLst>
        <pc:docMk/>
      </pc:docMkLst>
      <pc:sldChg chg="modSp mod">
        <pc:chgData name="Martin Siemienski Andersen" userId="3e5b9027-db81-4bdb-8ff3-173865797b46" providerId="ADAL" clId="{6F5CAC0C-B654-094D-AB28-3CBD7F5C2E49}" dt="2023-10-10T09:33:20.793" v="358" actId="207"/>
        <pc:sldMkLst>
          <pc:docMk/>
          <pc:sldMk cId="867482800" sldId="394"/>
        </pc:sldMkLst>
        <pc:spChg chg="mod">
          <ac:chgData name="Martin Siemienski Andersen" userId="3e5b9027-db81-4bdb-8ff3-173865797b46" providerId="ADAL" clId="{6F5CAC0C-B654-094D-AB28-3CBD7F5C2E49}" dt="2023-10-10T09:33:20.793" v="358" actId="207"/>
          <ac:spMkLst>
            <pc:docMk/>
            <pc:sldMk cId="867482800" sldId="394"/>
            <ac:spMk id="6" creationId="{FD4CF3AC-B627-D521-8AA9-4BD276FBC0B7}"/>
          </ac:spMkLst>
        </pc:spChg>
      </pc:sldChg>
      <pc:sldChg chg="ord">
        <pc:chgData name="Martin Siemienski Andersen" userId="3e5b9027-db81-4bdb-8ff3-173865797b46" providerId="ADAL" clId="{6F5CAC0C-B654-094D-AB28-3CBD7F5C2E49}" dt="2023-10-09T11:26:13.388" v="11" actId="20578"/>
        <pc:sldMkLst>
          <pc:docMk/>
          <pc:sldMk cId="3636122926" sldId="400"/>
        </pc:sldMkLst>
      </pc:sldChg>
      <pc:sldChg chg="modSp mod">
        <pc:chgData name="Martin Siemienski Andersen" userId="3e5b9027-db81-4bdb-8ff3-173865797b46" providerId="ADAL" clId="{6F5CAC0C-B654-094D-AB28-3CBD7F5C2E49}" dt="2023-10-09T12:16:43.214" v="347" actId="20577"/>
        <pc:sldMkLst>
          <pc:docMk/>
          <pc:sldMk cId="1605162382" sldId="441"/>
        </pc:sldMkLst>
        <pc:spChg chg="mod">
          <ac:chgData name="Martin Siemienski Andersen" userId="3e5b9027-db81-4bdb-8ff3-173865797b46" providerId="ADAL" clId="{6F5CAC0C-B654-094D-AB28-3CBD7F5C2E49}" dt="2023-10-09T12:16:43.214" v="347" actId="20577"/>
          <ac:spMkLst>
            <pc:docMk/>
            <pc:sldMk cId="1605162382" sldId="441"/>
            <ac:spMk id="7" creationId="{F4C89882-9546-C98F-281C-5FE03375133E}"/>
          </ac:spMkLst>
        </pc:spChg>
      </pc:sldChg>
      <pc:sldChg chg="modSp mod">
        <pc:chgData name="Martin Siemienski Andersen" userId="3e5b9027-db81-4bdb-8ff3-173865797b46" providerId="ADAL" clId="{6F5CAC0C-B654-094D-AB28-3CBD7F5C2E49}" dt="2023-10-09T11:19:11.612" v="10" actId="20577"/>
        <pc:sldMkLst>
          <pc:docMk/>
          <pc:sldMk cId="1690966409" sldId="446"/>
        </pc:sldMkLst>
        <pc:spChg chg="mod">
          <ac:chgData name="Martin Siemienski Andersen" userId="3e5b9027-db81-4bdb-8ff3-173865797b46" providerId="ADAL" clId="{6F5CAC0C-B654-094D-AB28-3CBD7F5C2E49}" dt="2023-10-09T11:19:11.612" v="10" actId="20577"/>
          <ac:spMkLst>
            <pc:docMk/>
            <pc:sldMk cId="1690966409" sldId="446"/>
            <ac:spMk id="12" creationId="{A44FA518-9AC4-A2C7-F6F9-4AE27756563F}"/>
          </ac:spMkLst>
        </pc:spChg>
      </pc:sldChg>
      <pc:sldChg chg="modSp mod">
        <pc:chgData name="Martin Siemienski Andersen" userId="3e5b9027-db81-4bdb-8ff3-173865797b46" providerId="ADAL" clId="{6F5CAC0C-B654-094D-AB28-3CBD7F5C2E49}" dt="2023-10-09T11:28:40.789" v="17" actId="20577"/>
        <pc:sldMkLst>
          <pc:docMk/>
          <pc:sldMk cId="2081407033" sldId="447"/>
        </pc:sldMkLst>
        <pc:spChg chg="mod">
          <ac:chgData name="Martin Siemienski Andersen" userId="3e5b9027-db81-4bdb-8ff3-173865797b46" providerId="ADAL" clId="{6F5CAC0C-B654-094D-AB28-3CBD7F5C2E49}" dt="2023-10-09T11:28:40.789" v="17" actId="20577"/>
          <ac:spMkLst>
            <pc:docMk/>
            <pc:sldMk cId="2081407033" sldId="447"/>
            <ac:spMk id="4" creationId="{8C8AC6F6-8E72-9119-E2B8-E50C5F953A2A}"/>
          </ac:spMkLst>
        </pc:spChg>
      </pc:sldChg>
      <pc:sldChg chg="modSp mod">
        <pc:chgData name="Martin Siemienski Andersen" userId="3e5b9027-db81-4bdb-8ff3-173865797b46" providerId="ADAL" clId="{6F5CAC0C-B654-094D-AB28-3CBD7F5C2E49}" dt="2023-10-10T09:34:21.486" v="362" actId="207"/>
        <pc:sldMkLst>
          <pc:docMk/>
          <pc:sldMk cId="2088410690" sldId="458"/>
        </pc:sldMkLst>
        <pc:spChg chg="mod">
          <ac:chgData name="Martin Siemienski Andersen" userId="3e5b9027-db81-4bdb-8ff3-173865797b46" providerId="ADAL" clId="{6F5CAC0C-B654-094D-AB28-3CBD7F5C2E49}" dt="2023-10-09T12:21:14.589" v="357" actId="20577"/>
          <ac:spMkLst>
            <pc:docMk/>
            <pc:sldMk cId="2088410690" sldId="458"/>
            <ac:spMk id="4" creationId="{3A361E2D-BB25-FDE8-0092-CD9E4844C927}"/>
          </ac:spMkLst>
        </pc:spChg>
        <pc:spChg chg="mod">
          <ac:chgData name="Martin Siemienski Andersen" userId="3e5b9027-db81-4bdb-8ff3-173865797b46" providerId="ADAL" clId="{6F5CAC0C-B654-094D-AB28-3CBD7F5C2E49}" dt="2023-10-10T09:34:18.041" v="361" actId="207"/>
          <ac:spMkLst>
            <pc:docMk/>
            <pc:sldMk cId="2088410690" sldId="458"/>
            <ac:spMk id="12" creationId="{B1AB590B-DAE9-9970-20AB-9579EFB27D77}"/>
          </ac:spMkLst>
        </pc:spChg>
        <pc:spChg chg="mod">
          <ac:chgData name="Martin Siemienski Andersen" userId="3e5b9027-db81-4bdb-8ff3-173865797b46" providerId="ADAL" clId="{6F5CAC0C-B654-094D-AB28-3CBD7F5C2E49}" dt="2023-10-10T09:34:21.486" v="362" actId="207"/>
          <ac:spMkLst>
            <pc:docMk/>
            <pc:sldMk cId="2088410690" sldId="458"/>
            <ac:spMk id="14" creationId="{C2B265DD-FB50-23FD-43A3-5CAD7464A679}"/>
          </ac:spMkLst>
        </pc:spChg>
      </pc:sldChg>
      <pc:sldChg chg="modSp mod">
        <pc:chgData name="Martin Siemienski Andersen" userId="3e5b9027-db81-4bdb-8ff3-173865797b46" providerId="ADAL" clId="{6F5CAC0C-B654-094D-AB28-3CBD7F5C2E49}" dt="2023-10-10T09:34:37.383" v="366" actId="207"/>
        <pc:sldMkLst>
          <pc:docMk/>
          <pc:sldMk cId="3081938124" sldId="460"/>
        </pc:sldMkLst>
        <pc:spChg chg="mod">
          <ac:chgData name="Martin Siemienski Andersen" userId="3e5b9027-db81-4bdb-8ff3-173865797b46" providerId="ADAL" clId="{6F5CAC0C-B654-094D-AB28-3CBD7F5C2E49}" dt="2023-10-09T12:21:05.302" v="353" actId="20577"/>
          <ac:spMkLst>
            <pc:docMk/>
            <pc:sldMk cId="3081938124" sldId="460"/>
            <ac:spMk id="4" creationId="{3A361E2D-BB25-FDE8-0092-CD9E4844C927}"/>
          </ac:spMkLst>
        </pc:spChg>
        <pc:spChg chg="mod">
          <ac:chgData name="Martin Siemienski Andersen" userId="3e5b9027-db81-4bdb-8ff3-173865797b46" providerId="ADAL" clId="{6F5CAC0C-B654-094D-AB28-3CBD7F5C2E49}" dt="2023-10-10T09:34:26.962" v="363" actId="207"/>
          <ac:spMkLst>
            <pc:docMk/>
            <pc:sldMk cId="3081938124" sldId="460"/>
            <ac:spMk id="8" creationId="{11196925-267D-40BA-2C50-AE58016931A4}"/>
          </ac:spMkLst>
        </pc:spChg>
        <pc:spChg chg="mod">
          <ac:chgData name="Martin Siemienski Andersen" userId="3e5b9027-db81-4bdb-8ff3-173865797b46" providerId="ADAL" clId="{6F5CAC0C-B654-094D-AB28-3CBD7F5C2E49}" dt="2023-10-10T09:34:30.235" v="364" actId="207"/>
          <ac:spMkLst>
            <pc:docMk/>
            <pc:sldMk cId="3081938124" sldId="460"/>
            <ac:spMk id="10" creationId="{52C4B83E-7CFA-2ED9-E5AC-E9A958E7776D}"/>
          </ac:spMkLst>
        </pc:spChg>
        <pc:spChg chg="mod">
          <ac:chgData name="Martin Siemienski Andersen" userId="3e5b9027-db81-4bdb-8ff3-173865797b46" providerId="ADAL" clId="{6F5CAC0C-B654-094D-AB28-3CBD7F5C2E49}" dt="2023-10-10T09:34:33.967" v="365" actId="207"/>
          <ac:spMkLst>
            <pc:docMk/>
            <pc:sldMk cId="3081938124" sldId="460"/>
            <ac:spMk id="12" creationId="{B1AB590B-DAE9-9970-20AB-9579EFB27D77}"/>
          </ac:spMkLst>
        </pc:spChg>
        <pc:spChg chg="mod">
          <ac:chgData name="Martin Siemienski Andersen" userId="3e5b9027-db81-4bdb-8ff3-173865797b46" providerId="ADAL" clId="{6F5CAC0C-B654-094D-AB28-3CBD7F5C2E49}" dt="2023-10-10T09:34:37.383" v="366" actId="207"/>
          <ac:spMkLst>
            <pc:docMk/>
            <pc:sldMk cId="3081938124" sldId="460"/>
            <ac:spMk id="14" creationId="{C2B265DD-FB50-23FD-43A3-5CAD7464A679}"/>
          </ac:spMkLst>
        </pc:spChg>
      </pc:sldChg>
      <pc:sldChg chg="modSp mod">
        <pc:chgData name="Martin Siemienski Andersen" userId="3e5b9027-db81-4bdb-8ff3-173865797b46" providerId="ADAL" clId="{6F5CAC0C-B654-094D-AB28-3CBD7F5C2E49}" dt="2023-10-10T09:34:14.272" v="360" actId="207"/>
        <pc:sldMkLst>
          <pc:docMk/>
          <pc:sldMk cId="3236792484" sldId="462"/>
        </pc:sldMkLst>
        <pc:spChg chg="mod">
          <ac:chgData name="Martin Siemienski Andersen" userId="3e5b9027-db81-4bdb-8ff3-173865797b46" providerId="ADAL" clId="{6F5CAC0C-B654-094D-AB28-3CBD7F5C2E49}" dt="2023-10-10T09:34:14.272" v="360" actId="207"/>
          <ac:spMkLst>
            <pc:docMk/>
            <pc:sldMk cId="3236792484" sldId="462"/>
            <ac:spMk id="5" creationId="{432D8555-A063-915C-BD02-7D53E0AC8B3F}"/>
          </ac:spMkLst>
        </pc:spChg>
        <pc:spChg chg="mod">
          <ac:chgData name="Martin Siemienski Andersen" userId="3e5b9027-db81-4bdb-8ff3-173865797b46" providerId="ADAL" clId="{6F5CAC0C-B654-094D-AB28-3CBD7F5C2E49}" dt="2023-10-10T09:34:11.641" v="359" actId="207"/>
          <ac:spMkLst>
            <pc:docMk/>
            <pc:sldMk cId="3236792484" sldId="462"/>
            <ac:spMk id="6" creationId="{FD4CF3AC-B627-D521-8AA9-4BD276FBC0B7}"/>
          </ac:spMkLst>
        </pc:spChg>
      </pc:sldChg>
    </pc:docChg>
  </pc:docChgLst>
  <pc:docChgLst>
    <pc:chgData name="Martin Siemienski Andersen" userId="3e5b9027-db81-4bdb-8ff3-173865797b46" providerId="ADAL" clId="{83E51C49-27A0-4E43-9FA8-B5756C4FBE6A}"/>
    <pc:docChg chg="custSel addSld delSld modSld modSection">
      <pc:chgData name="Martin Siemienski Andersen" userId="3e5b9027-db81-4bdb-8ff3-173865797b46" providerId="ADAL" clId="{83E51C49-27A0-4E43-9FA8-B5756C4FBE6A}" dt="2023-08-08T08:05:17.110" v="572" actId="404"/>
      <pc:docMkLst>
        <pc:docMk/>
      </pc:docMkLst>
      <pc:sldChg chg="modSp mod">
        <pc:chgData name="Martin Siemienski Andersen" userId="3e5b9027-db81-4bdb-8ff3-173865797b46" providerId="ADAL" clId="{83E51C49-27A0-4E43-9FA8-B5756C4FBE6A}" dt="2023-08-08T08:05:12.361" v="570" actId="404"/>
        <pc:sldMkLst>
          <pc:docMk/>
          <pc:sldMk cId="3364945455" sldId="403"/>
        </pc:sldMkLst>
        <pc:spChg chg="mod">
          <ac:chgData name="Martin Siemienski Andersen" userId="3e5b9027-db81-4bdb-8ff3-173865797b46" providerId="ADAL" clId="{83E51C49-27A0-4E43-9FA8-B5756C4FBE6A}" dt="2023-08-08T08:05:12.361" v="570" actId="404"/>
          <ac:spMkLst>
            <pc:docMk/>
            <pc:sldMk cId="3364945455" sldId="403"/>
            <ac:spMk id="4" creationId="{89B18FE9-F514-4303-88BB-AD44B4972077}"/>
          </ac:spMkLst>
        </pc:spChg>
        <pc:spChg chg="mod">
          <ac:chgData name="Martin Siemienski Andersen" userId="3e5b9027-db81-4bdb-8ff3-173865797b46" providerId="ADAL" clId="{83E51C49-27A0-4E43-9FA8-B5756C4FBE6A}" dt="2023-08-08T07:53:57.669" v="366" actId="6549"/>
          <ac:spMkLst>
            <pc:docMk/>
            <pc:sldMk cId="3364945455" sldId="403"/>
            <ac:spMk id="9" creationId="{7422D2AD-BC31-4CBE-B1E7-C44F70AB47BB}"/>
          </ac:spMkLst>
        </pc:spChg>
      </pc:sldChg>
      <pc:sldChg chg="modSp mod">
        <pc:chgData name="Martin Siemienski Andersen" userId="3e5b9027-db81-4bdb-8ff3-173865797b46" providerId="ADAL" clId="{83E51C49-27A0-4E43-9FA8-B5756C4FBE6A}" dt="2023-08-08T08:05:17.110" v="572" actId="404"/>
        <pc:sldMkLst>
          <pc:docMk/>
          <pc:sldMk cId="492540003" sldId="404"/>
        </pc:sldMkLst>
        <pc:spChg chg="mod">
          <ac:chgData name="Martin Siemienski Andersen" userId="3e5b9027-db81-4bdb-8ff3-173865797b46" providerId="ADAL" clId="{83E51C49-27A0-4E43-9FA8-B5756C4FBE6A}" dt="2023-08-08T08:05:17.110" v="572" actId="404"/>
          <ac:spMkLst>
            <pc:docMk/>
            <pc:sldMk cId="492540003" sldId="404"/>
            <ac:spMk id="4" creationId="{89B18FE9-F514-4303-88BB-AD44B4972077}"/>
          </ac:spMkLst>
        </pc:spChg>
      </pc:sldChg>
      <pc:sldChg chg="modSp mod">
        <pc:chgData name="Martin Siemienski Andersen" userId="3e5b9027-db81-4bdb-8ff3-173865797b46" providerId="ADAL" clId="{83E51C49-27A0-4E43-9FA8-B5756C4FBE6A}" dt="2023-08-08T07:48:25.828" v="297" actId="14100"/>
        <pc:sldMkLst>
          <pc:docMk/>
          <pc:sldMk cId="1668894631" sldId="406"/>
        </pc:sldMkLst>
        <pc:spChg chg="mod">
          <ac:chgData name="Martin Siemienski Andersen" userId="3e5b9027-db81-4bdb-8ff3-173865797b46" providerId="ADAL" clId="{83E51C49-27A0-4E43-9FA8-B5756C4FBE6A}" dt="2023-08-08T07:48:25.828" v="297" actId="14100"/>
          <ac:spMkLst>
            <pc:docMk/>
            <pc:sldMk cId="1668894631" sldId="406"/>
            <ac:spMk id="4" creationId="{D2F8C48C-292C-487B-96A4-CC5DDFFCD6E8}"/>
          </ac:spMkLst>
        </pc:spChg>
      </pc:sldChg>
      <pc:sldChg chg="modSp mod">
        <pc:chgData name="Martin Siemienski Andersen" userId="3e5b9027-db81-4bdb-8ff3-173865797b46" providerId="ADAL" clId="{83E51C49-27A0-4E43-9FA8-B5756C4FBE6A}" dt="2023-08-08T07:49:57.104" v="301" actId="27636"/>
        <pc:sldMkLst>
          <pc:docMk/>
          <pc:sldMk cId="3469801031" sldId="410"/>
        </pc:sldMkLst>
        <pc:spChg chg="mod">
          <ac:chgData name="Martin Siemienski Andersen" userId="3e5b9027-db81-4bdb-8ff3-173865797b46" providerId="ADAL" clId="{83E51C49-27A0-4E43-9FA8-B5756C4FBE6A}" dt="2023-08-08T07:49:57.104" v="301" actId="27636"/>
          <ac:spMkLst>
            <pc:docMk/>
            <pc:sldMk cId="3469801031" sldId="410"/>
            <ac:spMk id="5" creationId="{7C33DE81-44D1-474E-861F-4B92C802B0E7}"/>
          </ac:spMkLst>
        </pc:spChg>
      </pc:sldChg>
      <pc:sldChg chg="modSp mod">
        <pc:chgData name="Martin Siemienski Andersen" userId="3e5b9027-db81-4bdb-8ff3-173865797b46" providerId="ADAL" clId="{83E51C49-27A0-4E43-9FA8-B5756C4FBE6A}" dt="2023-08-08T08:04:48.607" v="531"/>
        <pc:sldMkLst>
          <pc:docMk/>
          <pc:sldMk cId="2676309362" sldId="413"/>
        </pc:sldMkLst>
        <pc:spChg chg="mod">
          <ac:chgData name="Martin Siemienski Andersen" userId="3e5b9027-db81-4bdb-8ff3-173865797b46" providerId="ADAL" clId="{83E51C49-27A0-4E43-9FA8-B5756C4FBE6A}" dt="2023-08-08T08:04:48.607" v="531"/>
          <ac:spMkLst>
            <pc:docMk/>
            <pc:sldMk cId="2676309362" sldId="413"/>
            <ac:spMk id="4" creationId="{B367434B-E11A-42DE-B3DB-324DAC37431B}"/>
          </ac:spMkLst>
        </pc:spChg>
        <pc:spChg chg="mod">
          <ac:chgData name="Martin Siemienski Andersen" userId="3e5b9027-db81-4bdb-8ff3-173865797b46" providerId="ADAL" clId="{83E51C49-27A0-4E43-9FA8-B5756C4FBE6A}" dt="2023-08-08T08:03:55.157" v="528" actId="6549"/>
          <ac:spMkLst>
            <pc:docMk/>
            <pc:sldMk cId="2676309362" sldId="413"/>
            <ac:spMk id="8" creationId="{E3CBE912-8088-4E58-903A-11D7A87AE4DE}"/>
          </ac:spMkLst>
        </pc:spChg>
      </pc:sldChg>
      <pc:sldChg chg="modSp mod">
        <pc:chgData name="Martin Siemienski Andersen" userId="3e5b9027-db81-4bdb-8ff3-173865797b46" providerId="ADAL" clId="{83E51C49-27A0-4E43-9FA8-B5756C4FBE6A}" dt="2023-08-08T07:47:17.863" v="262" actId="20577"/>
        <pc:sldMkLst>
          <pc:docMk/>
          <pc:sldMk cId="2632825420" sldId="435"/>
        </pc:sldMkLst>
        <pc:spChg chg="mod">
          <ac:chgData name="Martin Siemienski Andersen" userId="3e5b9027-db81-4bdb-8ff3-173865797b46" providerId="ADAL" clId="{83E51C49-27A0-4E43-9FA8-B5756C4FBE6A}" dt="2023-08-08T07:47:17.863" v="262" actId="20577"/>
          <ac:spMkLst>
            <pc:docMk/>
            <pc:sldMk cId="2632825420" sldId="435"/>
            <ac:spMk id="5" creationId="{C031A694-73FF-B5FE-6AF4-9C5E0D1D04B5}"/>
          </ac:spMkLst>
        </pc:spChg>
      </pc:sldChg>
      <pc:sldChg chg="delSp modSp add mod">
        <pc:chgData name="Martin Siemienski Andersen" userId="3e5b9027-db81-4bdb-8ff3-173865797b46" providerId="ADAL" clId="{83E51C49-27A0-4E43-9FA8-B5756C4FBE6A}" dt="2023-08-08T07:46:28.477" v="241" actId="20577"/>
        <pc:sldMkLst>
          <pc:docMk/>
          <pc:sldMk cId="1925517543" sldId="437"/>
        </pc:sldMkLst>
        <pc:spChg chg="mod">
          <ac:chgData name="Martin Siemienski Andersen" userId="3e5b9027-db81-4bdb-8ff3-173865797b46" providerId="ADAL" clId="{83E51C49-27A0-4E43-9FA8-B5756C4FBE6A}" dt="2023-08-08T07:46:19.757" v="219" actId="20577"/>
          <ac:spMkLst>
            <pc:docMk/>
            <pc:sldMk cId="1925517543" sldId="437"/>
            <ac:spMk id="4" creationId="{00000000-0000-0000-0000-000000000000}"/>
          </ac:spMkLst>
        </pc:spChg>
        <pc:spChg chg="mod">
          <ac:chgData name="Martin Siemienski Andersen" userId="3e5b9027-db81-4bdb-8ff3-173865797b46" providerId="ADAL" clId="{83E51C49-27A0-4E43-9FA8-B5756C4FBE6A}" dt="2023-08-08T07:46:28.477" v="241" actId="20577"/>
          <ac:spMkLst>
            <pc:docMk/>
            <pc:sldMk cId="1925517543" sldId="437"/>
            <ac:spMk id="7" creationId="{4DA133E7-1663-4225-8269-5D2351387CA5}"/>
          </ac:spMkLst>
        </pc:spChg>
        <pc:picChg chg="del">
          <ac:chgData name="Martin Siemienski Andersen" userId="3e5b9027-db81-4bdb-8ff3-173865797b46" providerId="ADAL" clId="{83E51C49-27A0-4E43-9FA8-B5756C4FBE6A}" dt="2023-08-08T07:46:11.393" v="185" actId="478"/>
          <ac:picMkLst>
            <pc:docMk/>
            <pc:sldMk cId="1925517543" sldId="437"/>
            <ac:picMk id="3" creationId="{71265444-1475-45F7-87FC-BA761550D6CF}"/>
          </ac:picMkLst>
        </pc:picChg>
      </pc:sldChg>
      <pc:sldChg chg="modSp add del mod">
        <pc:chgData name="Martin Siemienski Andersen" userId="3e5b9027-db81-4bdb-8ff3-173865797b46" providerId="ADAL" clId="{83E51C49-27A0-4E43-9FA8-B5756C4FBE6A}" dt="2023-08-08T07:47:40.403" v="272" actId="47"/>
        <pc:sldMkLst>
          <pc:docMk/>
          <pc:sldMk cId="1015926341" sldId="438"/>
        </pc:sldMkLst>
        <pc:spChg chg="mod">
          <ac:chgData name="Martin Siemienski Andersen" userId="3e5b9027-db81-4bdb-8ff3-173865797b46" providerId="ADAL" clId="{83E51C49-27A0-4E43-9FA8-B5756C4FBE6A}" dt="2023-08-08T07:47:37.347" v="271" actId="20577"/>
          <ac:spMkLst>
            <pc:docMk/>
            <pc:sldMk cId="1015926341" sldId="438"/>
            <ac:spMk id="4" creationId="{26C4B503-F6C0-A5F6-AD3D-7E6C37F33D7F}"/>
          </ac:spMkLst>
        </pc:spChg>
      </pc:sldChg>
    </pc:docChg>
  </pc:docChgLst>
  <pc:docChgLst>
    <pc:chgData name="John Hansen" userId="4cb6df52-f46b-4a86-9a6e-3c7ce04f8df2" providerId="ADAL" clId="{447F796C-E8F8-4580-9044-8AD74E1DE2A9}"/>
    <pc:docChg chg="custSel addSld delSld modSld modSection">
      <pc:chgData name="John Hansen" userId="4cb6df52-f46b-4a86-9a6e-3c7ce04f8df2" providerId="ADAL" clId="{447F796C-E8F8-4580-9044-8AD74E1DE2A9}" dt="2021-11-02T20:15:49.300" v="65" actId="108"/>
      <pc:docMkLst>
        <pc:docMk/>
      </pc:docMkLst>
      <pc:sldChg chg="del">
        <pc:chgData name="John Hansen" userId="4cb6df52-f46b-4a86-9a6e-3c7ce04f8df2" providerId="ADAL" clId="{447F796C-E8F8-4580-9044-8AD74E1DE2A9}" dt="2021-11-02T19:30:40.600" v="0" actId="47"/>
        <pc:sldMkLst>
          <pc:docMk/>
          <pc:sldMk cId="3444780015" sldId="409"/>
        </pc:sldMkLst>
      </pc:sldChg>
      <pc:sldChg chg="addSp delSp modSp add mod">
        <pc:chgData name="John Hansen" userId="4cb6df52-f46b-4a86-9a6e-3c7ce04f8df2" providerId="ADAL" clId="{447F796C-E8F8-4580-9044-8AD74E1DE2A9}" dt="2021-11-02T19:53:03.124" v="43" actId="108"/>
        <pc:sldMkLst>
          <pc:docMk/>
          <pc:sldMk cId="1521559328" sldId="414"/>
        </pc:sldMkLst>
        <pc:spChg chg="add del mod">
          <ac:chgData name="John Hansen" userId="4cb6df52-f46b-4a86-9a6e-3c7ce04f8df2" providerId="ADAL" clId="{447F796C-E8F8-4580-9044-8AD74E1DE2A9}" dt="2021-11-02T19:51:24.534" v="4" actId="478"/>
          <ac:spMkLst>
            <pc:docMk/>
            <pc:sldMk cId="1521559328" sldId="414"/>
            <ac:spMk id="4" creationId="{27C78EB2-9CE8-4C61-BEE9-8C03FF704B76}"/>
          </ac:spMkLst>
        </pc:spChg>
        <pc:spChg chg="del">
          <ac:chgData name="John Hansen" userId="4cb6df52-f46b-4a86-9a6e-3c7ce04f8df2" providerId="ADAL" clId="{447F796C-E8F8-4580-9044-8AD74E1DE2A9}" dt="2021-11-02T19:51:22.186" v="2" actId="478"/>
          <ac:spMkLst>
            <pc:docMk/>
            <pc:sldMk cId="1521559328" sldId="414"/>
            <ac:spMk id="7" creationId="{AA518D68-23A0-45A0-9053-BA7C5B80CF1B}"/>
          </ac:spMkLst>
        </pc:spChg>
        <pc:spChg chg="add mod">
          <ac:chgData name="John Hansen" userId="4cb6df52-f46b-4a86-9a6e-3c7ce04f8df2" providerId="ADAL" clId="{447F796C-E8F8-4580-9044-8AD74E1DE2A9}" dt="2021-11-02T19:51:41.001" v="6" actId="1076"/>
          <ac:spMkLst>
            <pc:docMk/>
            <pc:sldMk cId="1521559328" sldId="414"/>
            <ac:spMk id="10" creationId="{02555684-04F7-4015-BC35-48E77C56B620}"/>
          </ac:spMkLst>
        </pc:spChg>
        <pc:spChg chg="add mod">
          <ac:chgData name="John Hansen" userId="4cb6df52-f46b-4a86-9a6e-3c7ce04f8df2" providerId="ADAL" clId="{447F796C-E8F8-4580-9044-8AD74E1DE2A9}" dt="2021-11-02T19:53:03.124" v="43" actId="108"/>
          <ac:spMkLst>
            <pc:docMk/>
            <pc:sldMk cId="1521559328" sldId="414"/>
            <ac:spMk id="11" creationId="{F641F8AA-35AC-4E41-A634-E91C9890447B}"/>
          </ac:spMkLst>
        </pc:spChg>
        <pc:picChg chg="add mod">
          <ac:chgData name="John Hansen" userId="4cb6df52-f46b-4a86-9a6e-3c7ce04f8df2" providerId="ADAL" clId="{447F796C-E8F8-4580-9044-8AD74E1DE2A9}" dt="2021-11-02T19:51:22.687" v="3"/>
          <ac:picMkLst>
            <pc:docMk/>
            <pc:sldMk cId="1521559328" sldId="414"/>
            <ac:picMk id="8" creationId="{D97E9CC5-933D-4DE8-B1A9-5BEE5A593220}"/>
          </ac:picMkLst>
        </pc:picChg>
        <pc:picChg chg="add mod">
          <ac:chgData name="John Hansen" userId="4cb6df52-f46b-4a86-9a6e-3c7ce04f8df2" providerId="ADAL" clId="{447F796C-E8F8-4580-9044-8AD74E1DE2A9}" dt="2021-11-02T19:51:22.687" v="3"/>
          <ac:picMkLst>
            <pc:docMk/>
            <pc:sldMk cId="1521559328" sldId="414"/>
            <ac:picMk id="9" creationId="{49CACDB7-99DD-4B16-8164-7849A0FE8A7D}"/>
          </ac:picMkLst>
        </pc:picChg>
      </pc:sldChg>
      <pc:sldChg chg="addSp delSp modSp add mod">
        <pc:chgData name="John Hansen" userId="4cb6df52-f46b-4a86-9a6e-3c7ce04f8df2" providerId="ADAL" clId="{447F796C-E8F8-4580-9044-8AD74E1DE2A9}" dt="2021-11-02T20:15:49.300" v="65" actId="108"/>
        <pc:sldMkLst>
          <pc:docMk/>
          <pc:sldMk cId="4122037695" sldId="415"/>
        </pc:sldMkLst>
        <pc:spChg chg="mod">
          <ac:chgData name="John Hansen" userId="4cb6df52-f46b-4a86-9a6e-3c7ce04f8df2" providerId="ADAL" clId="{447F796C-E8F8-4580-9044-8AD74E1DE2A9}" dt="2021-11-02T19:54:24.824" v="46" actId="20577"/>
          <ac:spMkLst>
            <pc:docMk/>
            <pc:sldMk cId="4122037695" sldId="415"/>
            <ac:spMk id="10" creationId="{02555684-04F7-4015-BC35-48E77C56B620}"/>
          </ac:spMkLst>
        </pc:spChg>
        <pc:spChg chg="del">
          <ac:chgData name="John Hansen" userId="4cb6df52-f46b-4a86-9a6e-3c7ce04f8df2" providerId="ADAL" clId="{447F796C-E8F8-4580-9044-8AD74E1DE2A9}" dt="2021-11-02T19:54:31.157" v="49" actId="478"/>
          <ac:spMkLst>
            <pc:docMk/>
            <pc:sldMk cId="4122037695" sldId="415"/>
            <ac:spMk id="11" creationId="{F641F8AA-35AC-4E41-A634-E91C9890447B}"/>
          </ac:spMkLst>
        </pc:spChg>
        <pc:spChg chg="add mod">
          <ac:chgData name="John Hansen" userId="4cb6df52-f46b-4a86-9a6e-3c7ce04f8df2" providerId="ADAL" clId="{447F796C-E8F8-4580-9044-8AD74E1DE2A9}" dt="2021-11-02T19:54:42.489" v="51" actId="1076"/>
          <ac:spMkLst>
            <pc:docMk/>
            <pc:sldMk cId="4122037695" sldId="415"/>
            <ac:spMk id="12" creationId="{289B52BE-EA0E-4A78-923B-21E300B9A288}"/>
          </ac:spMkLst>
        </pc:spChg>
        <pc:spChg chg="add mod">
          <ac:chgData name="John Hansen" userId="4cb6df52-f46b-4a86-9a6e-3c7ce04f8df2" providerId="ADAL" clId="{447F796C-E8F8-4580-9044-8AD74E1DE2A9}" dt="2021-11-02T20:15:49.300" v="65" actId="108"/>
          <ac:spMkLst>
            <pc:docMk/>
            <pc:sldMk cId="4122037695" sldId="415"/>
            <ac:spMk id="15" creationId="{B17FE615-4DA8-4C43-AFEF-538E2E257EFC}"/>
          </ac:spMkLst>
        </pc:spChg>
        <pc:picChg chg="del">
          <ac:chgData name="John Hansen" userId="4cb6df52-f46b-4a86-9a6e-3c7ce04f8df2" providerId="ADAL" clId="{447F796C-E8F8-4580-9044-8AD74E1DE2A9}" dt="2021-11-02T19:54:27.263" v="47" actId="478"/>
          <ac:picMkLst>
            <pc:docMk/>
            <pc:sldMk cId="4122037695" sldId="415"/>
            <ac:picMk id="8" creationId="{D97E9CC5-933D-4DE8-B1A9-5BEE5A593220}"/>
          </ac:picMkLst>
        </pc:picChg>
        <pc:picChg chg="del">
          <ac:chgData name="John Hansen" userId="4cb6df52-f46b-4a86-9a6e-3c7ce04f8df2" providerId="ADAL" clId="{447F796C-E8F8-4580-9044-8AD74E1DE2A9}" dt="2021-11-02T19:54:28.691" v="48" actId="478"/>
          <ac:picMkLst>
            <pc:docMk/>
            <pc:sldMk cId="4122037695" sldId="415"/>
            <ac:picMk id="9" creationId="{49CACDB7-99DD-4B16-8164-7849A0FE8A7D}"/>
          </ac:picMkLst>
        </pc:picChg>
        <pc:picChg chg="add mod">
          <ac:chgData name="John Hansen" userId="4cb6df52-f46b-4a86-9a6e-3c7ce04f8df2" providerId="ADAL" clId="{447F796C-E8F8-4580-9044-8AD74E1DE2A9}" dt="2021-11-02T19:54:50.392" v="52" actId="1076"/>
          <ac:picMkLst>
            <pc:docMk/>
            <pc:sldMk cId="4122037695" sldId="415"/>
            <ac:picMk id="13" creationId="{626957E2-D412-4587-8D29-0DBEEFB92370}"/>
          </ac:picMkLst>
        </pc:picChg>
        <pc:picChg chg="add mod">
          <ac:chgData name="John Hansen" userId="4cb6df52-f46b-4a86-9a6e-3c7ce04f8df2" providerId="ADAL" clId="{447F796C-E8F8-4580-9044-8AD74E1DE2A9}" dt="2021-11-02T19:55:01.632" v="54" actId="1076"/>
          <ac:picMkLst>
            <pc:docMk/>
            <pc:sldMk cId="4122037695" sldId="415"/>
            <ac:picMk id="14" creationId="{27F07B3F-EE78-4B5B-AD0C-DE00365735B6}"/>
          </ac:picMkLst>
        </pc:picChg>
      </pc:sldChg>
    </pc:docChg>
  </pc:docChgLst>
  <pc:docChgLst>
    <pc:chgData name="Martin Siemienski Andersen" userId="3e5b9027-db81-4bdb-8ff3-173865797b46" providerId="ADAL" clId="{BAF2590B-DB24-4945-8478-6D67BF9ABF37}"/>
    <pc:docChg chg="undo custSel addSld delSld modSld sldOrd modSection">
      <pc:chgData name="Martin Siemienski Andersen" userId="3e5b9027-db81-4bdb-8ff3-173865797b46" providerId="ADAL" clId="{BAF2590B-DB24-4945-8478-6D67BF9ABF37}" dt="2024-10-10T10:37:10.881" v="2355" actId="6549"/>
      <pc:docMkLst>
        <pc:docMk/>
      </pc:docMkLst>
      <pc:sldChg chg="addSp delSp modSp mod">
        <pc:chgData name="Martin Siemienski Andersen" userId="3e5b9027-db81-4bdb-8ff3-173865797b46" providerId="ADAL" clId="{BAF2590B-DB24-4945-8478-6D67BF9ABF37}" dt="2024-10-03T08:41:58.957" v="801" actId="20577"/>
        <pc:sldMkLst>
          <pc:docMk/>
          <pc:sldMk cId="2290672695" sldId="378"/>
        </pc:sldMkLst>
        <pc:spChg chg="mod">
          <ac:chgData name="Martin Siemienski Andersen" userId="3e5b9027-db81-4bdb-8ff3-173865797b46" providerId="ADAL" clId="{BAF2590B-DB24-4945-8478-6D67BF9ABF37}" dt="2024-10-03T08:41:58.957" v="801" actId="20577"/>
          <ac:spMkLst>
            <pc:docMk/>
            <pc:sldMk cId="2290672695" sldId="378"/>
            <ac:spMk id="2" creationId="{C436DF7F-A565-FBF1-3D34-4AB14F8FE40A}"/>
          </ac:spMkLst>
        </pc:spChg>
        <pc:spChg chg="add del mod">
          <ac:chgData name="Martin Siemienski Andersen" userId="3e5b9027-db81-4bdb-8ff3-173865797b46" providerId="ADAL" clId="{BAF2590B-DB24-4945-8478-6D67BF9ABF37}" dt="2024-10-03T07:55:13.990" v="1" actId="478"/>
          <ac:spMkLst>
            <pc:docMk/>
            <pc:sldMk cId="2290672695" sldId="378"/>
            <ac:spMk id="5" creationId="{3A4D7E1E-3B67-7D1A-CFE1-6C0D6A402AD8}"/>
          </ac:spMkLst>
        </pc:spChg>
        <pc:grpChg chg="del">
          <ac:chgData name="Martin Siemienski Andersen" userId="3e5b9027-db81-4bdb-8ff3-173865797b46" providerId="ADAL" clId="{BAF2590B-DB24-4945-8478-6D67BF9ABF37}" dt="2024-10-03T08:11:59.355" v="2" actId="478"/>
          <ac:grpSpMkLst>
            <pc:docMk/>
            <pc:sldMk cId="2290672695" sldId="378"/>
            <ac:grpSpMk id="10" creationId="{00000000-0000-0000-0000-000000000000}"/>
          </ac:grpSpMkLst>
        </pc:grpChg>
        <pc:picChg chg="del">
          <ac:chgData name="Martin Siemienski Andersen" userId="3e5b9027-db81-4bdb-8ff3-173865797b46" providerId="ADAL" clId="{BAF2590B-DB24-4945-8478-6D67BF9ABF37}" dt="2024-10-03T07:55:13.199" v="0" actId="478"/>
          <ac:picMkLst>
            <pc:docMk/>
            <pc:sldMk cId="2290672695" sldId="378"/>
            <ac:picMk id="34" creationId="{00000000-0000-0000-0000-000000000000}"/>
          </ac:picMkLst>
        </pc:picChg>
      </pc:sldChg>
      <pc:sldChg chg="modSp mod">
        <pc:chgData name="Martin Siemienski Andersen" userId="3e5b9027-db81-4bdb-8ff3-173865797b46" providerId="ADAL" clId="{BAF2590B-DB24-4945-8478-6D67BF9ABF37}" dt="2024-10-03T08:44:10.506" v="804" actId="113"/>
        <pc:sldMkLst>
          <pc:docMk/>
          <pc:sldMk cId="2153325008" sldId="392"/>
        </pc:sldMkLst>
        <pc:spChg chg="mod">
          <ac:chgData name="Martin Siemienski Andersen" userId="3e5b9027-db81-4bdb-8ff3-173865797b46" providerId="ADAL" clId="{BAF2590B-DB24-4945-8478-6D67BF9ABF37}" dt="2024-10-03T08:44:10.506" v="804" actId="113"/>
          <ac:spMkLst>
            <pc:docMk/>
            <pc:sldMk cId="2153325008" sldId="392"/>
            <ac:spMk id="7" creationId="{4DA133E7-1663-4225-8269-5D2351387CA5}"/>
          </ac:spMkLst>
        </pc:spChg>
      </pc:sldChg>
      <pc:sldChg chg="modSp mod">
        <pc:chgData name="Martin Siemienski Andersen" userId="3e5b9027-db81-4bdb-8ff3-173865797b46" providerId="ADAL" clId="{BAF2590B-DB24-4945-8478-6D67BF9ABF37}" dt="2024-10-03T09:20:23.189" v="1281" actId="15"/>
        <pc:sldMkLst>
          <pc:docMk/>
          <pc:sldMk cId="951228375" sldId="393"/>
        </pc:sldMkLst>
        <pc:spChg chg="mod">
          <ac:chgData name="Martin Siemienski Andersen" userId="3e5b9027-db81-4bdb-8ff3-173865797b46" providerId="ADAL" clId="{BAF2590B-DB24-4945-8478-6D67BF9ABF37}" dt="2024-10-03T09:20:23.189" v="1281" actId="15"/>
          <ac:spMkLst>
            <pc:docMk/>
            <pc:sldMk cId="951228375" sldId="393"/>
            <ac:spMk id="5" creationId="{7C33DE81-44D1-474E-861F-4B92C802B0E7}"/>
          </ac:spMkLst>
        </pc:spChg>
      </pc:sldChg>
      <pc:sldChg chg="modSp mod">
        <pc:chgData name="Martin Siemienski Andersen" userId="3e5b9027-db81-4bdb-8ff3-173865797b46" providerId="ADAL" clId="{BAF2590B-DB24-4945-8478-6D67BF9ABF37}" dt="2024-10-03T08:44:45.116" v="816" actId="20577"/>
        <pc:sldMkLst>
          <pc:docMk/>
          <pc:sldMk cId="3636122926" sldId="400"/>
        </pc:sldMkLst>
        <pc:spChg chg="mod">
          <ac:chgData name="Martin Siemienski Andersen" userId="3e5b9027-db81-4bdb-8ff3-173865797b46" providerId="ADAL" clId="{BAF2590B-DB24-4945-8478-6D67BF9ABF37}" dt="2024-10-03T08:44:45.116" v="816" actId="20577"/>
          <ac:spMkLst>
            <pc:docMk/>
            <pc:sldMk cId="3636122926" sldId="400"/>
            <ac:spMk id="5" creationId="{7C33DE81-44D1-474E-861F-4B92C802B0E7}"/>
          </ac:spMkLst>
        </pc:spChg>
      </pc:sldChg>
      <pc:sldChg chg="modSp mod ord">
        <pc:chgData name="Martin Siemienski Andersen" userId="3e5b9027-db81-4bdb-8ff3-173865797b46" providerId="ADAL" clId="{BAF2590B-DB24-4945-8478-6D67BF9ABF37}" dt="2024-10-03T09:42:10.902" v="1875"/>
        <pc:sldMkLst>
          <pc:docMk/>
          <pc:sldMk cId="3364945455" sldId="403"/>
        </pc:sldMkLst>
        <pc:spChg chg="mod">
          <ac:chgData name="Martin Siemienski Andersen" userId="3e5b9027-db81-4bdb-8ff3-173865797b46" providerId="ADAL" clId="{BAF2590B-DB24-4945-8478-6D67BF9ABF37}" dt="2024-10-03T09:30:47.202" v="1505" actId="20577"/>
          <ac:spMkLst>
            <pc:docMk/>
            <pc:sldMk cId="3364945455" sldId="403"/>
            <ac:spMk id="4" creationId="{89B18FE9-F514-4303-88BB-AD44B4972077}"/>
          </ac:spMkLst>
        </pc:spChg>
      </pc:sldChg>
      <pc:sldChg chg="modSp mod ord">
        <pc:chgData name="Martin Siemienski Andersen" userId="3e5b9027-db81-4bdb-8ff3-173865797b46" providerId="ADAL" clId="{BAF2590B-DB24-4945-8478-6D67BF9ABF37}" dt="2024-10-03T09:42:10.902" v="1875"/>
        <pc:sldMkLst>
          <pc:docMk/>
          <pc:sldMk cId="492540003" sldId="404"/>
        </pc:sldMkLst>
        <pc:spChg chg="mod">
          <ac:chgData name="Martin Siemienski Andersen" userId="3e5b9027-db81-4bdb-8ff3-173865797b46" providerId="ADAL" clId="{BAF2590B-DB24-4945-8478-6D67BF9ABF37}" dt="2024-10-03T09:31:38.489" v="1591" actId="6549"/>
          <ac:spMkLst>
            <pc:docMk/>
            <pc:sldMk cId="492540003" sldId="404"/>
            <ac:spMk id="9" creationId="{7422D2AD-BC31-4CBE-B1E7-C44F70AB47BB}"/>
          </ac:spMkLst>
        </pc:spChg>
      </pc:sldChg>
      <pc:sldChg chg="mod ord modShow">
        <pc:chgData name="Martin Siemienski Andersen" userId="3e5b9027-db81-4bdb-8ff3-173865797b46" providerId="ADAL" clId="{BAF2590B-DB24-4945-8478-6D67BF9ABF37}" dt="2024-10-03T08:57:31.628" v="1025"/>
        <pc:sldMkLst>
          <pc:docMk/>
          <pc:sldMk cId="1668894631" sldId="406"/>
        </pc:sldMkLst>
      </pc:sldChg>
      <pc:sldChg chg="modSp mod ord">
        <pc:chgData name="Martin Siemienski Andersen" userId="3e5b9027-db81-4bdb-8ff3-173865797b46" providerId="ADAL" clId="{BAF2590B-DB24-4945-8478-6D67BF9ABF37}" dt="2024-10-03T09:52:05.893" v="2051" actId="255"/>
        <pc:sldMkLst>
          <pc:docMk/>
          <pc:sldMk cId="1395701099" sldId="407"/>
        </pc:sldMkLst>
        <pc:spChg chg="mod">
          <ac:chgData name="Martin Siemienski Andersen" userId="3e5b9027-db81-4bdb-8ff3-173865797b46" providerId="ADAL" clId="{BAF2590B-DB24-4945-8478-6D67BF9ABF37}" dt="2024-10-03T09:52:05.893" v="2051" actId="255"/>
          <ac:spMkLst>
            <pc:docMk/>
            <pc:sldMk cId="1395701099" sldId="407"/>
            <ac:spMk id="5" creationId="{BEC91400-1386-4D80-A148-C29902A9AA3B}"/>
          </ac:spMkLst>
        </pc:spChg>
      </pc:sldChg>
      <pc:sldChg chg="addSp delSp modSp mod ord modClrScheme chgLayout">
        <pc:chgData name="Martin Siemienski Andersen" userId="3e5b9027-db81-4bdb-8ff3-173865797b46" providerId="ADAL" clId="{BAF2590B-DB24-4945-8478-6D67BF9ABF37}" dt="2024-10-03T08:40:22.704" v="785" actId="20577"/>
        <pc:sldMkLst>
          <pc:docMk/>
          <pc:sldMk cId="1204379647" sldId="416"/>
        </pc:sldMkLst>
        <pc:spChg chg="mod ord">
          <ac:chgData name="Martin Siemienski Andersen" userId="3e5b9027-db81-4bdb-8ff3-173865797b46" providerId="ADAL" clId="{BAF2590B-DB24-4945-8478-6D67BF9ABF37}" dt="2024-10-03T08:33:51.742" v="198" actId="700"/>
          <ac:spMkLst>
            <pc:docMk/>
            <pc:sldMk cId="1204379647" sldId="416"/>
            <ac:spMk id="2" creationId="{1A4E051B-D714-4FB4-A991-564A9EE01E56}"/>
          </ac:spMkLst>
        </pc:spChg>
        <pc:spChg chg="add del mod ord">
          <ac:chgData name="Martin Siemienski Andersen" userId="3e5b9027-db81-4bdb-8ff3-173865797b46" providerId="ADAL" clId="{BAF2590B-DB24-4945-8478-6D67BF9ABF37}" dt="2024-10-03T08:33:55.149" v="200"/>
          <ac:spMkLst>
            <pc:docMk/>
            <pc:sldMk cId="1204379647" sldId="416"/>
            <ac:spMk id="3" creationId="{B72CDC6D-BB2F-DD37-6895-85CA73F007AF}"/>
          </ac:spMkLst>
        </pc:spChg>
        <pc:spChg chg="add mod ord">
          <ac:chgData name="Martin Siemienski Andersen" userId="3e5b9027-db81-4bdb-8ff3-173865797b46" providerId="ADAL" clId="{BAF2590B-DB24-4945-8478-6D67BF9ABF37}" dt="2024-10-03T08:40:22.704" v="785" actId="20577"/>
          <ac:spMkLst>
            <pc:docMk/>
            <pc:sldMk cId="1204379647" sldId="416"/>
            <ac:spMk id="4" creationId="{AF7EB06B-6DAA-6977-B95C-58EED1564CC4}"/>
          </ac:spMkLst>
        </pc:spChg>
        <pc:spChg chg="mod ord">
          <ac:chgData name="Martin Siemienski Andersen" userId="3e5b9027-db81-4bdb-8ff3-173865797b46" providerId="ADAL" clId="{BAF2590B-DB24-4945-8478-6D67BF9ABF37}" dt="2024-10-03T08:37:05.471" v="339" actId="14100"/>
          <ac:spMkLst>
            <pc:docMk/>
            <pc:sldMk cId="1204379647" sldId="416"/>
            <ac:spMk id="5" creationId="{BF71CF3B-A2F9-4C52-828F-05CC8CF06219}"/>
          </ac:spMkLst>
        </pc:spChg>
        <pc:picChg chg="add mod">
          <ac:chgData name="Martin Siemienski Andersen" userId="3e5b9027-db81-4bdb-8ff3-173865797b46" providerId="ADAL" clId="{BAF2590B-DB24-4945-8478-6D67BF9ABF37}" dt="2024-10-03T08:33:55.149" v="200"/>
          <ac:picMkLst>
            <pc:docMk/>
            <pc:sldMk cId="1204379647" sldId="416"/>
            <ac:picMk id="6" creationId="{357B883D-A242-AB1C-D169-B2B7575A9CB9}"/>
          </ac:picMkLst>
        </pc:picChg>
        <pc:picChg chg="del mod">
          <ac:chgData name="Martin Siemienski Andersen" userId="3e5b9027-db81-4bdb-8ff3-173865797b46" providerId="ADAL" clId="{BAF2590B-DB24-4945-8478-6D67BF9ABF37}" dt="2024-10-03T08:33:54.328" v="199" actId="21"/>
          <ac:picMkLst>
            <pc:docMk/>
            <pc:sldMk cId="1204379647" sldId="416"/>
            <ac:picMk id="13" creationId="{357B883D-A242-AB1C-D169-B2B7575A9CB9}"/>
          </ac:picMkLst>
        </pc:picChg>
      </pc:sldChg>
      <pc:sldChg chg="setBg">
        <pc:chgData name="Martin Siemienski Andersen" userId="3e5b9027-db81-4bdb-8ff3-173865797b46" providerId="ADAL" clId="{BAF2590B-DB24-4945-8478-6D67BF9ABF37}" dt="2024-10-03T08:41:37.903" v="792"/>
        <pc:sldMkLst>
          <pc:docMk/>
          <pc:sldMk cId="4231519271" sldId="438"/>
        </pc:sldMkLst>
      </pc:sldChg>
      <pc:sldChg chg="modSp mod">
        <pc:chgData name="Martin Siemienski Andersen" userId="3e5b9027-db81-4bdb-8ff3-173865797b46" providerId="ADAL" clId="{BAF2590B-DB24-4945-8478-6D67BF9ABF37}" dt="2024-10-10T10:37:10.881" v="2355" actId="6549"/>
        <pc:sldMkLst>
          <pc:docMk/>
          <pc:sldMk cId="1605162382" sldId="441"/>
        </pc:sldMkLst>
        <pc:spChg chg="mod">
          <ac:chgData name="Martin Siemienski Andersen" userId="3e5b9027-db81-4bdb-8ff3-173865797b46" providerId="ADAL" clId="{BAF2590B-DB24-4945-8478-6D67BF9ABF37}" dt="2024-10-10T10:37:10.881" v="2355" actId="6549"/>
          <ac:spMkLst>
            <pc:docMk/>
            <pc:sldMk cId="1605162382" sldId="441"/>
            <ac:spMk id="7" creationId="{F4C89882-9546-C98F-281C-5FE03375133E}"/>
          </ac:spMkLst>
        </pc:spChg>
      </pc:sldChg>
      <pc:sldChg chg="modSp mod">
        <pc:chgData name="Martin Siemienski Andersen" userId="3e5b9027-db81-4bdb-8ff3-173865797b46" providerId="ADAL" clId="{BAF2590B-DB24-4945-8478-6D67BF9ABF37}" dt="2024-10-03T08:43:23.207" v="803" actId="20577"/>
        <pc:sldMkLst>
          <pc:docMk/>
          <pc:sldMk cId="1690966409" sldId="446"/>
        </pc:sldMkLst>
        <pc:spChg chg="mod">
          <ac:chgData name="Martin Siemienski Andersen" userId="3e5b9027-db81-4bdb-8ff3-173865797b46" providerId="ADAL" clId="{BAF2590B-DB24-4945-8478-6D67BF9ABF37}" dt="2024-10-03T08:43:23.207" v="803" actId="20577"/>
          <ac:spMkLst>
            <pc:docMk/>
            <pc:sldMk cId="1690966409" sldId="446"/>
            <ac:spMk id="8" creationId="{97719E1C-4DBF-1239-E5BA-AFEC30CB45BE}"/>
          </ac:spMkLst>
        </pc:spChg>
        <pc:spChg chg="mod">
          <ac:chgData name="Martin Siemienski Andersen" userId="3e5b9027-db81-4bdb-8ff3-173865797b46" providerId="ADAL" clId="{BAF2590B-DB24-4945-8478-6D67BF9ABF37}" dt="2024-10-03T08:43:19.684" v="802" actId="1076"/>
          <ac:spMkLst>
            <pc:docMk/>
            <pc:sldMk cId="1690966409" sldId="446"/>
            <ac:spMk id="9" creationId="{A31D835A-9ED0-CB49-4FF0-6DA920FD44B5}"/>
          </ac:spMkLst>
        </pc:spChg>
        <pc:spChg chg="mod">
          <ac:chgData name="Martin Siemienski Andersen" userId="3e5b9027-db81-4bdb-8ff3-173865797b46" providerId="ADAL" clId="{BAF2590B-DB24-4945-8478-6D67BF9ABF37}" dt="2024-10-03T08:43:19.684" v="802" actId="1076"/>
          <ac:spMkLst>
            <pc:docMk/>
            <pc:sldMk cId="1690966409" sldId="446"/>
            <ac:spMk id="11" creationId="{EE590B8B-5038-BFBD-0B68-B50931DC3498}"/>
          </ac:spMkLst>
        </pc:spChg>
        <pc:spChg chg="mod">
          <ac:chgData name="Martin Siemienski Andersen" userId="3e5b9027-db81-4bdb-8ff3-173865797b46" providerId="ADAL" clId="{BAF2590B-DB24-4945-8478-6D67BF9ABF37}" dt="2024-10-03T08:43:19.684" v="802" actId="1076"/>
          <ac:spMkLst>
            <pc:docMk/>
            <pc:sldMk cId="1690966409" sldId="446"/>
            <ac:spMk id="13" creationId="{F7871741-AA76-2D96-511A-58FEB6C37E86}"/>
          </ac:spMkLst>
        </pc:spChg>
        <pc:spChg chg="mod">
          <ac:chgData name="Martin Siemienski Andersen" userId="3e5b9027-db81-4bdb-8ff3-173865797b46" providerId="ADAL" clId="{BAF2590B-DB24-4945-8478-6D67BF9ABF37}" dt="2024-10-03T08:43:19.684" v="802" actId="1076"/>
          <ac:spMkLst>
            <pc:docMk/>
            <pc:sldMk cId="1690966409" sldId="446"/>
            <ac:spMk id="14" creationId="{5ECFED23-6F33-AEFA-42A4-186830A3BCE4}"/>
          </ac:spMkLst>
        </pc:spChg>
      </pc:sldChg>
      <pc:sldChg chg="modSp mod">
        <pc:chgData name="Martin Siemienski Andersen" userId="3e5b9027-db81-4bdb-8ff3-173865797b46" providerId="ADAL" clId="{BAF2590B-DB24-4945-8478-6D67BF9ABF37}" dt="2024-10-03T09:58:09.650" v="2079" actId="27636"/>
        <pc:sldMkLst>
          <pc:docMk/>
          <pc:sldMk cId="2081407033" sldId="447"/>
        </pc:sldMkLst>
        <pc:spChg chg="mod">
          <ac:chgData name="Martin Siemienski Andersen" userId="3e5b9027-db81-4bdb-8ff3-173865797b46" providerId="ADAL" clId="{BAF2590B-DB24-4945-8478-6D67BF9ABF37}" dt="2024-10-03T09:58:09.650" v="2079" actId="27636"/>
          <ac:spMkLst>
            <pc:docMk/>
            <pc:sldMk cId="2081407033" sldId="447"/>
            <ac:spMk id="4" creationId="{8C8AC6F6-8E72-9119-E2B8-E50C5F953A2A}"/>
          </ac:spMkLst>
        </pc:spChg>
      </pc:sldChg>
      <pc:sldChg chg="modSp mod">
        <pc:chgData name="Martin Siemienski Andersen" userId="3e5b9027-db81-4bdb-8ff3-173865797b46" providerId="ADAL" clId="{BAF2590B-DB24-4945-8478-6D67BF9ABF37}" dt="2024-10-03T09:22:16.213" v="1331" actId="20577"/>
        <pc:sldMkLst>
          <pc:docMk/>
          <pc:sldMk cId="3748966655" sldId="449"/>
        </pc:sldMkLst>
        <pc:spChg chg="mod">
          <ac:chgData name="Martin Siemienski Andersen" userId="3e5b9027-db81-4bdb-8ff3-173865797b46" providerId="ADAL" clId="{BAF2590B-DB24-4945-8478-6D67BF9ABF37}" dt="2024-10-03T09:22:16.213" v="1331" actId="20577"/>
          <ac:spMkLst>
            <pc:docMk/>
            <pc:sldMk cId="3748966655" sldId="449"/>
            <ac:spMk id="7" creationId="{4DA133E7-1663-4225-8269-5D2351387CA5}"/>
          </ac:spMkLst>
        </pc:spChg>
      </pc:sldChg>
      <pc:sldChg chg="del">
        <pc:chgData name="Martin Siemienski Andersen" userId="3e5b9027-db81-4bdb-8ff3-173865797b46" providerId="ADAL" clId="{BAF2590B-DB24-4945-8478-6D67BF9ABF37}" dt="2024-10-03T09:24:58.845" v="1413" actId="47"/>
        <pc:sldMkLst>
          <pc:docMk/>
          <pc:sldMk cId="466482644" sldId="451"/>
        </pc:sldMkLst>
      </pc:sldChg>
      <pc:sldChg chg="modSp mod">
        <pc:chgData name="Martin Siemienski Andersen" userId="3e5b9027-db81-4bdb-8ff3-173865797b46" providerId="ADAL" clId="{BAF2590B-DB24-4945-8478-6D67BF9ABF37}" dt="2024-10-03T09:25:51.390" v="1425" actId="20577"/>
        <pc:sldMkLst>
          <pc:docMk/>
          <pc:sldMk cId="1137263808" sldId="452"/>
        </pc:sldMkLst>
        <pc:spChg chg="mod">
          <ac:chgData name="Martin Siemienski Andersen" userId="3e5b9027-db81-4bdb-8ff3-173865797b46" providerId="ADAL" clId="{BAF2590B-DB24-4945-8478-6D67BF9ABF37}" dt="2024-10-03T09:25:51.390" v="1425" actId="20577"/>
          <ac:spMkLst>
            <pc:docMk/>
            <pc:sldMk cId="1137263808" sldId="452"/>
            <ac:spMk id="5" creationId="{B735D18A-0288-6507-0214-0F91B518E50A}"/>
          </ac:spMkLst>
        </pc:spChg>
      </pc:sldChg>
      <pc:sldChg chg="modSp del mod">
        <pc:chgData name="Martin Siemienski Andersen" userId="3e5b9027-db81-4bdb-8ff3-173865797b46" providerId="ADAL" clId="{BAF2590B-DB24-4945-8478-6D67BF9ABF37}" dt="2024-10-03T09:27:19.317" v="1455" actId="47"/>
        <pc:sldMkLst>
          <pc:docMk/>
          <pc:sldMk cId="2795387134" sldId="455"/>
        </pc:sldMkLst>
        <pc:spChg chg="mod">
          <ac:chgData name="Martin Siemienski Andersen" userId="3e5b9027-db81-4bdb-8ff3-173865797b46" providerId="ADAL" clId="{BAF2590B-DB24-4945-8478-6D67BF9ABF37}" dt="2024-10-03T09:26:14.985" v="1440" actId="20577"/>
          <ac:spMkLst>
            <pc:docMk/>
            <pc:sldMk cId="2795387134" sldId="455"/>
            <ac:spMk id="5" creationId="{B735D18A-0288-6507-0214-0F91B518E50A}"/>
          </ac:spMkLst>
        </pc:spChg>
      </pc:sldChg>
      <pc:sldChg chg="del">
        <pc:chgData name="Martin Siemienski Andersen" userId="3e5b9027-db81-4bdb-8ff3-173865797b46" providerId="ADAL" clId="{BAF2590B-DB24-4945-8478-6D67BF9ABF37}" dt="2024-10-03T08:27:41.476" v="111" actId="47"/>
        <pc:sldMkLst>
          <pc:docMk/>
          <pc:sldMk cId="3670104394" sldId="457"/>
        </pc:sldMkLst>
      </pc:sldChg>
      <pc:sldChg chg="modSp mod setBg">
        <pc:chgData name="Martin Siemienski Andersen" userId="3e5b9027-db81-4bdb-8ff3-173865797b46" providerId="ADAL" clId="{BAF2590B-DB24-4945-8478-6D67BF9ABF37}" dt="2024-10-03T08:41:42.555" v="793"/>
        <pc:sldMkLst>
          <pc:docMk/>
          <pc:sldMk cId="3909445050" sldId="463"/>
        </pc:sldMkLst>
        <pc:spChg chg="mod">
          <ac:chgData name="Martin Siemienski Andersen" userId="3e5b9027-db81-4bdb-8ff3-173865797b46" providerId="ADAL" clId="{BAF2590B-DB24-4945-8478-6D67BF9ABF37}" dt="2024-10-03T08:40:58.262" v="788" actId="20577"/>
          <ac:spMkLst>
            <pc:docMk/>
            <pc:sldMk cId="3909445050" sldId="463"/>
            <ac:spMk id="3" creationId="{26D47E2A-291E-3316-6702-79AF4C9F82AE}"/>
          </ac:spMkLst>
        </pc:spChg>
        <pc:spChg chg="mod">
          <ac:chgData name="Martin Siemienski Andersen" userId="3e5b9027-db81-4bdb-8ff3-173865797b46" providerId="ADAL" clId="{BAF2590B-DB24-4945-8478-6D67BF9ABF37}" dt="2024-10-03T08:41:08.894" v="790" actId="1076"/>
          <ac:spMkLst>
            <pc:docMk/>
            <pc:sldMk cId="3909445050" sldId="463"/>
            <ac:spMk id="5" creationId="{1DC4685D-F63B-4833-62F4-5764713E78D7}"/>
          </ac:spMkLst>
        </pc:spChg>
      </pc:sldChg>
      <pc:sldChg chg="modSp mod">
        <pc:chgData name="Martin Siemienski Andersen" userId="3e5b9027-db81-4bdb-8ff3-173865797b46" providerId="ADAL" clId="{BAF2590B-DB24-4945-8478-6D67BF9ABF37}" dt="2024-10-03T08:46:13.261" v="866" actId="20577"/>
        <pc:sldMkLst>
          <pc:docMk/>
          <pc:sldMk cId="2351685216" sldId="467"/>
        </pc:sldMkLst>
        <pc:spChg chg="mod">
          <ac:chgData name="Martin Siemienski Andersen" userId="3e5b9027-db81-4bdb-8ff3-173865797b46" providerId="ADAL" clId="{BAF2590B-DB24-4945-8478-6D67BF9ABF37}" dt="2024-10-03T08:45:40.970" v="849" actId="6549"/>
          <ac:spMkLst>
            <pc:docMk/>
            <pc:sldMk cId="2351685216" sldId="467"/>
            <ac:spMk id="5" creationId="{1DC4685D-F63B-4833-62F4-5764713E78D7}"/>
          </ac:spMkLst>
        </pc:spChg>
        <pc:spChg chg="mod">
          <ac:chgData name="Martin Siemienski Andersen" userId="3e5b9027-db81-4bdb-8ff3-173865797b46" providerId="ADAL" clId="{BAF2590B-DB24-4945-8478-6D67BF9ABF37}" dt="2024-10-03T08:46:13.261" v="866" actId="20577"/>
          <ac:spMkLst>
            <pc:docMk/>
            <pc:sldMk cId="2351685216" sldId="467"/>
            <ac:spMk id="24" creationId="{E2B3B92B-0BEE-FC07-7492-EB3051CD64A4}"/>
          </ac:spMkLst>
        </pc:spChg>
      </pc:sldChg>
      <pc:sldChg chg="modSp mod">
        <pc:chgData name="Martin Siemienski Andersen" userId="3e5b9027-db81-4bdb-8ff3-173865797b46" providerId="ADAL" clId="{BAF2590B-DB24-4945-8478-6D67BF9ABF37}" dt="2024-10-03T08:48:33.929" v="1022" actId="113"/>
        <pc:sldMkLst>
          <pc:docMk/>
          <pc:sldMk cId="1739577168" sldId="468"/>
        </pc:sldMkLst>
        <pc:spChg chg="mod">
          <ac:chgData name="Martin Siemienski Andersen" userId="3e5b9027-db81-4bdb-8ff3-173865797b46" providerId="ADAL" clId="{BAF2590B-DB24-4945-8478-6D67BF9ABF37}" dt="2024-10-03T08:48:33.929" v="1022" actId="113"/>
          <ac:spMkLst>
            <pc:docMk/>
            <pc:sldMk cId="1739577168" sldId="468"/>
            <ac:spMk id="6" creationId="{A5254B34-20F7-1511-4ED6-EFA11F9FF728}"/>
          </ac:spMkLst>
        </pc:spChg>
      </pc:sldChg>
      <pc:sldChg chg="del">
        <pc:chgData name="Martin Siemienski Andersen" userId="3e5b9027-db81-4bdb-8ff3-173865797b46" providerId="ADAL" clId="{BAF2590B-DB24-4945-8478-6D67BF9ABF37}" dt="2024-10-03T09:27:33.821" v="1460" actId="47"/>
        <pc:sldMkLst>
          <pc:docMk/>
          <pc:sldMk cId="1429414542" sldId="471"/>
        </pc:sldMkLst>
      </pc:sldChg>
      <pc:sldChg chg="del">
        <pc:chgData name="Martin Siemienski Andersen" userId="3e5b9027-db81-4bdb-8ff3-173865797b46" providerId="ADAL" clId="{BAF2590B-DB24-4945-8478-6D67BF9ABF37}" dt="2024-10-03T09:40:41.717" v="1826" actId="47"/>
        <pc:sldMkLst>
          <pc:docMk/>
          <pc:sldMk cId="3894439886" sldId="472"/>
        </pc:sldMkLst>
      </pc:sldChg>
      <pc:sldChg chg="modSp mod">
        <pc:chgData name="Martin Siemienski Andersen" userId="3e5b9027-db81-4bdb-8ff3-173865797b46" providerId="ADAL" clId="{BAF2590B-DB24-4945-8478-6D67BF9ABF37}" dt="2024-10-03T09:59:15.698" v="2146" actId="114"/>
        <pc:sldMkLst>
          <pc:docMk/>
          <pc:sldMk cId="2580168909" sldId="475"/>
        </pc:sldMkLst>
        <pc:spChg chg="mod">
          <ac:chgData name="Martin Siemienski Andersen" userId="3e5b9027-db81-4bdb-8ff3-173865797b46" providerId="ADAL" clId="{BAF2590B-DB24-4945-8478-6D67BF9ABF37}" dt="2024-10-03T09:59:15.698" v="2146" actId="114"/>
          <ac:spMkLst>
            <pc:docMk/>
            <pc:sldMk cId="2580168909" sldId="475"/>
            <ac:spMk id="4" creationId="{8C8AC6F6-8E72-9119-E2B8-E50C5F953A2A}"/>
          </ac:spMkLst>
        </pc:spChg>
      </pc:sldChg>
      <pc:sldChg chg="modSp mod">
        <pc:chgData name="Martin Siemienski Andersen" userId="3e5b9027-db81-4bdb-8ff3-173865797b46" providerId="ADAL" clId="{BAF2590B-DB24-4945-8478-6D67BF9ABF37}" dt="2024-10-03T10:00:47.767" v="2354" actId="20577"/>
        <pc:sldMkLst>
          <pc:docMk/>
          <pc:sldMk cId="3092543793" sldId="476"/>
        </pc:sldMkLst>
        <pc:spChg chg="mod">
          <ac:chgData name="Martin Siemienski Andersen" userId="3e5b9027-db81-4bdb-8ff3-173865797b46" providerId="ADAL" clId="{BAF2590B-DB24-4945-8478-6D67BF9ABF37}" dt="2024-10-03T10:00:47.767" v="2354" actId="20577"/>
          <ac:spMkLst>
            <pc:docMk/>
            <pc:sldMk cId="3092543793" sldId="476"/>
            <ac:spMk id="4" creationId="{8C8AC6F6-8E72-9119-E2B8-E50C5F953A2A}"/>
          </ac:spMkLst>
        </pc:spChg>
        <pc:spChg chg="mod">
          <ac:chgData name="Martin Siemienski Andersen" userId="3e5b9027-db81-4bdb-8ff3-173865797b46" providerId="ADAL" clId="{BAF2590B-DB24-4945-8478-6D67BF9ABF37}" dt="2024-10-03T09:56:36.764" v="2055" actId="14100"/>
          <ac:spMkLst>
            <pc:docMk/>
            <pc:sldMk cId="3092543793" sldId="476"/>
            <ac:spMk id="5" creationId="{3A0BEECF-962D-5FB3-A03D-A228E41C061A}"/>
          </ac:spMkLst>
        </pc:spChg>
      </pc:sldChg>
      <pc:sldChg chg="addSp modSp new mod setBg">
        <pc:chgData name="Martin Siemienski Andersen" userId="3e5b9027-db81-4bdb-8ff3-173865797b46" providerId="ADAL" clId="{BAF2590B-DB24-4945-8478-6D67BF9ABF37}" dt="2024-10-03T08:40:38.995" v="786" actId="207"/>
        <pc:sldMkLst>
          <pc:docMk/>
          <pc:sldMk cId="1743924550" sldId="477"/>
        </pc:sldMkLst>
        <pc:spChg chg="mod">
          <ac:chgData name="Martin Siemienski Andersen" userId="3e5b9027-db81-4bdb-8ff3-173865797b46" providerId="ADAL" clId="{BAF2590B-DB24-4945-8478-6D67BF9ABF37}" dt="2024-10-03T08:33:30.674" v="196" actId="20577"/>
          <ac:spMkLst>
            <pc:docMk/>
            <pc:sldMk cId="1743924550" sldId="477"/>
            <ac:spMk id="3" creationId="{FE0CBF49-ED4A-D49B-F30F-8C5E6622F8DE}"/>
          </ac:spMkLst>
        </pc:spChg>
        <pc:spChg chg="add mod">
          <ac:chgData name="Martin Siemienski Andersen" userId="3e5b9027-db81-4bdb-8ff3-173865797b46" providerId="ADAL" clId="{BAF2590B-DB24-4945-8478-6D67BF9ABF37}" dt="2024-10-03T08:40:38.995" v="786" actId="207"/>
          <ac:spMkLst>
            <pc:docMk/>
            <pc:sldMk cId="1743924550" sldId="477"/>
            <ac:spMk id="6" creationId="{DE53D13D-54FE-65B4-E11F-9C5C6CA87784}"/>
          </ac:spMkLst>
        </pc:spChg>
      </pc:sldChg>
      <pc:sldChg chg="new del">
        <pc:chgData name="Martin Siemienski Andersen" userId="3e5b9027-db81-4bdb-8ff3-173865797b46" providerId="ADAL" clId="{BAF2590B-DB24-4945-8478-6D67BF9ABF37}" dt="2024-10-03T08:23:40.768" v="4" actId="680"/>
        <pc:sldMkLst>
          <pc:docMk/>
          <pc:sldMk cId="1860938951" sldId="477"/>
        </pc:sldMkLst>
      </pc:sldChg>
      <pc:sldChg chg="addSp modSp new mod setBg">
        <pc:chgData name="Martin Siemienski Andersen" userId="3e5b9027-db81-4bdb-8ff3-173865797b46" providerId="ADAL" clId="{BAF2590B-DB24-4945-8478-6D67BF9ABF37}" dt="2024-10-03T08:40:45.682" v="787" actId="207"/>
        <pc:sldMkLst>
          <pc:docMk/>
          <pc:sldMk cId="2426292544" sldId="478"/>
        </pc:sldMkLst>
        <pc:spChg chg="mod">
          <ac:chgData name="Martin Siemienski Andersen" userId="3e5b9027-db81-4bdb-8ff3-173865797b46" providerId="ADAL" clId="{BAF2590B-DB24-4945-8478-6D67BF9ABF37}" dt="2024-10-03T08:37:10.611" v="341" actId="20577"/>
          <ac:spMkLst>
            <pc:docMk/>
            <pc:sldMk cId="2426292544" sldId="478"/>
            <ac:spMk id="3" creationId="{AAC9EB4F-D33E-BF2D-D003-FBC67A7FF79C}"/>
          </ac:spMkLst>
        </pc:spChg>
        <pc:spChg chg="add mod">
          <ac:chgData name="Martin Siemienski Andersen" userId="3e5b9027-db81-4bdb-8ff3-173865797b46" providerId="ADAL" clId="{BAF2590B-DB24-4945-8478-6D67BF9ABF37}" dt="2024-10-03T08:40:45.682" v="787" actId="207"/>
          <ac:spMkLst>
            <pc:docMk/>
            <pc:sldMk cId="2426292544" sldId="478"/>
            <ac:spMk id="6" creationId="{9E668A14-A59F-442C-D0FE-D7B8AA97350D}"/>
          </ac:spMkLst>
        </pc:spChg>
      </pc:sldChg>
      <pc:sldChg chg="modSp add mod">
        <pc:chgData name="Martin Siemienski Andersen" userId="3e5b9027-db81-4bdb-8ff3-173865797b46" providerId="ADAL" clId="{BAF2590B-DB24-4945-8478-6D67BF9ABF37}" dt="2024-10-03T09:43:31.793" v="1976"/>
        <pc:sldMkLst>
          <pc:docMk/>
          <pc:sldMk cId="3910369273" sldId="479"/>
        </pc:sldMkLst>
        <pc:spChg chg="mod">
          <ac:chgData name="Martin Siemienski Andersen" userId="3e5b9027-db81-4bdb-8ff3-173865797b46" providerId="ADAL" clId="{BAF2590B-DB24-4945-8478-6D67BF9ABF37}" dt="2024-10-03T09:43:31.793" v="1976"/>
          <ac:spMkLst>
            <pc:docMk/>
            <pc:sldMk cId="3910369273" sldId="479"/>
            <ac:spMk id="5" creationId="{B735D18A-0288-6507-0214-0F91B518E50A}"/>
          </ac:spMkLst>
        </pc:spChg>
      </pc:sldChg>
      <pc:sldChg chg="new del">
        <pc:chgData name="Martin Siemienski Andersen" userId="3e5b9027-db81-4bdb-8ff3-173865797b46" providerId="ADAL" clId="{BAF2590B-DB24-4945-8478-6D67BF9ABF37}" dt="2024-10-03T09:24:08.548" v="1401" actId="680"/>
        <pc:sldMkLst>
          <pc:docMk/>
          <pc:sldMk cId="1581512450" sldId="480"/>
        </pc:sldMkLst>
      </pc:sldChg>
      <pc:sldChg chg="modSp add del mod">
        <pc:chgData name="Martin Siemienski Andersen" userId="3e5b9027-db81-4bdb-8ff3-173865797b46" providerId="ADAL" clId="{BAF2590B-DB24-4945-8478-6D67BF9ABF37}" dt="2024-10-03T09:27:03.069" v="1451" actId="47"/>
        <pc:sldMkLst>
          <pc:docMk/>
          <pc:sldMk cId="1634127884" sldId="480"/>
        </pc:sldMkLst>
        <pc:spChg chg="mod">
          <ac:chgData name="Martin Siemienski Andersen" userId="3e5b9027-db81-4bdb-8ff3-173865797b46" providerId="ADAL" clId="{BAF2590B-DB24-4945-8478-6D67BF9ABF37}" dt="2024-10-03T09:25:31.464" v="1420" actId="20577"/>
          <ac:spMkLst>
            <pc:docMk/>
            <pc:sldMk cId="1634127884" sldId="480"/>
            <ac:spMk id="5" creationId="{B735D18A-0288-6507-0214-0F91B518E50A}"/>
          </ac:spMkLst>
        </pc:spChg>
      </pc:sldChg>
      <pc:sldChg chg="add del">
        <pc:chgData name="Martin Siemienski Andersen" userId="3e5b9027-db81-4bdb-8ff3-173865797b46" providerId="ADAL" clId="{BAF2590B-DB24-4945-8478-6D67BF9ABF37}" dt="2024-10-03T09:25:03.470" v="1415"/>
        <pc:sldMkLst>
          <pc:docMk/>
          <pc:sldMk cId="1187801219" sldId="481"/>
        </pc:sldMkLst>
      </pc:sldChg>
      <pc:sldChg chg="modSp add mod">
        <pc:chgData name="Martin Siemienski Andersen" userId="3e5b9027-db81-4bdb-8ff3-173865797b46" providerId="ADAL" clId="{BAF2590B-DB24-4945-8478-6D67BF9ABF37}" dt="2024-10-03T09:43:26.811" v="1975"/>
        <pc:sldMkLst>
          <pc:docMk/>
          <pc:sldMk cId="2682284285" sldId="481"/>
        </pc:sldMkLst>
        <pc:spChg chg="mod">
          <ac:chgData name="Martin Siemienski Andersen" userId="3e5b9027-db81-4bdb-8ff3-173865797b46" providerId="ADAL" clId="{BAF2590B-DB24-4945-8478-6D67BF9ABF37}" dt="2024-10-03T09:43:26.811" v="1975"/>
          <ac:spMkLst>
            <pc:docMk/>
            <pc:sldMk cId="2682284285" sldId="481"/>
            <ac:spMk id="5" creationId="{B735D18A-0288-6507-0214-0F91B518E50A}"/>
          </ac:spMkLst>
        </pc:spChg>
      </pc:sldChg>
      <pc:sldChg chg="modSp add mod">
        <pc:chgData name="Martin Siemienski Andersen" userId="3e5b9027-db81-4bdb-8ff3-173865797b46" providerId="ADAL" clId="{BAF2590B-DB24-4945-8478-6D67BF9ABF37}" dt="2024-10-03T09:43:21.766" v="1974"/>
        <pc:sldMkLst>
          <pc:docMk/>
          <pc:sldMk cId="2598011187" sldId="482"/>
        </pc:sldMkLst>
        <pc:spChg chg="mod">
          <ac:chgData name="Martin Siemienski Andersen" userId="3e5b9027-db81-4bdb-8ff3-173865797b46" providerId="ADAL" clId="{BAF2590B-DB24-4945-8478-6D67BF9ABF37}" dt="2024-10-03T09:43:21.766" v="1974"/>
          <ac:spMkLst>
            <pc:docMk/>
            <pc:sldMk cId="2598011187" sldId="482"/>
            <ac:spMk id="5" creationId="{B735D18A-0288-6507-0214-0F91B518E50A}"/>
          </ac:spMkLst>
        </pc:spChg>
      </pc:sldChg>
      <pc:sldChg chg="modSp add mod">
        <pc:chgData name="Martin Siemienski Andersen" userId="3e5b9027-db81-4bdb-8ff3-173865797b46" providerId="ADAL" clId="{BAF2590B-DB24-4945-8478-6D67BF9ABF37}" dt="2024-10-03T09:43:18.235" v="1973"/>
        <pc:sldMkLst>
          <pc:docMk/>
          <pc:sldMk cId="3347038703" sldId="483"/>
        </pc:sldMkLst>
        <pc:spChg chg="mod">
          <ac:chgData name="Martin Siemienski Andersen" userId="3e5b9027-db81-4bdb-8ff3-173865797b46" providerId="ADAL" clId="{BAF2590B-DB24-4945-8478-6D67BF9ABF37}" dt="2024-10-03T09:43:18.235" v="1973"/>
          <ac:spMkLst>
            <pc:docMk/>
            <pc:sldMk cId="3347038703" sldId="483"/>
            <ac:spMk id="5" creationId="{B735D18A-0288-6507-0214-0F91B518E50A}"/>
          </ac:spMkLst>
        </pc:spChg>
      </pc:sldChg>
      <pc:sldChg chg="add del">
        <pc:chgData name="Martin Siemienski Andersen" userId="3e5b9027-db81-4bdb-8ff3-173865797b46" providerId="ADAL" clId="{BAF2590B-DB24-4945-8478-6D67BF9ABF37}" dt="2024-10-03T09:27:23.095" v="1457"/>
        <pc:sldMkLst>
          <pc:docMk/>
          <pc:sldMk cId="651307617" sldId="484"/>
        </pc:sldMkLst>
      </pc:sldChg>
      <pc:sldChg chg="modSp add mod">
        <pc:chgData name="Martin Siemienski Andersen" userId="3e5b9027-db81-4bdb-8ff3-173865797b46" providerId="ADAL" clId="{BAF2590B-DB24-4945-8478-6D67BF9ABF37}" dt="2024-10-03T09:43:13.599" v="1972" actId="113"/>
        <pc:sldMkLst>
          <pc:docMk/>
          <pc:sldMk cId="2294189794" sldId="484"/>
        </pc:sldMkLst>
        <pc:spChg chg="mod">
          <ac:chgData name="Martin Siemienski Andersen" userId="3e5b9027-db81-4bdb-8ff3-173865797b46" providerId="ADAL" clId="{BAF2590B-DB24-4945-8478-6D67BF9ABF37}" dt="2024-10-03T09:43:13.599" v="1972" actId="113"/>
          <ac:spMkLst>
            <pc:docMk/>
            <pc:sldMk cId="2294189794" sldId="484"/>
            <ac:spMk id="5" creationId="{B735D18A-0288-6507-0214-0F91B518E50A}"/>
          </ac:spMkLst>
        </pc:spChg>
      </pc:sldChg>
      <pc:sldChg chg="add del">
        <pc:chgData name="Martin Siemienski Andersen" userId="3e5b9027-db81-4bdb-8ff3-173865797b46" providerId="ADAL" clId="{BAF2590B-DB24-4945-8478-6D67BF9ABF37}" dt="2024-10-03T09:27:38.229" v="1462"/>
        <pc:sldMkLst>
          <pc:docMk/>
          <pc:sldMk cId="2358678210" sldId="485"/>
        </pc:sldMkLst>
      </pc:sldChg>
      <pc:sldChg chg="modSp add mod">
        <pc:chgData name="Martin Siemienski Andersen" userId="3e5b9027-db81-4bdb-8ff3-173865797b46" providerId="ADAL" clId="{BAF2590B-DB24-4945-8478-6D67BF9ABF37}" dt="2024-10-03T09:41:03.369" v="1850" actId="113"/>
        <pc:sldMkLst>
          <pc:docMk/>
          <pc:sldMk cId="2421982364" sldId="485"/>
        </pc:sldMkLst>
        <pc:spChg chg="mod">
          <ac:chgData name="Martin Siemienski Andersen" userId="3e5b9027-db81-4bdb-8ff3-173865797b46" providerId="ADAL" clId="{BAF2590B-DB24-4945-8478-6D67BF9ABF37}" dt="2024-10-03T09:41:03.369" v="1850" actId="113"/>
          <ac:spMkLst>
            <pc:docMk/>
            <pc:sldMk cId="2421982364" sldId="485"/>
            <ac:spMk id="5" creationId="{B735D18A-0288-6507-0214-0F91B518E50A}"/>
          </ac:spMkLst>
        </pc:spChg>
      </pc:sldChg>
      <pc:sldChg chg="add del">
        <pc:chgData name="Martin Siemienski Andersen" userId="3e5b9027-db81-4bdb-8ff3-173865797b46" providerId="ADAL" clId="{BAF2590B-DB24-4945-8478-6D67BF9ABF37}" dt="2024-10-03T09:41:10.212" v="1852" actId="47"/>
        <pc:sldMkLst>
          <pc:docMk/>
          <pc:sldMk cId="322949096" sldId="486"/>
        </pc:sldMkLst>
      </pc:sldChg>
      <pc:sldChg chg="add del">
        <pc:chgData name="Martin Siemienski Andersen" userId="3e5b9027-db81-4bdb-8ff3-173865797b46" providerId="ADAL" clId="{BAF2590B-DB24-4945-8478-6D67BF9ABF37}" dt="2024-10-03T09:41:00.164" v="1849"/>
        <pc:sldMkLst>
          <pc:docMk/>
          <pc:sldMk cId="569464503" sldId="486"/>
        </pc:sldMkLst>
      </pc:sldChg>
      <pc:sldChg chg="modSp add mod">
        <pc:chgData name="Martin Siemienski Andersen" userId="3e5b9027-db81-4bdb-8ff3-173865797b46" providerId="ADAL" clId="{BAF2590B-DB24-4945-8478-6D67BF9ABF37}" dt="2024-10-03T09:42:58.623" v="1969" actId="20577"/>
        <pc:sldMkLst>
          <pc:docMk/>
          <pc:sldMk cId="3430552724" sldId="486"/>
        </pc:sldMkLst>
        <pc:spChg chg="mod">
          <ac:chgData name="Martin Siemienski Andersen" userId="3e5b9027-db81-4bdb-8ff3-173865797b46" providerId="ADAL" clId="{BAF2590B-DB24-4945-8478-6D67BF9ABF37}" dt="2024-10-03T09:42:58.623" v="1969" actId="20577"/>
          <ac:spMkLst>
            <pc:docMk/>
            <pc:sldMk cId="3430552724" sldId="486"/>
            <ac:spMk id="5" creationId="{B735D18A-0288-6507-0214-0F91B518E50A}"/>
          </ac:spMkLst>
        </pc:spChg>
      </pc:sldChg>
    </pc:docChg>
  </pc:docChgLst>
  <pc:docChgLst>
    <pc:chgData name="Martin Siemienski Andersen" userId="3e5b9027-db81-4bdb-8ff3-173865797b46" providerId="ADAL" clId="{4D0EC96C-3750-4129-B269-94690E04D649}"/>
    <pc:docChg chg="undo redo custSel addSld delSld modSld sldOrd modSection">
      <pc:chgData name="Martin Siemienski Andersen" userId="3e5b9027-db81-4bdb-8ff3-173865797b46" providerId="ADAL" clId="{4D0EC96C-3750-4129-B269-94690E04D649}" dt="2023-09-28T12:51:07.952" v="5982" actId="20577"/>
      <pc:docMkLst>
        <pc:docMk/>
      </pc:docMkLst>
      <pc:sldChg chg="modSp mod">
        <pc:chgData name="Martin Siemienski Andersen" userId="3e5b9027-db81-4bdb-8ff3-173865797b46" providerId="ADAL" clId="{4D0EC96C-3750-4129-B269-94690E04D649}" dt="2023-08-31T10:43:05.388" v="0" actId="6549"/>
        <pc:sldMkLst>
          <pc:docMk/>
          <pc:sldMk cId="2290672695" sldId="378"/>
        </pc:sldMkLst>
        <pc:spChg chg="mod">
          <ac:chgData name="Martin Siemienski Andersen" userId="3e5b9027-db81-4bdb-8ff3-173865797b46" providerId="ADAL" clId="{4D0EC96C-3750-4129-B269-94690E04D649}" dt="2023-08-31T10:43:05.388" v="0" actId="6549"/>
          <ac:spMkLst>
            <pc:docMk/>
            <pc:sldMk cId="2290672695" sldId="378"/>
            <ac:spMk id="4" creationId="{00000000-0000-0000-0000-000000000000}"/>
          </ac:spMkLst>
        </pc:spChg>
      </pc:sldChg>
      <pc:sldChg chg="modSp mod ord">
        <pc:chgData name="Martin Siemienski Andersen" userId="3e5b9027-db81-4bdb-8ff3-173865797b46" providerId="ADAL" clId="{4D0EC96C-3750-4129-B269-94690E04D649}" dt="2023-09-28T12:40:59.351" v="5609"/>
        <pc:sldMkLst>
          <pc:docMk/>
          <pc:sldMk cId="99100909" sldId="395"/>
        </pc:sldMkLst>
        <pc:spChg chg="mod">
          <ac:chgData name="Martin Siemienski Andersen" userId="3e5b9027-db81-4bdb-8ff3-173865797b46" providerId="ADAL" clId="{4D0EC96C-3750-4129-B269-94690E04D649}" dt="2023-09-19T11:36:07.686" v="698" actId="207"/>
          <ac:spMkLst>
            <pc:docMk/>
            <pc:sldMk cId="99100909" sldId="395"/>
            <ac:spMk id="9" creationId="{0F5D0C12-575C-48E8-BF55-BAEE8A7871A5}"/>
          </ac:spMkLst>
        </pc:spChg>
      </pc:sldChg>
      <pc:sldChg chg="ord">
        <pc:chgData name="Martin Siemienski Andersen" userId="3e5b9027-db81-4bdb-8ff3-173865797b46" providerId="ADAL" clId="{4D0EC96C-3750-4129-B269-94690E04D649}" dt="2023-09-28T12:40:59.351" v="5609"/>
        <pc:sldMkLst>
          <pc:docMk/>
          <pc:sldMk cId="4003045586" sldId="396"/>
        </pc:sldMkLst>
      </pc:sldChg>
      <pc:sldChg chg="ord">
        <pc:chgData name="Martin Siemienski Andersen" userId="3e5b9027-db81-4bdb-8ff3-173865797b46" providerId="ADAL" clId="{4D0EC96C-3750-4129-B269-94690E04D649}" dt="2023-09-28T12:40:59.351" v="5609"/>
        <pc:sldMkLst>
          <pc:docMk/>
          <pc:sldMk cId="2637735392" sldId="397"/>
        </pc:sldMkLst>
      </pc:sldChg>
      <pc:sldChg chg="ord">
        <pc:chgData name="Martin Siemienski Andersen" userId="3e5b9027-db81-4bdb-8ff3-173865797b46" providerId="ADAL" clId="{4D0EC96C-3750-4129-B269-94690E04D649}" dt="2023-09-28T12:40:59.351" v="5609"/>
        <pc:sldMkLst>
          <pc:docMk/>
          <pc:sldMk cId="3318369989" sldId="398"/>
        </pc:sldMkLst>
      </pc:sldChg>
      <pc:sldChg chg="modSp mod">
        <pc:chgData name="Martin Siemienski Andersen" userId="3e5b9027-db81-4bdb-8ff3-173865797b46" providerId="ADAL" clId="{4D0EC96C-3750-4129-B269-94690E04D649}" dt="2023-09-19T11:24:03.037" v="386" actId="6549"/>
        <pc:sldMkLst>
          <pc:docMk/>
          <pc:sldMk cId="3636122926" sldId="400"/>
        </pc:sldMkLst>
        <pc:spChg chg="mod">
          <ac:chgData name="Martin Siemienski Andersen" userId="3e5b9027-db81-4bdb-8ff3-173865797b46" providerId="ADAL" clId="{4D0EC96C-3750-4129-B269-94690E04D649}" dt="2023-09-19T11:24:03.037" v="386" actId="6549"/>
          <ac:spMkLst>
            <pc:docMk/>
            <pc:sldMk cId="3636122926" sldId="400"/>
            <ac:spMk id="5" creationId="{7C33DE81-44D1-474E-861F-4B92C802B0E7}"/>
          </ac:spMkLst>
        </pc:spChg>
      </pc:sldChg>
      <pc:sldChg chg="addSp delSp modSp mod">
        <pc:chgData name="Martin Siemienski Andersen" userId="3e5b9027-db81-4bdb-8ff3-173865797b46" providerId="ADAL" clId="{4D0EC96C-3750-4129-B269-94690E04D649}" dt="2023-09-28T10:48:24.603" v="2445" actId="6549"/>
        <pc:sldMkLst>
          <pc:docMk/>
          <pc:sldMk cId="4223866109" sldId="401"/>
        </pc:sldMkLst>
        <pc:spChg chg="add mod">
          <ac:chgData name="Martin Siemienski Andersen" userId="3e5b9027-db81-4bdb-8ff3-173865797b46" providerId="ADAL" clId="{4D0EC96C-3750-4129-B269-94690E04D649}" dt="2023-09-28T10:48:24.603" v="2445" actId="6549"/>
          <ac:spMkLst>
            <pc:docMk/>
            <pc:sldMk cId="4223866109" sldId="401"/>
            <ac:spMk id="6" creationId="{DE4CECF0-5E56-F7A7-759A-495E117AB183}"/>
          </ac:spMkLst>
        </pc:spChg>
        <pc:spChg chg="del mod">
          <ac:chgData name="Martin Siemienski Andersen" userId="3e5b9027-db81-4bdb-8ff3-173865797b46" providerId="ADAL" clId="{4D0EC96C-3750-4129-B269-94690E04D649}" dt="2023-09-28T10:47:44.043" v="2430"/>
          <ac:spMkLst>
            <pc:docMk/>
            <pc:sldMk cId="4223866109" sldId="401"/>
            <ac:spMk id="13" creationId="{A96F4CAA-A7D9-4A02-9F12-7308A9BFF88B}"/>
          </ac:spMkLst>
        </pc:spChg>
        <pc:picChg chg="del">
          <ac:chgData name="Martin Siemienski Andersen" userId="3e5b9027-db81-4bdb-8ff3-173865797b46" providerId="ADAL" clId="{4D0EC96C-3750-4129-B269-94690E04D649}" dt="2023-09-28T10:47:44.043" v="2428" actId="478"/>
          <ac:picMkLst>
            <pc:docMk/>
            <pc:sldMk cId="4223866109" sldId="401"/>
            <ac:picMk id="7" creationId="{D5028553-A3D4-4B8A-8548-883F7E1207CF}"/>
          </ac:picMkLst>
        </pc:picChg>
      </pc:sldChg>
      <pc:sldChg chg="modSp mod">
        <pc:chgData name="Martin Siemienski Andersen" userId="3e5b9027-db81-4bdb-8ff3-173865797b46" providerId="ADAL" clId="{4D0EC96C-3750-4129-B269-94690E04D649}" dt="2023-09-28T12:46:34.391" v="5695" actId="1076"/>
        <pc:sldMkLst>
          <pc:docMk/>
          <pc:sldMk cId="3364945455" sldId="403"/>
        </pc:sldMkLst>
        <pc:spChg chg="mod">
          <ac:chgData name="Martin Siemienski Andersen" userId="3e5b9027-db81-4bdb-8ff3-173865797b46" providerId="ADAL" clId="{4D0EC96C-3750-4129-B269-94690E04D649}" dt="2023-09-28T12:45:54.172" v="5686" actId="2711"/>
          <ac:spMkLst>
            <pc:docMk/>
            <pc:sldMk cId="3364945455" sldId="403"/>
            <ac:spMk id="4" creationId="{89B18FE9-F514-4303-88BB-AD44B4972077}"/>
          </ac:spMkLst>
        </pc:spChg>
        <pc:spChg chg="mod">
          <ac:chgData name="Martin Siemienski Andersen" userId="3e5b9027-db81-4bdb-8ff3-173865797b46" providerId="ADAL" clId="{4D0EC96C-3750-4129-B269-94690E04D649}" dt="2023-09-28T12:46:29.385" v="5692" actId="14100"/>
          <ac:spMkLst>
            <pc:docMk/>
            <pc:sldMk cId="3364945455" sldId="403"/>
            <ac:spMk id="9" creationId="{7422D2AD-BC31-4CBE-B1E7-C44F70AB47BB}"/>
          </ac:spMkLst>
        </pc:spChg>
        <pc:picChg chg="mod">
          <ac:chgData name="Martin Siemienski Andersen" userId="3e5b9027-db81-4bdb-8ff3-173865797b46" providerId="ADAL" clId="{4D0EC96C-3750-4129-B269-94690E04D649}" dt="2023-09-28T12:46:34.391" v="5695" actId="1076"/>
          <ac:picMkLst>
            <pc:docMk/>
            <pc:sldMk cId="3364945455" sldId="403"/>
            <ac:picMk id="11" creationId="{0CC8A351-190D-45A0-B6B6-0F71AA38B055}"/>
          </ac:picMkLst>
        </pc:picChg>
      </pc:sldChg>
      <pc:sldChg chg="modSp mod">
        <pc:chgData name="Martin Siemienski Andersen" userId="3e5b9027-db81-4bdb-8ff3-173865797b46" providerId="ADAL" clId="{4D0EC96C-3750-4129-B269-94690E04D649}" dt="2023-09-28T12:47:00.054" v="5702" actId="14100"/>
        <pc:sldMkLst>
          <pc:docMk/>
          <pc:sldMk cId="492540003" sldId="404"/>
        </pc:sldMkLst>
        <pc:spChg chg="mod">
          <ac:chgData name="Martin Siemienski Andersen" userId="3e5b9027-db81-4bdb-8ff3-173865797b46" providerId="ADAL" clId="{4D0EC96C-3750-4129-B269-94690E04D649}" dt="2023-09-28T12:46:08.591" v="5688" actId="2711"/>
          <ac:spMkLst>
            <pc:docMk/>
            <pc:sldMk cId="492540003" sldId="404"/>
            <ac:spMk id="4" creationId="{89B18FE9-F514-4303-88BB-AD44B4972077}"/>
          </ac:spMkLst>
        </pc:spChg>
        <pc:spChg chg="mod">
          <ac:chgData name="Martin Siemienski Andersen" userId="3e5b9027-db81-4bdb-8ff3-173865797b46" providerId="ADAL" clId="{4D0EC96C-3750-4129-B269-94690E04D649}" dt="2023-09-28T12:47:00.054" v="5702" actId="14100"/>
          <ac:spMkLst>
            <pc:docMk/>
            <pc:sldMk cId="492540003" sldId="404"/>
            <ac:spMk id="9" creationId="{7422D2AD-BC31-4CBE-B1E7-C44F70AB47BB}"/>
          </ac:spMkLst>
        </pc:spChg>
        <pc:spChg chg="mod">
          <ac:chgData name="Martin Siemienski Andersen" userId="3e5b9027-db81-4bdb-8ff3-173865797b46" providerId="ADAL" clId="{4D0EC96C-3750-4129-B269-94690E04D649}" dt="2023-09-28T12:46:54.750" v="5700" actId="1076"/>
          <ac:spMkLst>
            <pc:docMk/>
            <pc:sldMk cId="492540003" sldId="404"/>
            <ac:spMk id="10" creationId="{0567583D-0555-4DDD-B75B-590BAD6C3CD4}"/>
          </ac:spMkLst>
        </pc:spChg>
        <pc:picChg chg="mod">
          <ac:chgData name="Martin Siemienski Andersen" userId="3e5b9027-db81-4bdb-8ff3-173865797b46" providerId="ADAL" clId="{4D0EC96C-3750-4129-B269-94690E04D649}" dt="2023-09-28T12:46:56.914" v="5701" actId="1076"/>
          <ac:picMkLst>
            <pc:docMk/>
            <pc:sldMk cId="492540003" sldId="404"/>
            <ac:picMk id="8" creationId="{AC91BFEE-8153-4114-9969-A7F4E15B4A3D}"/>
          </ac:picMkLst>
        </pc:picChg>
      </pc:sldChg>
      <pc:sldChg chg="modSp mod">
        <pc:chgData name="Martin Siemienski Andersen" userId="3e5b9027-db81-4bdb-8ff3-173865797b46" providerId="ADAL" clId="{4D0EC96C-3750-4129-B269-94690E04D649}" dt="2023-09-19T11:29:06.061" v="539" actId="20577"/>
        <pc:sldMkLst>
          <pc:docMk/>
          <pc:sldMk cId="1668894631" sldId="406"/>
        </pc:sldMkLst>
        <pc:spChg chg="mod">
          <ac:chgData name="Martin Siemienski Andersen" userId="3e5b9027-db81-4bdb-8ff3-173865797b46" providerId="ADAL" clId="{4D0EC96C-3750-4129-B269-94690E04D649}" dt="2023-09-19T11:29:06.061" v="539" actId="20577"/>
          <ac:spMkLst>
            <pc:docMk/>
            <pc:sldMk cId="1668894631" sldId="406"/>
            <ac:spMk id="5" creationId="{BF3353C3-A5B9-4773-955D-3BA78FC626C0}"/>
          </ac:spMkLst>
        </pc:spChg>
      </pc:sldChg>
      <pc:sldChg chg="ord">
        <pc:chgData name="Martin Siemienski Andersen" userId="3e5b9027-db81-4bdb-8ff3-173865797b46" providerId="ADAL" clId="{4D0EC96C-3750-4129-B269-94690E04D649}" dt="2023-09-28T10:50:00.146" v="2447"/>
        <pc:sldMkLst>
          <pc:docMk/>
          <pc:sldMk cId="3469801031" sldId="410"/>
        </pc:sldMkLst>
      </pc:sldChg>
      <pc:sldChg chg="mod modShow">
        <pc:chgData name="Martin Siemienski Andersen" userId="3e5b9027-db81-4bdb-8ff3-173865797b46" providerId="ADAL" clId="{4D0EC96C-3750-4129-B269-94690E04D649}" dt="2023-09-27T12:10:32.683" v="752" actId="729"/>
        <pc:sldMkLst>
          <pc:docMk/>
          <pc:sldMk cId="2183368220" sldId="411"/>
        </pc:sldMkLst>
      </pc:sldChg>
      <pc:sldChg chg="modSp mod ord">
        <pc:chgData name="Martin Siemienski Andersen" userId="3e5b9027-db81-4bdb-8ff3-173865797b46" providerId="ADAL" clId="{4D0EC96C-3750-4129-B269-94690E04D649}" dt="2023-09-28T11:51:51.424" v="4583"/>
        <pc:sldMkLst>
          <pc:docMk/>
          <pc:sldMk cId="4294393476" sldId="434"/>
        </pc:sldMkLst>
        <pc:spChg chg="mod">
          <ac:chgData name="Martin Siemienski Andersen" userId="3e5b9027-db81-4bdb-8ff3-173865797b46" providerId="ADAL" clId="{4D0EC96C-3750-4129-B269-94690E04D649}" dt="2023-09-28T11:02:58.448" v="2805" actId="113"/>
          <ac:spMkLst>
            <pc:docMk/>
            <pc:sldMk cId="4294393476" sldId="434"/>
            <ac:spMk id="5" creationId="{B735D18A-0288-6507-0214-0F91B518E50A}"/>
          </ac:spMkLst>
        </pc:spChg>
      </pc:sldChg>
      <pc:sldChg chg="delSp modSp del mod">
        <pc:chgData name="Martin Siemienski Andersen" userId="3e5b9027-db81-4bdb-8ff3-173865797b46" providerId="ADAL" clId="{4D0EC96C-3750-4129-B269-94690E04D649}" dt="2023-09-28T10:36:40.578" v="1940" actId="47"/>
        <pc:sldMkLst>
          <pc:docMk/>
          <pc:sldMk cId="2632825420" sldId="435"/>
        </pc:sldMkLst>
        <pc:spChg chg="del">
          <ac:chgData name="Martin Siemienski Andersen" userId="3e5b9027-db81-4bdb-8ff3-173865797b46" providerId="ADAL" clId="{4D0EC96C-3750-4129-B269-94690E04D649}" dt="2023-09-28T10:34:41.387" v="1931" actId="478"/>
          <ac:spMkLst>
            <pc:docMk/>
            <pc:sldMk cId="2632825420" sldId="435"/>
            <ac:spMk id="2" creationId="{D332119B-8F76-5956-529F-5E399A5C8EF1}"/>
          </ac:spMkLst>
        </pc:spChg>
        <pc:spChg chg="mod">
          <ac:chgData name="Martin Siemienski Andersen" userId="3e5b9027-db81-4bdb-8ff3-173865797b46" providerId="ADAL" clId="{4D0EC96C-3750-4129-B269-94690E04D649}" dt="2023-09-28T10:34:50.824" v="1939" actId="20577"/>
          <ac:spMkLst>
            <pc:docMk/>
            <pc:sldMk cId="2632825420" sldId="435"/>
            <ac:spMk id="4" creationId="{26C4B503-F6C0-A5F6-AD3D-7E6C37F33D7F}"/>
          </ac:spMkLst>
        </pc:spChg>
        <pc:spChg chg="mod">
          <ac:chgData name="Martin Siemienski Andersen" userId="3e5b9027-db81-4bdb-8ff3-173865797b46" providerId="ADAL" clId="{4D0EC96C-3750-4129-B269-94690E04D649}" dt="2023-09-19T11:26:47.727" v="528" actId="20577"/>
          <ac:spMkLst>
            <pc:docMk/>
            <pc:sldMk cId="2632825420" sldId="435"/>
            <ac:spMk id="5" creationId="{C031A694-73FF-B5FE-6AF4-9C5E0D1D04B5}"/>
          </ac:spMkLst>
        </pc:spChg>
      </pc:sldChg>
      <pc:sldChg chg="modSp mod modShow">
        <pc:chgData name="Martin Siemienski Andersen" userId="3e5b9027-db81-4bdb-8ff3-173865797b46" providerId="ADAL" clId="{4D0EC96C-3750-4129-B269-94690E04D649}" dt="2023-09-28T11:01:00.580" v="2798" actId="729"/>
        <pc:sldMkLst>
          <pc:docMk/>
          <pc:sldMk cId="1830987036" sldId="436"/>
        </pc:sldMkLst>
        <pc:spChg chg="mod">
          <ac:chgData name="Martin Siemienski Andersen" userId="3e5b9027-db81-4bdb-8ff3-173865797b46" providerId="ADAL" clId="{4D0EC96C-3750-4129-B269-94690E04D649}" dt="2023-09-19T11:34:26.311" v="697" actId="207"/>
          <ac:spMkLst>
            <pc:docMk/>
            <pc:sldMk cId="1830987036" sldId="436"/>
            <ac:spMk id="4" creationId="{F3AD8F2B-935B-8408-D407-55BBAB432848}"/>
          </ac:spMkLst>
        </pc:spChg>
      </pc:sldChg>
      <pc:sldChg chg="addSp delSp modSp new mod ord">
        <pc:chgData name="Martin Siemienski Andersen" userId="3e5b9027-db81-4bdb-8ff3-173865797b46" providerId="ADAL" clId="{4D0EC96C-3750-4129-B269-94690E04D649}" dt="2023-09-28T11:06:05.232" v="2838" actId="20577"/>
        <pc:sldMkLst>
          <pc:docMk/>
          <pc:sldMk cId="4231519271" sldId="438"/>
        </pc:sldMkLst>
        <pc:spChg chg="mod">
          <ac:chgData name="Martin Siemienski Andersen" userId="3e5b9027-db81-4bdb-8ff3-173865797b46" providerId="ADAL" clId="{4D0EC96C-3750-4129-B269-94690E04D649}" dt="2023-09-28T09:42:53.073" v="1721" actId="20577"/>
          <ac:spMkLst>
            <pc:docMk/>
            <pc:sldMk cId="4231519271" sldId="438"/>
            <ac:spMk id="3" creationId="{26D47E2A-291E-3316-6702-79AF4C9F82AE}"/>
          </ac:spMkLst>
        </pc:spChg>
        <pc:spChg chg="del mod">
          <ac:chgData name="Martin Siemienski Andersen" userId="3e5b9027-db81-4bdb-8ff3-173865797b46" providerId="ADAL" clId="{4D0EC96C-3750-4129-B269-94690E04D649}" dt="2023-09-27T12:08:01.960" v="744" actId="478"/>
          <ac:spMkLst>
            <pc:docMk/>
            <pc:sldMk cId="4231519271" sldId="438"/>
            <ac:spMk id="4" creationId="{A6385203-16ED-E345-E40B-0B71D16E8457}"/>
          </ac:spMkLst>
        </pc:spChg>
        <pc:spChg chg="add del">
          <ac:chgData name="Martin Siemienski Andersen" userId="3e5b9027-db81-4bdb-8ff3-173865797b46" providerId="ADAL" clId="{4D0EC96C-3750-4129-B269-94690E04D649}" dt="2023-09-19T09:52:28.313" v="6" actId="478"/>
          <ac:spMkLst>
            <pc:docMk/>
            <pc:sldMk cId="4231519271" sldId="438"/>
            <ac:spMk id="6" creationId="{D7D4F99A-A951-2C0B-5530-D27837338567}"/>
          </ac:spMkLst>
        </pc:spChg>
        <pc:spChg chg="add del mod">
          <ac:chgData name="Martin Siemienski Andersen" userId="3e5b9027-db81-4bdb-8ff3-173865797b46" providerId="ADAL" clId="{4D0EC96C-3750-4129-B269-94690E04D649}" dt="2023-09-19T10:01:32.197" v="50" actId="478"/>
          <ac:spMkLst>
            <pc:docMk/>
            <pc:sldMk cId="4231519271" sldId="438"/>
            <ac:spMk id="12" creationId="{88171B08-A8E9-FBAD-7B9F-F40D4B671F7C}"/>
          </ac:spMkLst>
        </pc:spChg>
        <pc:spChg chg="add del">
          <ac:chgData name="Martin Siemienski Andersen" userId="3e5b9027-db81-4bdb-8ff3-173865797b46" providerId="ADAL" clId="{4D0EC96C-3750-4129-B269-94690E04D649}" dt="2023-09-19T10:01:33.982" v="52" actId="22"/>
          <ac:spMkLst>
            <pc:docMk/>
            <pc:sldMk cId="4231519271" sldId="438"/>
            <ac:spMk id="14" creationId="{5BD4030E-FF4E-5D88-40C7-D8B5D9CF9953}"/>
          </ac:spMkLst>
        </pc:spChg>
        <pc:spChg chg="add del mod">
          <ac:chgData name="Martin Siemienski Andersen" userId="3e5b9027-db81-4bdb-8ff3-173865797b46" providerId="ADAL" clId="{4D0EC96C-3750-4129-B269-94690E04D649}" dt="2023-09-19T10:28:17.025" v="108" actId="478"/>
          <ac:spMkLst>
            <pc:docMk/>
            <pc:sldMk cId="4231519271" sldId="438"/>
            <ac:spMk id="16" creationId="{2E7783C5-51D3-1C9E-20AE-184B259F1F7C}"/>
          </ac:spMkLst>
        </pc:spChg>
        <pc:spChg chg="add del mod">
          <ac:chgData name="Martin Siemienski Andersen" userId="3e5b9027-db81-4bdb-8ff3-173865797b46" providerId="ADAL" clId="{4D0EC96C-3750-4129-B269-94690E04D649}" dt="2023-09-19T10:28:11.620" v="107" actId="478"/>
          <ac:spMkLst>
            <pc:docMk/>
            <pc:sldMk cId="4231519271" sldId="438"/>
            <ac:spMk id="18" creationId="{201C2CEB-AC06-E37C-2472-1A945A139BB1}"/>
          </ac:spMkLst>
        </pc:spChg>
        <pc:spChg chg="add del">
          <ac:chgData name="Martin Siemienski Andersen" userId="3e5b9027-db81-4bdb-8ff3-173865797b46" providerId="ADAL" clId="{4D0EC96C-3750-4129-B269-94690E04D649}" dt="2023-09-19T10:27:58.913" v="105" actId="478"/>
          <ac:spMkLst>
            <pc:docMk/>
            <pc:sldMk cId="4231519271" sldId="438"/>
            <ac:spMk id="20" creationId="{C622585E-7A77-569F-33B5-6C405FF99C1F}"/>
          </ac:spMkLst>
        </pc:spChg>
        <pc:spChg chg="add del mod">
          <ac:chgData name="Martin Siemienski Andersen" userId="3e5b9027-db81-4bdb-8ff3-173865797b46" providerId="ADAL" clId="{4D0EC96C-3750-4129-B269-94690E04D649}" dt="2023-09-19T10:35:42.290" v="252" actId="478"/>
          <ac:spMkLst>
            <pc:docMk/>
            <pc:sldMk cId="4231519271" sldId="438"/>
            <ac:spMk id="22" creationId="{CE1A527E-B555-6E6B-11C1-12F6A380446C}"/>
          </ac:spMkLst>
        </pc:spChg>
        <pc:spChg chg="add mod">
          <ac:chgData name="Martin Siemienski Andersen" userId="3e5b9027-db81-4bdb-8ff3-173865797b46" providerId="ADAL" clId="{4D0EC96C-3750-4129-B269-94690E04D649}" dt="2023-09-28T11:06:05.232" v="2838" actId="20577"/>
          <ac:spMkLst>
            <pc:docMk/>
            <pc:sldMk cId="4231519271" sldId="438"/>
            <ac:spMk id="24" creationId="{E2B3B92B-0BEE-FC07-7492-EB3051CD64A4}"/>
          </ac:spMkLst>
        </pc:spChg>
        <pc:spChg chg="add del">
          <ac:chgData name="Martin Siemienski Andersen" userId="3e5b9027-db81-4bdb-8ff3-173865797b46" providerId="ADAL" clId="{4D0EC96C-3750-4129-B269-94690E04D649}" dt="2023-09-19T10:35:03.578" v="224" actId="22"/>
          <ac:spMkLst>
            <pc:docMk/>
            <pc:sldMk cId="4231519271" sldId="438"/>
            <ac:spMk id="26" creationId="{2F4C1D1F-210B-DA5A-6217-15E4A58FA47E}"/>
          </ac:spMkLst>
        </pc:spChg>
        <pc:spChg chg="add del mod">
          <ac:chgData name="Martin Siemienski Andersen" userId="3e5b9027-db81-4bdb-8ff3-173865797b46" providerId="ADAL" clId="{4D0EC96C-3750-4129-B269-94690E04D649}" dt="2023-09-28T11:05:43.435" v="2816" actId="20577"/>
          <ac:spMkLst>
            <pc:docMk/>
            <pc:sldMk cId="4231519271" sldId="438"/>
            <ac:spMk id="28" creationId="{E48332AA-FB0C-D304-08B1-30B793C6AE7C}"/>
          </ac:spMkLst>
        </pc:spChg>
        <pc:picChg chg="add del">
          <ac:chgData name="Martin Siemienski Andersen" userId="3e5b9027-db81-4bdb-8ff3-173865797b46" providerId="ADAL" clId="{4D0EC96C-3750-4129-B269-94690E04D649}" dt="2023-09-19T09:53:26.755" v="8" actId="478"/>
          <ac:picMkLst>
            <pc:docMk/>
            <pc:sldMk cId="4231519271" sldId="438"/>
            <ac:picMk id="8" creationId="{3948DAF3-8ACC-439E-E6B6-4EBC34128276}"/>
          </ac:picMkLst>
        </pc:picChg>
        <pc:picChg chg="add del mod">
          <ac:chgData name="Martin Siemienski Andersen" userId="3e5b9027-db81-4bdb-8ff3-173865797b46" providerId="ADAL" clId="{4D0EC96C-3750-4129-B269-94690E04D649}" dt="2023-09-19T09:54:02.306" v="37" actId="478"/>
          <ac:picMkLst>
            <pc:docMk/>
            <pc:sldMk cId="4231519271" sldId="438"/>
            <ac:picMk id="10" creationId="{7E388855-6D5C-9F0C-0AA5-FBABBC085BD5}"/>
          </ac:picMkLst>
        </pc:picChg>
      </pc:sldChg>
      <pc:sldChg chg="add del">
        <pc:chgData name="Martin Siemienski Andersen" userId="3e5b9027-db81-4bdb-8ff3-173865797b46" providerId="ADAL" clId="{4D0EC96C-3750-4129-B269-94690E04D649}" dt="2023-09-19T10:34:42.335" v="205"/>
        <pc:sldMkLst>
          <pc:docMk/>
          <pc:sldMk cId="2172114833" sldId="439"/>
        </pc:sldMkLst>
      </pc:sldChg>
      <pc:sldChg chg="delSp modSp add mod ord">
        <pc:chgData name="Martin Siemienski Andersen" userId="3e5b9027-db81-4bdb-8ff3-173865797b46" providerId="ADAL" clId="{4D0EC96C-3750-4129-B269-94690E04D649}" dt="2023-09-28T11:06:21.017" v="2848" actId="20577"/>
        <pc:sldMkLst>
          <pc:docMk/>
          <pc:sldMk cId="2856689324" sldId="439"/>
        </pc:sldMkLst>
        <pc:spChg chg="mod">
          <ac:chgData name="Martin Siemienski Andersen" userId="3e5b9027-db81-4bdb-8ff3-173865797b46" providerId="ADAL" clId="{4D0EC96C-3750-4129-B269-94690E04D649}" dt="2023-09-28T09:42:45.318" v="1711" actId="20577"/>
          <ac:spMkLst>
            <pc:docMk/>
            <pc:sldMk cId="2856689324" sldId="439"/>
            <ac:spMk id="3" creationId="{26D47E2A-291E-3316-6702-79AF4C9F82AE}"/>
          </ac:spMkLst>
        </pc:spChg>
        <pc:spChg chg="del">
          <ac:chgData name="Martin Siemienski Andersen" userId="3e5b9027-db81-4bdb-8ff3-173865797b46" providerId="ADAL" clId="{4D0EC96C-3750-4129-B269-94690E04D649}" dt="2023-09-27T12:08:39.619" v="745" actId="478"/>
          <ac:spMkLst>
            <pc:docMk/>
            <pc:sldMk cId="2856689324" sldId="439"/>
            <ac:spMk id="4" creationId="{A6385203-16ED-E345-E40B-0B71D16E8457}"/>
          </ac:spMkLst>
        </pc:spChg>
        <pc:spChg chg="mod">
          <ac:chgData name="Martin Siemienski Andersen" userId="3e5b9027-db81-4bdb-8ff3-173865797b46" providerId="ADAL" clId="{4D0EC96C-3750-4129-B269-94690E04D649}" dt="2023-09-28T09:51:35.311" v="1764" actId="20577"/>
          <ac:spMkLst>
            <pc:docMk/>
            <pc:sldMk cId="2856689324" sldId="439"/>
            <ac:spMk id="22" creationId="{CE1A527E-B555-6E6B-11C1-12F6A380446C}"/>
          </ac:spMkLst>
        </pc:spChg>
        <pc:spChg chg="mod">
          <ac:chgData name="Martin Siemienski Andersen" userId="3e5b9027-db81-4bdb-8ff3-173865797b46" providerId="ADAL" clId="{4D0EC96C-3750-4129-B269-94690E04D649}" dt="2023-09-28T11:06:21.017" v="2848" actId="20577"/>
          <ac:spMkLst>
            <pc:docMk/>
            <pc:sldMk cId="2856689324" sldId="439"/>
            <ac:spMk id="24" creationId="{E2B3B92B-0BEE-FC07-7492-EB3051CD64A4}"/>
          </ac:spMkLst>
        </pc:spChg>
      </pc:sldChg>
      <pc:sldChg chg="addSp delSp modSp new mod modClrScheme modShow chgLayout">
        <pc:chgData name="Martin Siemienski Andersen" userId="3e5b9027-db81-4bdb-8ff3-173865797b46" providerId="ADAL" clId="{4D0EC96C-3750-4129-B269-94690E04D649}" dt="2023-09-27T12:11:42.689" v="753" actId="729"/>
        <pc:sldMkLst>
          <pc:docMk/>
          <pc:sldMk cId="1146957857" sldId="440"/>
        </pc:sldMkLst>
        <pc:spChg chg="del">
          <ac:chgData name="Martin Siemienski Andersen" userId="3e5b9027-db81-4bdb-8ff3-173865797b46" providerId="ADAL" clId="{4D0EC96C-3750-4129-B269-94690E04D649}" dt="2023-09-19T11:42:02.306" v="700" actId="700"/>
          <ac:spMkLst>
            <pc:docMk/>
            <pc:sldMk cId="1146957857" sldId="440"/>
            <ac:spMk id="2" creationId="{E550F3EB-D699-1348-938C-9A47F96F1DA7}"/>
          </ac:spMkLst>
        </pc:spChg>
        <pc:spChg chg="mod ord">
          <ac:chgData name="Martin Siemienski Andersen" userId="3e5b9027-db81-4bdb-8ff3-173865797b46" providerId="ADAL" clId="{4D0EC96C-3750-4129-B269-94690E04D649}" dt="2023-09-19T11:42:02.306" v="700" actId="700"/>
          <ac:spMkLst>
            <pc:docMk/>
            <pc:sldMk cId="1146957857" sldId="440"/>
            <ac:spMk id="3" creationId="{758FC230-04FD-813E-767F-F06E0846C0A8}"/>
          </ac:spMkLst>
        </pc:spChg>
        <pc:spChg chg="del mod ord">
          <ac:chgData name="Martin Siemienski Andersen" userId="3e5b9027-db81-4bdb-8ff3-173865797b46" providerId="ADAL" clId="{4D0EC96C-3750-4129-B269-94690E04D649}" dt="2023-09-19T11:42:02.306" v="700" actId="700"/>
          <ac:spMkLst>
            <pc:docMk/>
            <pc:sldMk cId="1146957857" sldId="440"/>
            <ac:spMk id="4" creationId="{E798865D-73E5-0CF7-3172-F775FF1A0F50}"/>
          </ac:spMkLst>
        </pc:spChg>
        <pc:spChg chg="del mod ord">
          <ac:chgData name="Martin Siemienski Andersen" userId="3e5b9027-db81-4bdb-8ff3-173865797b46" providerId="ADAL" clId="{4D0EC96C-3750-4129-B269-94690E04D649}" dt="2023-09-19T11:42:02.306" v="700" actId="700"/>
          <ac:spMkLst>
            <pc:docMk/>
            <pc:sldMk cId="1146957857" sldId="440"/>
            <ac:spMk id="5" creationId="{27F28D9B-6C5E-CE05-7A0E-6674225F290E}"/>
          </ac:spMkLst>
        </pc:spChg>
        <pc:spChg chg="add mod ord">
          <ac:chgData name="Martin Siemienski Andersen" userId="3e5b9027-db81-4bdb-8ff3-173865797b46" providerId="ADAL" clId="{4D0EC96C-3750-4129-B269-94690E04D649}" dt="2023-09-19T11:42:06.400" v="715" actId="20577"/>
          <ac:spMkLst>
            <pc:docMk/>
            <pc:sldMk cId="1146957857" sldId="440"/>
            <ac:spMk id="6" creationId="{782B0EA2-C8EE-945C-67F6-39297CD13A2C}"/>
          </ac:spMkLst>
        </pc:spChg>
        <pc:spChg chg="add mod ord">
          <ac:chgData name="Martin Siemienski Andersen" userId="3e5b9027-db81-4bdb-8ff3-173865797b46" providerId="ADAL" clId="{4D0EC96C-3750-4129-B269-94690E04D649}" dt="2023-09-19T11:45:17.023" v="740" actId="20577"/>
          <ac:spMkLst>
            <pc:docMk/>
            <pc:sldMk cId="1146957857" sldId="440"/>
            <ac:spMk id="7" creationId="{3F62EF7C-CEB9-ECC7-D89B-CF7E6EC21D6D}"/>
          </ac:spMkLst>
        </pc:spChg>
      </pc:sldChg>
      <pc:sldChg chg="addSp delSp modSp new mod modAnim">
        <pc:chgData name="Martin Siemienski Andersen" userId="3e5b9027-db81-4bdb-8ff3-173865797b46" providerId="ADAL" clId="{4D0EC96C-3750-4129-B269-94690E04D649}" dt="2023-09-28T12:51:07.952" v="5982" actId="20577"/>
        <pc:sldMkLst>
          <pc:docMk/>
          <pc:sldMk cId="1605162382" sldId="441"/>
        </pc:sldMkLst>
        <pc:spChg chg="mod">
          <ac:chgData name="Martin Siemienski Andersen" userId="3e5b9027-db81-4bdb-8ff3-173865797b46" providerId="ADAL" clId="{4D0EC96C-3750-4129-B269-94690E04D649}" dt="2023-09-28T12:47:54.321" v="5703" actId="207"/>
          <ac:spMkLst>
            <pc:docMk/>
            <pc:sldMk cId="1605162382" sldId="441"/>
            <ac:spMk id="3" creationId="{6CC12802-A665-2150-AAA7-07F746E69F08}"/>
          </ac:spMkLst>
        </pc:spChg>
        <pc:spChg chg="del mod">
          <ac:chgData name="Martin Siemienski Andersen" userId="3e5b9027-db81-4bdb-8ff3-173865797b46" providerId="ADAL" clId="{4D0EC96C-3750-4129-B269-94690E04D649}" dt="2023-09-28T12:48:13.799" v="5706" actId="478"/>
          <ac:spMkLst>
            <pc:docMk/>
            <pc:sldMk cId="1605162382" sldId="441"/>
            <ac:spMk id="4" creationId="{8C8AC6F6-8E72-9119-E2B8-E50C5F953A2A}"/>
          </ac:spMkLst>
        </pc:spChg>
        <pc:spChg chg="add del mod">
          <ac:chgData name="Martin Siemienski Andersen" userId="3e5b9027-db81-4bdb-8ff3-173865797b46" providerId="ADAL" clId="{4D0EC96C-3750-4129-B269-94690E04D649}" dt="2023-09-28T10:51:41.964" v="2448" actId="478"/>
          <ac:spMkLst>
            <pc:docMk/>
            <pc:sldMk cId="1605162382" sldId="441"/>
            <ac:spMk id="6" creationId="{F564F6FB-B70D-6457-205A-DEF68C2D23B5}"/>
          </ac:spMkLst>
        </pc:spChg>
        <pc:spChg chg="add mod">
          <ac:chgData name="Martin Siemienski Andersen" userId="3e5b9027-db81-4bdb-8ff3-173865797b46" providerId="ADAL" clId="{4D0EC96C-3750-4129-B269-94690E04D649}" dt="2023-09-28T12:51:07.952" v="5982" actId="20577"/>
          <ac:spMkLst>
            <pc:docMk/>
            <pc:sldMk cId="1605162382" sldId="441"/>
            <ac:spMk id="7" creationId="{F4C89882-9546-C98F-281C-5FE03375133E}"/>
          </ac:spMkLst>
        </pc:spChg>
        <pc:spChg chg="add del mod">
          <ac:chgData name="Martin Siemienski Andersen" userId="3e5b9027-db81-4bdb-8ff3-173865797b46" providerId="ADAL" clId="{4D0EC96C-3750-4129-B269-94690E04D649}" dt="2023-09-28T12:48:15.822" v="5707" actId="478"/>
          <ac:spMkLst>
            <pc:docMk/>
            <pc:sldMk cId="1605162382" sldId="441"/>
            <ac:spMk id="9" creationId="{A168EB4B-E3AA-3545-0071-040FB58A168D}"/>
          </ac:spMkLst>
        </pc:spChg>
      </pc:sldChg>
      <pc:sldChg chg="modSp add mod">
        <pc:chgData name="Martin Siemienski Andersen" userId="3e5b9027-db81-4bdb-8ff3-173865797b46" providerId="ADAL" clId="{4D0EC96C-3750-4129-B269-94690E04D649}" dt="2023-09-28T11:43:46.531" v="4465" actId="20577"/>
        <pc:sldMkLst>
          <pc:docMk/>
          <pc:sldMk cId="2812628170" sldId="442"/>
        </pc:sldMkLst>
        <pc:spChg chg="mod">
          <ac:chgData name="Martin Siemienski Andersen" userId="3e5b9027-db81-4bdb-8ff3-173865797b46" providerId="ADAL" clId="{4D0EC96C-3750-4129-B269-94690E04D649}" dt="2023-09-28T08:09:50.688" v="824" actId="20577"/>
          <ac:spMkLst>
            <pc:docMk/>
            <pc:sldMk cId="2812628170" sldId="442"/>
            <ac:spMk id="3" creationId="{6CC12802-A665-2150-AAA7-07F746E69F08}"/>
          </ac:spMkLst>
        </pc:spChg>
        <pc:spChg chg="mod">
          <ac:chgData name="Martin Siemienski Andersen" userId="3e5b9027-db81-4bdb-8ff3-173865797b46" providerId="ADAL" clId="{4D0EC96C-3750-4129-B269-94690E04D649}" dt="2023-09-28T11:43:46.531" v="4465" actId="20577"/>
          <ac:spMkLst>
            <pc:docMk/>
            <pc:sldMk cId="2812628170" sldId="442"/>
            <ac:spMk id="6" creationId="{F564F6FB-B70D-6457-205A-DEF68C2D23B5}"/>
          </ac:spMkLst>
        </pc:spChg>
      </pc:sldChg>
      <pc:sldChg chg="addSp delSp modSp add mod modNotesTx">
        <pc:chgData name="Martin Siemienski Andersen" userId="3e5b9027-db81-4bdb-8ff3-173865797b46" providerId="ADAL" clId="{4D0EC96C-3750-4129-B269-94690E04D649}" dt="2023-09-28T12:49:39.652" v="5811" actId="20577"/>
        <pc:sldMkLst>
          <pc:docMk/>
          <pc:sldMk cId="3433066005" sldId="443"/>
        </pc:sldMkLst>
        <pc:spChg chg="mod">
          <ac:chgData name="Martin Siemienski Andersen" userId="3e5b9027-db81-4bdb-8ff3-173865797b46" providerId="ADAL" clId="{4D0EC96C-3750-4129-B269-94690E04D649}" dt="2023-09-28T08:10:06.871" v="843" actId="20577"/>
          <ac:spMkLst>
            <pc:docMk/>
            <pc:sldMk cId="3433066005" sldId="443"/>
            <ac:spMk id="3" creationId="{6CC12802-A665-2150-AAA7-07F746E69F08}"/>
          </ac:spMkLst>
        </pc:spChg>
        <pc:spChg chg="del">
          <ac:chgData name="Martin Siemienski Andersen" userId="3e5b9027-db81-4bdb-8ff3-173865797b46" providerId="ADAL" clId="{4D0EC96C-3750-4129-B269-94690E04D649}" dt="2023-09-28T08:12:45.911" v="886" actId="478"/>
          <ac:spMkLst>
            <pc:docMk/>
            <pc:sldMk cId="3433066005" sldId="443"/>
            <ac:spMk id="4" creationId="{8C8AC6F6-8E72-9119-E2B8-E50C5F953A2A}"/>
          </ac:spMkLst>
        </pc:spChg>
        <pc:spChg chg="add mod">
          <ac:chgData name="Martin Siemienski Andersen" userId="3e5b9027-db81-4bdb-8ff3-173865797b46" providerId="ADAL" clId="{4D0EC96C-3750-4129-B269-94690E04D649}" dt="2023-09-28T12:49:39.652" v="5811" actId="20577"/>
          <ac:spMkLst>
            <pc:docMk/>
            <pc:sldMk cId="3433066005" sldId="443"/>
            <ac:spMk id="5" creationId="{2925E59D-4E8B-1D8F-0F78-08064FD1EE66}"/>
          </ac:spMkLst>
        </pc:spChg>
        <pc:spChg chg="mod">
          <ac:chgData name="Martin Siemienski Andersen" userId="3e5b9027-db81-4bdb-8ff3-173865797b46" providerId="ADAL" clId="{4D0EC96C-3750-4129-B269-94690E04D649}" dt="2023-09-28T12:19:10.553" v="4595" actId="20577"/>
          <ac:spMkLst>
            <pc:docMk/>
            <pc:sldMk cId="3433066005" sldId="443"/>
            <ac:spMk id="6" creationId="{F564F6FB-B70D-6457-205A-DEF68C2D23B5}"/>
          </ac:spMkLst>
        </pc:spChg>
      </pc:sldChg>
      <pc:sldChg chg="delSp modSp new mod ord modAnim">
        <pc:chgData name="Martin Siemienski Andersen" userId="3e5b9027-db81-4bdb-8ff3-173865797b46" providerId="ADAL" clId="{4D0EC96C-3750-4129-B269-94690E04D649}" dt="2023-09-28T12:43:19.639" v="5637"/>
        <pc:sldMkLst>
          <pc:docMk/>
          <pc:sldMk cId="1517032533" sldId="444"/>
        </pc:sldMkLst>
        <pc:spChg chg="del">
          <ac:chgData name="Martin Siemienski Andersen" userId="3e5b9027-db81-4bdb-8ff3-173865797b46" providerId="ADAL" clId="{4D0EC96C-3750-4129-B269-94690E04D649}" dt="2023-09-28T09:39:07.989" v="1510" actId="478"/>
          <ac:spMkLst>
            <pc:docMk/>
            <pc:sldMk cId="1517032533" sldId="444"/>
            <ac:spMk id="2" creationId="{52BFE32E-A31C-41F4-7430-985808E60B0C}"/>
          </ac:spMkLst>
        </pc:spChg>
        <pc:spChg chg="mod">
          <ac:chgData name="Martin Siemienski Andersen" userId="3e5b9027-db81-4bdb-8ff3-173865797b46" providerId="ADAL" clId="{4D0EC96C-3750-4129-B269-94690E04D649}" dt="2023-09-28T11:01:35.416" v="2802" actId="20577"/>
          <ac:spMkLst>
            <pc:docMk/>
            <pc:sldMk cId="1517032533" sldId="444"/>
            <ac:spMk id="4" creationId="{592BDF6E-99C4-671E-B1C6-481A9D747112}"/>
          </ac:spMkLst>
        </pc:spChg>
        <pc:spChg chg="mod">
          <ac:chgData name="Martin Siemienski Andersen" userId="3e5b9027-db81-4bdb-8ff3-173865797b46" providerId="ADAL" clId="{4D0EC96C-3750-4129-B269-94690E04D649}" dt="2023-09-28T09:41:39.462" v="1700" actId="27636"/>
          <ac:spMkLst>
            <pc:docMk/>
            <pc:sldMk cId="1517032533" sldId="444"/>
            <ac:spMk id="5" creationId="{0F26EC95-4F36-CE0B-83F9-C26D22D81756}"/>
          </ac:spMkLst>
        </pc:spChg>
      </pc:sldChg>
      <pc:sldChg chg="modSp new del mod">
        <pc:chgData name="Martin Siemienski Andersen" userId="3e5b9027-db81-4bdb-8ff3-173865797b46" providerId="ADAL" clId="{4D0EC96C-3750-4129-B269-94690E04D649}" dt="2023-09-28T12:43:27.146" v="5638" actId="47"/>
        <pc:sldMkLst>
          <pc:docMk/>
          <pc:sldMk cId="1191766270" sldId="445"/>
        </pc:sldMkLst>
        <pc:spChg chg="mod">
          <ac:chgData name="Martin Siemienski Andersen" userId="3e5b9027-db81-4bdb-8ff3-173865797b46" providerId="ADAL" clId="{4D0EC96C-3750-4129-B269-94690E04D649}" dt="2023-09-28T09:55:13.807" v="1794" actId="20577"/>
          <ac:spMkLst>
            <pc:docMk/>
            <pc:sldMk cId="1191766270" sldId="445"/>
            <ac:spMk id="3" creationId="{BD03F76B-D283-7BEA-190F-1E7A54017868}"/>
          </ac:spMkLst>
        </pc:spChg>
        <pc:spChg chg="mod">
          <ac:chgData name="Martin Siemienski Andersen" userId="3e5b9027-db81-4bdb-8ff3-173865797b46" providerId="ADAL" clId="{4D0EC96C-3750-4129-B269-94690E04D649}" dt="2023-09-28T11:09:14.040" v="2935" actId="20577"/>
          <ac:spMkLst>
            <pc:docMk/>
            <pc:sldMk cId="1191766270" sldId="445"/>
            <ac:spMk id="4" creationId="{3C15DC23-77F7-7FF4-4666-0BCB7394919A}"/>
          </ac:spMkLst>
        </pc:spChg>
      </pc:sldChg>
      <pc:sldChg chg="addSp delSp modSp new mod ord">
        <pc:chgData name="Martin Siemienski Andersen" userId="3e5b9027-db81-4bdb-8ff3-173865797b46" providerId="ADAL" clId="{4D0EC96C-3750-4129-B269-94690E04D649}" dt="2023-09-28T11:08:19.502" v="2854" actId="20577"/>
        <pc:sldMkLst>
          <pc:docMk/>
          <pc:sldMk cId="1690966409" sldId="446"/>
        </pc:sldMkLst>
        <pc:spChg chg="del">
          <ac:chgData name="Martin Siemienski Andersen" userId="3e5b9027-db81-4bdb-8ff3-173865797b46" providerId="ADAL" clId="{4D0EC96C-3750-4129-B269-94690E04D649}" dt="2023-09-28T09:58:12.920" v="1825" actId="478"/>
          <ac:spMkLst>
            <pc:docMk/>
            <pc:sldMk cId="1690966409" sldId="446"/>
            <ac:spMk id="2" creationId="{9028AE73-F3F3-FE79-8B04-CF3D04763AE9}"/>
          </ac:spMkLst>
        </pc:spChg>
        <pc:spChg chg="mod">
          <ac:chgData name="Martin Siemienski Andersen" userId="3e5b9027-db81-4bdb-8ff3-173865797b46" providerId="ADAL" clId="{4D0EC96C-3750-4129-B269-94690E04D649}" dt="2023-09-28T09:56:45.570" v="1805" actId="20577"/>
          <ac:spMkLst>
            <pc:docMk/>
            <pc:sldMk cId="1690966409" sldId="446"/>
            <ac:spMk id="4" creationId="{E14FEFEC-B4E9-538C-9D7C-73FB75CA70DB}"/>
          </ac:spMkLst>
        </pc:spChg>
        <pc:spChg chg="del mod">
          <ac:chgData name="Martin Siemienski Andersen" userId="3e5b9027-db81-4bdb-8ff3-173865797b46" providerId="ADAL" clId="{4D0EC96C-3750-4129-B269-94690E04D649}" dt="2023-09-28T10:02:04.099" v="1831" actId="478"/>
          <ac:spMkLst>
            <pc:docMk/>
            <pc:sldMk cId="1690966409" sldId="446"/>
            <ac:spMk id="5" creationId="{E75339F8-7A96-9DD0-4EBC-B15AFB310CBD}"/>
          </ac:spMkLst>
        </pc:spChg>
        <pc:spChg chg="add mod">
          <ac:chgData name="Martin Siemienski Andersen" userId="3e5b9027-db81-4bdb-8ff3-173865797b46" providerId="ADAL" clId="{4D0EC96C-3750-4129-B269-94690E04D649}" dt="2023-09-28T10:02:04.099" v="1831" actId="478"/>
          <ac:spMkLst>
            <pc:docMk/>
            <pc:sldMk cId="1690966409" sldId="446"/>
            <ac:spMk id="8" creationId="{97719E1C-4DBF-1239-E5BA-AFEC30CB45BE}"/>
          </ac:spMkLst>
        </pc:spChg>
        <pc:spChg chg="add del mod">
          <ac:chgData name="Martin Siemienski Andersen" userId="3e5b9027-db81-4bdb-8ff3-173865797b46" providerId="ADAL" clId="{4D0EC96C-3750-4129-B269-94690E04D649}" dt="2023-09-28T10:04:43.248" v="1838" actId="478"/>
          <ac:spMkLst>
            <pc:docMk/>
            <pc:sldMk cId="1690966409" sldId="446"/>
            <ac:spMk id="10" creationId="{DC30895D-7690-A320-FE13-5D0D430265CC}"/>
          </ac:spMkLst>
        </pc:spChg>
        <pc:spChg chg="add mod">
          <ac:chgData name="Martin Siemienski Andersen" userId="3e5b9027-db81-4bdb-8ff3-173865797b46" providerId="ADAL" clId="{4D0EC96C-3750-4129-B269-94690E04D649}" dt="2023-09-28T11:08:19.502" v="2854" actId="20577"/>
          <ac:spMkLst>
            <pc:docMk/>
            <pc:sldMk cId="1690966409" sldId="446"/>
            <ac:spMk id="12" creationId="{A44FA518-9AC4-A2C7-F6F9-4AE27756563F}"/>
          </ac:spMkLst>
        </pc:spChg>
        <pc:picChg chg="add mod">
          <ac:chgData name="Martin Siemienski Andersen" userId="3e5b9027-db81-4bdb-8ff3-173865797b46" providerId="ADAL" clId="{4D0EC96C-3750-4129-B269-94690E04D649}" dt="2023-09-28T09:58:16.108" v="1826" actId="1076"/>
          <ac:picMkLst>
            <pc:docMk/>
            <pc:sldMk cId="1690966409" sldId="446"/>
            <ac:picMk id="6" creationId="{53E061DD-2373-5CDA-4B0A-9BC74136F556}"/>
          </ac:picMkLst>
        </pc:picChg>
      </pc:sldChg>
      <pc:sldChg chg="addSp delSp modSp add mod">
        <pc:chgData name="Martin Siemienski Andersen" userId="3e5b9027-db81-4bdb-8ff3-173865797b46" providerId="ADAL" clId="{4D0EC96C-3750-4129-B269-94690E04D649}" dt="2023-09-28T12:40:48.856" v="5607" actId="207"/>
        <pc:sldMkLst>
          <pc:docMk/>
          <pc:sldMk cId="2081407033" sldId="447"/>
        </pc:sldMkLst>
        <pc:spChg chg="mod">
          <ac:chgData name="Martin Siemienski Andersen" userId="3e5b9027-db81-4bdb-8ff3-173865797b46" providerId="ADAL" clId="{4D0EC96C-3750-4129-B269-94690E04D649}" dt="2023-09-28T12:40:48.856" v="5607" actId="207"/>
          <ac:spMkLst>
            <pc:docMk/>
            <pc:sldMk cId="2081407033" sldId="447"/>
            <ac:spMk id="3" creationId="{6CC12802-A665-2150-AAA7-07F746E69F08}"/>
          </ac:spMkLst>
        </pc:spChg>
        <pc:spChg chg="mod">
          <ac:chgData name="Martin Siemienski Andersen" userId="3e5b9027-db81-4bdb-8ff3-173865797b46" providerId="ADAL" clId="{4D0EC96C-3750-4129-B269-94690E04D649}" dt="2023-09-28T12:31:41.127" v="5106" actId="20577"/>
          <ac:spMkLst>
            <pc:docMk/>
            <pc:sldMk cId="2081407033" sldId="447"/>
            <ac:spMk id="4" creationId="{8C8AC6F6-8E72-9119-E2B8-E50C5F953A2A}"/>
          </ac:spMkLst>
        </pc:spChg>
        <pc:spChg chg="add mod">
          <ac:chgData name="Martin Siemienski Andersen" userId="3e5b9027-db81-4bdb-8ff3-173865797b46" providerId="ADAL" clId="{4D0EC96C-3750-4129-B269-94690E04D649}" dt="2023-09-28T12:31:31.641" v="5082" actId="1076"/>
          <ac:spMkLst>
            <pc:docMk/>
            <pc:sldMk cId="2081407033" sldId="447"/>
            <ac:spMk id="5" creationId="{3A0BEECF-962D-5FB3-A03D-A228E41C061A}"/>
          </ac:spMkLst>
        </pc:spChg>
        <pc:spChg chg="del mod">
          <ac:chgData name="Martin Siemienski Andersen" userId="3e5b9027-db81-4bdb-8ff3-173865797b46" providerId="ADAL" clId="{4D0EC96C-3750-4129-B269-94690E04D649}" dt="2023-09-28T12:31:29.328" v="5081" actId="478"/>
          <ac:spMkLst>
            <pc:docMk/>
            <pc:sldMk cId="2081407033" sldId="447"/>
            <ac:spMk id="6" creationId="{F564F6FB-B70D-6457-205A-DEF68C2D23B5}"/>
          </ac:spMkLst>
        </pc:spChg>
      </pc:sldChg>
      <pc:sldChg chg="addSp delSp modSp add mod ord">
        <pc:chgData name="Martin Siemienski Andersen" userId="3e5b9027-db81-4bdb-8ff3-173865797b46" providerId="ADAL" clId="{4D0EC96C-3750-4129-B269-94690E04D649}" dt="2023-09-28T12:43:19.639" v="5637"/>
        <pc:sldMkLst>
          <pc:docMk/>
          <pc:sldMk cId="1952604262" sldId="448"/>
        </pc:sldMkLst>
        <pc:spChg chg="mod">
          <ac:chgData name="Martin Siemienski Andersen" userId="3e5b9027-db81-4bdb-8ff3-173865797b46" providerId="ADAL" clId="{4D0EC96C-3750-4129-B269-94690E04D649}" dt="2023-09-28T12:40:30.279" v="5605" actId="207"/>
          <ac:spMkLst>
            <pc:docMk/>
            <pc:sldMk cId="1952604262" sldId="448"/>
            <ac:spMk id="3" creationId="{6CC12802-A665-2150-AAA7-07F746E69F08}"/>
          </ac:spMkLst>
        </pc:spChg>
        <pc:spChg chg="mod">
          <ac:chgData name="Martin Siemienski Andersen" userId="3e5b9027-db81-4bdb-8ff3-173865797b46" providerId="ADAL" clId="{4D0EC96C-3750-4129-B269-94690E04D649}" dt="2023-09-28T12:38:29.207" v="5602" actId="6549"/>
          <ac:spMkLst>
            <pc:docMk/>
            <pc:sldMk cId="1952604262" sldId="448"/>
            <ac:spMk id="4" creationId="{8C8AC6F6-8E72-9119-E2B8-E50C5F953A2A}"/>
          </ac:spMkLst>
        </pc:spChg>
        <pc:spChg chg="add mod">
          <ac:chgData name="Martin Siemienski Andersen" userId="3e5b9027-db81-4bdb-8ff3-173865797b46" providerId="ADAL" clId="{4D0EC96C-3750-4129-B269-94690E04D649}" dt="2023-09-28T12:34:06.290" v="5172"/>
          <ac:spMkLst>
            <pc:docMk/>
            <pc:sldMk cId="1952604262" sldId="448"/>
            <ac:spMk id="5" creationId="{3B11011C-6320-B5B2-D0D9-3BC82A60CB9F}"/>
          </ac:spMkLst>
        </pc:spChg>
        <pc:spChg chg="del mod">
          <ac:chgData name="Martin Siemienski Andersen" userId="3e5b9027-db81-4bdb-8ff3-173865797b46" providerId="ADAL" clId="{4D0EC96C-3750-4129-B269-94690E04D649}" dt="2023-09-28T12:34:02.350" v="5171" actId="478"/>
          <ac:spMkLst>
            <pc:docMk/>
            <pc:sldMk cId="1952604262" sldId="448"/>
            <ac:spMk id="6" creationId="{F564F6FB-B70D-6457-205A-DEF68C2D23B5}"/>
          </ac:spMkLst>
        </pc:spChg>
      </pc:sldChg>
      <pc:sldChg chg="delSp modSp add mod">
        <pc:chgData name="Martin Siemienski Andersen" userId="3e5b9027-db81-4bdb-8ff3-173865797b46" providerId="ADAL" clId="{4D0EC96C-3750-4129-B269-94690E04D649}" dt="2023-09-28T12:30:31.257" v="5079" actId="20577"/>
        <pc:sldMkLst>
          <pc:docMk/>
          <pc:sldMk cId="3748966655" sldId="449"/>
        </pc:sldMkLst>
        <pc:spChg chg="mod">
          <ac:chgData name="Martin Siemienski Andersen" userId="3e5b9027-db81-4bdb-8ff3-173865797b46" providerId="ADAL" clId="{4D0EC96C-3750-4129-B269-94690E04D649}" dt="2023-09-28T12:30:31.257" v="5079" actId="20577"/>
          <ac:spMkLst>
            <pc:docMk/>
            <pc:sldMk cId="3748966655" sldId="449"/>
            <ac:spMk id="7" creationId="{4DA133E7-1663-4225-8269-5D2351387CA5}"/>
          </ac:spMkLst>
        </pc:spChg>
        <pc:picChg chg="del">
          <ac:chgData name="Martin Siemienski Andersen" userId="3e5b9027-db81-4bdb-8ff3-173865797b46" providerId="ADAL" clId="{4D0EC96C-3750-4129-B269-94690E04D649}" dt="2023-09-28T12:29:07.632" v="4909" actId="478"/>
          <ac:picMkLst>
            <pc:docMk/>
            <pc:sldMk cId="3748966655" sldId="449"/>
            <ac:picMk id="3" creationId="{71265444-1475-45F7-87FC-BA761550D6CF}"/>
          </ac:picMkLst>
        </pc:picChg>
      </pc:sldChg>
      <pc:sldChg chg="addSp delSp modSp add mod">
        <pc:chgData name="Martin Siemienski Andersen" userId="3e5b9027-db81-4bdb-8ff3-173865797b46" providerId="ADAL" clId="{4D0EC96C-3750-4129-B269-94690E04D649}" dt="2023-09-28T12:41:44.371" v="5631" actId="20577"/>
        <pc:sldMkLst>
          <pc:docMk/>
          <pc:sldMk cId="3481023911" sldId="450"/>
        </pc:sldMkLst>
        <pc:spChg chg="mod">
          <ac:chgData name="Martin Siemienski Andersen" userId="3e5b9027-db81-4bdb-8ff3-173865797b46" providerId="ADAL" clId="{4D0EC96C-3750-4129-B269-94690E04D649}" dt="2023-09-28T12:40:38.761" v="5606" actId="207"/>
          <ac:spMkLst>
            <pc:docMk/>
            <pc:sldMk cId="3481023911" sldId="450"/>
            <ac:spMk id="3" creationId="{6CC12802-A665-2150-AAA7-07F746E69F08}"/>
          </ac:spMkLst>
        </pc:spChg>
        <pc:spChg chg="del">
          <ac:chgData name="Martin Siemienski Andersen" userId="3e5b9027-db81-4bdb-8ff3-173865797b46" providerId="ADAL" clId="{4D0EC96C-3750-4129-B269-94690E04D649}" dt="2023-09-28T12:32:51.927" v="5153" actId="478"/>
          <ac:spMkLst>
            <pc:docMk/>
            <pc:sldMk cId="3481023911" sldId="450"/>
            <ac:spMk id="4" creationId="{8C8AC6F6-8E72-9119-E2B8-E50C5F953A2A}"/>
          </ac:spMkLst>
        </pc:spChg>
        <pc:spChg chg="add del mod">
          <ac:chgData name="Martin Siemienski Andersen" userId="3e5b9027-db81-4bdb-8ff3-173865797b46" providerId="ADAL" clId="{4D0EC96C-3750-4129-B269-94690E04D649}" dt="2023-09-28T12:32:56.346" v="5155" actId="478"/>
          <ac:spMkLst>
            <pc:docMk/>
            <pc:sldMk cId="3481023911" sldId="450"/>
            <ac:spMk id="7" creationId="{EB1073A6-F0C0-D8F8-8CE0-B89130E7CEB7}"/>
          </ac:spMkLst>
        </pc:spChg>
        <pc:spChg chg="add mod">
          <ac:chgData name="Martin Siemienski Andersen" userId="3e5b9027-db81-4bdb-8ff3-173865797b46" providerId="ADAL" clId="{4D0EC96C-3750-4129-B269-94690E04D649}" dt="2023-09-28T12:41:44.371" v="5631" actId="20577"/>
          <ac:spMkLst>
            <pc:docMk/>
            <pc:sldMk cId="3481023911" sldId="450"/>
            <ac:spMk id="8" creationId="{C401C872-2B1B-9EF5-B0C1-D0A6B95FAECA}"/>
          </ac:spMkLst>
        </pc:spChg>
      </pc:sldChg>
    </pc:docChg>
  </pc:docChgLst>
  <pc:docChgLst>
    <pc:chgData name="Martin Siemienski Andersen" userId="3e5b9027-db81-4bdb-8ff3-173865797b46" providerId="ADAL" clId="{4BA52A04-CE53-4321-A596-D7FDBBEA4070}"/>
    <pc:docChg chg="modSld">
      <pc:chgData name="Martin Siemienski Andersen" userId="3e5b9027-db81-4bdb-8ff3-173865797b46" providerId="ADAL" clId="{4BA52A04-CE53-4321-A596-D7FDBBEA4070}" dt="2024-08-14T13:04:51.001" v="8"/>
      <pc:docMkLst>
        <pc:docMk/>
      </pc:docMkLst>
      <pc:sldChg chg="modSp mod">
        <pc:chgData name="Martin Siemienski Andersen" userId="3e5b9027-db81-4bdb-8ff3-173865797b46" providerId="ADAL" clId="{4BA52A04-CE53-4321-A596-D7FDBBEA4070}" dt="2024-08-14T13:04:51.001" v="8"/>
        <pc:sldMkLst>
          <pc:docMk/>
          <pc:sldMk cId="1605162382" sldId="441"/>
        </pc:sldMkLst>
        <pc:spChg chg="mod">
          <ac:chgData name="Martin Siemienski Andersen" userId="3e5b9027-db81-4bdb-8ff3-173865797b46" providerId="ADAL" clId="{4BA52A04-CE53-4321-A596-D7FDBBEA4070}" dt="2024-08-14T13:04:51.001" v="8"/>
          <ac:spMkLst>
            <pc:docMk/>
            <pc:sldMk cId="1605162382" sldId="441"/>
            <ac:spMk id="5" creationId="{4E4F1415-6742-48C2-595A-ED6A739604A1}"/>
          </ac:spMkLst>
        </pc:spChg>
      </pc:sldChg>
    </pc:docChg>
  </pc:docChgLst>
  <pc:docChgLst>
    <pc:chgData name="Martin Siemienski Andersen" userId="3e5b9027-db81-4bdb-8ff3-173865797b46" providerId="ADAL" clId="{6239BA39-E9ED-46E3-A9C3-E0A73D8595EB}"/>
    <pc:docChg chg="undo custSel addSld modSld modSection">
      <pc:chgData name="Martin Siemienski Andersen" userId="3e5b9027-db81-4bdb-8ff3-173865797b46" providerId="ADAL" clId="{6239BA39-E9ED-46E3-A9C3-E0A73D8595EB}" dt="2023-08-08T06:47:37.988" v="2518" actId="20577"/>
      <pc:docMkLst>
        <pc:docMk/>
      </pc:docMkLst>
      <pc:sldChg chg="modSp mod">
        <pc:chgData name="Martin Siemienski Andersen" userId="3e5b9027-db81-4bdb-8ff3-173865797b46" providerId="ADAL" clId="{6239BA39-E9ED-46E3-A9C3-E0A73D8595EB}" dt="2023-08-08T06:44:10.465" v="2487" actId="20577"/>
        <pc:sldMkLst>
          <pc:docMk/>
          <pc:sldMk cId="99100909" sldId="395"/>
        </pc:sldMkLst>
        <pc:spChg chg="mod">
          <ac:chgData name="Martin Siemienski Andersen" userId="3e5b9027-db81-4bdb-8ff3-173865797b46" providerId="ADAL" clId="{6239BA39-E9ED-46E3-A9C3-E0A73D8595EB}" dt="2023-08-08T06:44:10.465" v="2487" actId="20577"/>
          <ac:spMkLst>
            <pc:docMk/>
            <pc:sldMk cId="99100909" sldId="395"/>
            <ac:spMk id="9" creationId="{0F5D0C12-575C-48E8-BF55-BAEE8A7871A5}"/>
          </ac:spMkLst>
        </pc:spChg>
      </pc:sldChg>
      <pc:sldChg chg="modSp mod">
        <pc:chgData name="Martin Siemienski Andersen" userId="3e5b9027-db81-4bdb-8ff3-173865797b46" providerId="ADAL" clId="{6239BA39-E9ED-46E3-A9C3-E0A73D8595EB}" dt="2023-08-08T06:46:21.568" v="2489" actId="20577"/>
        <pc:sldMkLst>
          <pc:docMk/>
          <pc:sldMk cId="3364945455" sldId="403"/>
        </pc:sldMkLst>
        <pc:spChg chg="mod">
          <ac:chgData name="Martin Siemienski Andersen" userId="3e5b9027-db81-4bdb-8ff3-173865797b46" providerId="ADAL" clId="{6239BA39-E9ED-46E3-A9C3-E0A73D8595EB}" dt="2023-08-08T06:46:21.568" v="2489" actId="20577"/>
          <ac:spMkLst>
            <pc:docMk/>
            <pc:sldMk cId="3364945455" sldId="403"/>
            <ac:spMk id="4" creationId="{89B18FE9-F514-4303-88BB-AD44B4972077}"/>
          </ac:spMkLst>
        </pc:spChg>
      </pc:sldChg>
      <pc:sldChg chg="modSp mod">
        <pc:chgData name="Martin Siemienski Andersen" userId="3e5b9027-db81-4bdb-8ff3-173865797b46" providerId="ADAL" clId="{6239BA39-E9ED-46E3-A9C3-E0A73D8595EB}" dt="2023-08-08T06:47:18.848" v="2491" actId="20577"/>
        <pc:sldMkLst>
          <pc:docMk/>
          <pc:sldMk cId="492540003" sldId="404"/>
        </pc:sldMkLst>
        <pc:spChg chg="mod">
          <ac:chgData name="Martin Siemienski Andersen" userId="3e5b9027-db81-4bdb-8ff3-173865797b46" providerId="ADAL" clId="{6239BA39-E9ED-46E3-A9C3-E0A73D8595EB}" dt="2023-08-08T06:47:18.848" v="2491" actId="20577"/>
          <ac:spMkLst>
            <pc:docMk/>
            <pc:sldMk cId="492540003" sldId="404"/>
            <ac:spMk id="4" creationId="{89B18FE9-F514-4303-88BB-AD44B4972077}"/>
          </ac:spMkLst>
        </pc:spChg>
      </pc:sldChg>
      <pc:sldChg chg="modSp mod">
        <pc:chgData name="Martin Siemienski Andersen" userId="3e5b9027-db81-4bdb-8ff3-173865797b46" providerId="ADAL" clId="{6239BA39-E9ED-46E3-A9C3-E0A73D8595EB}" dt="2023-08-08T06:33:04.230" v="1318" actId="20577"/>
        <pc:sldMkLst>
          <pc:docMk/>
          <pc:sldMk cId="1668894631" sldId="406"/>
        </pc:sldMkLst>
        <pc:spChg chg="mod">
          <ac:chgData name="Martin Siemienski Andersen" userId="3e5b9027-db81-4bdb-8ff3-173865797b46" providerId="ADAL" clId="{6239BA39-E9ED-46E3-A9C3-E0A73D8595EB}" dt="2023-08-08T06:26:42.453" v="699" actId="6549"/>
          <ac:spMkLst>
            <pc:docMk/>
            <pc:sldMk cId="1668894631" sldId="406"/>
            <ac:spMk id="4" creationId="{D2F8C48C-292C-487B-96A4-CC5DDFFCD6E8}"/>
          </ac:spMkLst>
        </pc:spChg>
        <pc:spChg chg="mod">
          <ac:chgData name="Martin Siemienski Andersen" userId="3e5b9027-db81-4bdb-8ff3-173865797b46" providerId="ADAL" clId="{6239BA39-E9ED-46E3-A9C3-E0A73D8595EB}" dt="2023-08-08T06:33:04.230" v="1318" actId="20577"/>
          <ac:spMkLst>
            <pc:docMk/>
            <pc:sldMk cId="1668894631" sldId="406"/>
            <ac:spMk id="5" creationId="{BF3353C3-A5B9-4773-955D-3BA78FC626C0}"/>
          </ac:spMkLst>
        </pc:spChg>
      </pc:sldChg>
      <pc:sldChg chg="modSp mod">
        <pc:chgData name="Martin Siemienski Andersen" userId="3e5b9027-db81-4bdb-8ff3-173865797b46" providerId="ADAL" clId="{6239BA39-E9ED-46E3-A9C3-E0A73D8595EB}" dt="2023-08-08T06:47:37.988" v="2518" actId="20577"/>
        <pc:sldMkLst>
          <pc:docMk/>
          <pc:sldMk cId="1395701099" sldId="407"/>
        </pc:sldMkLst>
        <pc:spChg chg="mod">
          <ac:chgData name="Martin Siemienski Andersen" userId="3e5b9027-db81-4bdb-8ff3-173865797b46" providerId="ADAL" clId="{6239BA39-E9ED-46E3-A9C3-E0A73D8595EB}" dt="2023-08-08T06:47:37.988" v="2518" actId="20577"/>
          <ac:spMkLst>
            <pc:docMk/>
            <pc:sldMk cId="1395701099" sldId="407"/>
            <ac:spMk id="4" creationId="{B367434B-E11A-42DE-B3DB-324DAC37431B}"/>
          </ac:spMkLst>
        </pc:spChg>
      </pc:sldChg>
      <pc:sldChg chg="modSp mod">
        <pc:chgData name="Martin Siemienski Andersen" userId="3e5b9027-db81-4bdb-8ff3-173865797b46" providerId="ADAL" clId="{6239BA39-E9ED-46E3-A9C3-E0A73D8595EB}" dt="2023-08-08T06:36:06.631" v="1633" actId="20577"/>
        <pc:sldMkLst>
          <pc:docMk/>
          <pc:sldMk cId="3469801031" sldId="410"/>
        </pc:sldMkLst>
        <pc:spChg chg="mod">
          <ac:chgData name="Martin Siemienski Andersen" userId="3e5b9027-db81-4bdb-8ff3-173865797b46" providerId="ADAL" clId="{6239BA39-E9ED-46E3-A9C3-E0A73D8595EB}" dt="2023-08-08T06:36:06.631" v="1633" actId="20577"/>
          <ac:spMkLst>
            <pc:docMk/>
            <pc:sldMk cId="3469801031" sldId="410"/>
            <ac:spMk id="5" creationId="{7C33DE81-44D1-474E-861F-4B92C802B0E7}"/>
          </ac:spMkLst>
        </pc:spChg>
      </pc:sldChg>
      <pc:sldChg chg="mod modShow">
        <pc:chgData name="Martin Siemienski Andersen" userId="3e5b9027-db81-4bdb-8ff3-173865797b46" providerId="ADAL" clId="{6239BA39-E9ED-46E3-A9C3-E0A73D8595EB}" dt="2023-08-08T06:36:21.724" v="1634" actId="729"/>
        <pc:sldMkLst>
          <pc:docMk/>
          <pc:sldMk cId="2183368220" sldId="411"/>
        </pc:sldMkLst>
      </pc:sldChg>
      <pc:sldChg chg="modSp add mod">
        <pc:chgData name="Martin Siemienski Andersen" userId="3e5b9027-db81-4bdb-8ff3-173865797b46" providerId="ADAL" clId="{6239BA39-E9ED-46E3-A9C3-E0A73D8595EB}" dt="2023-08-08T06:23:13.875" v="456" actId="20577"/>
        <pc:sldMkLst>
          <pc:docMk/>
          <pc:sldMk cId="4294393476" sldId="434"/>
        </pc:sldMkLst>
        <pc:spChg chg="mod">
          <ac:chgData name="Martin Siemienski Andersen" userId="3e5b9027-db81-4bdb-8ff3-173865797b46" providerId="ADAL" clId="{6239BA39-E9ED-46E3-A9C3-E0A73D8595EB}" dt="2023-08-08T06:23:13.875" v="456" actId="20577"/>
          <ac:spMkLst>
            <pc:docMk/>
            <pc:sldMk cId="4294393476" sldId="434"/>
            <ac:spMk id="5" creationId="{B735D18A-0288-6507-0214-0F91B518E50A}"/>
          </ac:spMkLst>
        </pc:spChg>
      </pc:sldChg>
      <pc:sldChg chg="modSp new mod">
        <pc:chgData name="Martin Siemienski Andersen" userId="3e5b9027-db81-4bdb-8ff3-173865797b46" providerId="ADAL" clId="{6239BA39-E9ED-46E3-A9C3-E0A73D8595EB}" dt="2023-08-08T06:28:40.266" v="918" actId="20577"/>
        <pc:sldMkLst>
          <pc:docMk/>
          <pc:sldMk cId="2632825420" sldId="435"/>
        </pc:sldMkLst>
        <pc:spChg chg="mod">
          <ac:chgData name="Martin Siemienski Andersen" userId="3e5b9027-db81-4bdb-8ff3-173865797b46" providerId="ADAL" clId="{6239BA39-E9ED-46E3-A9C3-E0A73D8595EB}" dt="2023-08-08T06:27:02.552" v="751" actId="14100"/>
          <ac:spMkLst>
            <pc:docMk/>
            <pc:sldMk cId="2632825420" sldId="435"/>
            <ac:spMk id="4" creationId="{26C4B503-F6C0-A5F6-AD3D-7E6C37F33D7F}"/>
          </ac:spMkLst>
        </pc:spChg>
        <pc:spChg chg="mod">
          <ac:chgData name="Martin Siemienski Andersen" userId="3e5b9027-db81-4bdb-8ff3-173865797b46" providerId="ADAL" clId="{6239BA39-E9ED-46E3-A9C3-E0A73D8595EB}" dt="2023-08-08T06:28:40.266" v="918" actId="20577"/>
          <ac:spMkLst>
            <pc:docMk/>
            <pc:sldMk cId="2632825420" sldId="435"/>
            <ac:spMk id="5" creationId="{C031A694-73FF-B5FE-6AF4-9C5E0D1D04B5}"/>
          </ac:spMkLst>
        </pc:spChg>
      </pc:sldChg>
      <pc:sldChg chg="modSp new mod">
        <pc:chgData name="Martin Siemienski Andersen" userId="3e5b9027-db81-4bdb-8ff3-173865797b46" providerId="ADAL" clId="{6239BA39-E9ED-46E3-A9C3-E0A73D8595EB}" dt="2023-08-08T06:41:57.789" v="2300" actId="20577"/>
        <pc:sldMkLst>
          <pc:docMk/>
          <pc:sldMk cId="1830987036" sldId="436"/>
        </pc:sldMkLst>
        <pc:spChg chg="mod">
          <ac:chgData name="Martin Siemienski Andersen" userId="3e5b9027-db81-4bdb-8ff3-173865797b46" providerId="ADAL" clId="{6239BA39-E9ED-46E3-A9C3-E0A73D8595EB}" dt="2023-08-08T06:38:59.846" v="1707" actId="14100"/>
          <ac:spMkLst>
            <pc:docMk/>
            <pc:sldMk cId="1830987036" sldId="436"/>
            <ac:spMk id="3" creationId="{42657072-29B8-6F13-49E6-FFEE051F9819}"/>
          </ac:spMkLst>
        </pc:spChg>
        <pc:spChg chg="mod">
          <ac:chgData name="Martin Siemienski Andersen" userId="3e5b9027-db81-4bdb-8ff3-173865797b46" providerId="ADAL" clId="{6239BA39-E9ED-46E3-A9C3-E0A73D8595EB}" dt="2023-08-08T06:41:57.789" v="2300" actId="20577"/>
          <ac:spMkLst>
            <pc:docMk/>
            <pc:sldMk cId="1830987036" sldId="436"/>
            <ac:spMk id="4" creationId="{F3AD8F2B-935B-8408-D407-55BBAB432848}"/>
          </ac:spMkLst>
        </pc:spChg>
      </pc:sldChg>
    </pc:docChg>
  </pc:docChgLst>
  <pc:docChgLst>
    <pc:chgData name="Martin Siemienski Andersen" userId="3e5b9027-db81-4bdb-8ff3-173865797b46" providerId="ADAL" clId="{811BD24F-49E4-44DD-897B-C717DE8BCD15}"/>
    <pc:docChg chg="undo redo custSel addSld modSld">
      <pc:chgData name="Martin Siemienski Andersen" userId="3e5b9027-db81-4bdb-8ff3-173865797b46" providerId="ADAL" clId="{811BD24F-49E4-44DD-897B-C717DE8BCD15}" dt="2024-07-08T09:33:43.337" v="471" actId="729"/>
      <pc:docMkLst>
        <pc:docMk/>
      </pc:docMkLst>
      <pc:sldChg chg="modSp mod">
        <pc:chgData name="Martin Siemienski Andersen" userId="3e5b9027-db81-4bdb-8ff3-173865797b46" providerId="ADAL" clId="{811BD24F-49E4-44DD-897B-C717DE8BCD15}" dt="2024-07-08T09:13:41.794" v="35" actId="6549"/>
        <pc:sldMkLst>
          <pc:docMk/>
          <pc:sldMk cId="2153325008" sldId="392"/>
        </pc:sldMkLst>
        <pc:spChg chg="mod">
          <ac:chgData name="Martin Siemienski Andersen" userId="3e5b9027-db81-4bdb-8ff3-173865797b46" providerId="ADAL" clId="{811BD24F-49E4-44DD-897B-C717DE8BCD15}" dt="2024-07-08T09:13:41.794" v="35" actId="6549"/>
          <ac:spMkLst>
            <pc:docMk/>
            <pc:sldMk cId="2153325008" sldId="392"/>
            <ac:spMk id="7" creationId="{4DA133E7-1663-4225-8269-5D2351387CA5}"/>
          </ac:spMkLst>
        </pc:spChg>
      </pc:sldChg>
      <pc:sldChg chg="modSp mod">
        <pc:chgData name="Martin Siemienski Andersen" userId="3e5b9027-db81-4bdb-8ff3-173865797b46" providerId="ADAL" clId="{811BD24F-49E4-44DD-897B-C717DE8BCD15}" dt="2024-07-08T09:19:32.603" v="241" actId="20577"/>
        <pc:sldMkLst>
          <pc:docMk/>
          <pc:sldMk cId="951228375" sldId="393"/>
        </pc:sldMkLst>
        <pc:spChg chg="mod">
          <ac:chgData name="Martin Siemienski Andersen" userId="3e5b9027-db81-4bdb-8ff3-173865797b46" providerId="ADAL" clId="{811BD24F-49E4-44DD-897B-C717DE8BCD15}" dt="2024-07-08T09:19:32.603" v="241" actId="20577"/>
          <ac:spMkLst>
            <pc:docMk/>
            <pc:sldMk cId="951228375" sldId="393"/>
            <ac:spMk id="5" creationId="{7C33DE81-44D1-474E-861F-4B92C802B0E7}"/>
          </ac:spMkLst>
        </pc:spChg>
      </pc:sldChg>
      <pc:sldChg chg="modSp mod">
        <pc:chgData name="Martin Siemienski Andersen" userId="3e5b9027-db81-4bdb-8ff3-173865797b46" providerId="ADAL" clId="{811BD24F-49E4-44DD-897B-C717DE8BCD15}" dt="2024-07-08T09:09:14.445" v="0" actId="20577"/>
        <pc:sldMkLst>
          <pc:docMk/>
          <pc:sldMk cId="867482800" sldId="394"/>
        </pc:sldMkLst>
        <pc:spChg chg="mod">
          <ac:chgData name="Martin Siemienski Andersen" userId="3e5b9027-db81-4bdb-8ff3-173865797b46" providerId="ADAL" clId="{811BD24F-49E4-44DD-897B-C717DE8BCD15}" dt="2024-07-08T09:09:14.445" v="0" actId="20577"/>
          <ac:spMkLst>
            <pc:docMk/>
            <pc:sldMk cId="867482800" sldId="394"/>
            <ac:spMk id="6" creationId="{FD4CF3AC-B627-D521-8AA9-4BD276FBC0B7}"/>
          </ac:spMkLst>
        </pc:spChg>
      </pc:sldChg>
      <pc:sldChg chg="modSp mod">
        <pc:chgData name="Martin Siemienski Andersen" userId="3e5b9027-db81-4bdb-8ff3-173865797b46" providerId="ADAL" clId="{811BD24F-49E4-44DD-897B-C717DE8BCD15}" dt="2024-07-08T09:24:30.644" v="387" actId="6549"/>
        <pc:sldMkLst>
          <pc:docMk/>
          <pc:sldMk cId="4003045586" sldId="396"/>
        </pc:sldMkLst>
        <pc:spChg chg="mod">
          <ac:chgData name="Martin Siemienski Andersen" userId="3e5b9027-db81-4bdb-8ff3-173865797b46" providerId="ADAL" clId="{811BD24F-49E4-44DD-897B-C717DE8BCD15}" dt="2024-07-08T09:24:30.644" v="387" actId="6549"/>
          <ac:spMkLst>
            <pc:docMk/>
            <pc:sldMk cId="4003045586" sldId="396"/>
            <ac:spMk id="8" creationId="{07907CA3-B4DD-4BA7-8C51-5511B92620E6}"/>
          </ac:spMkLst>
        </pc:spChg>
      </pc:sldChg>
      <pc:sldChg chg="modSp mod">
        <pc:chgData name="Martin Siemienski Andersen" userId="3e5b9027-db81-4bdb-8ff3-173865797b46" providerId="ADAL" clId="{811BD24F-49E4-44DD-897B-C717DE8BCD15}" dt="2024-07-08T09:25:14.245" v="389" actId="20577"/>
        <pc:sldMkLst>
          <pc:docMk/>
          <pc:sldMk cId="2637735392" sldId="397"/>
        </pc:sldMkLst>
        <pc:spChg chg="mod">
          <ac:chgData name="Martin Siemienski Andersen" userId="3e5b9027-db81-4bdb-8ff3-173865797b46" providerId="ADAL" clId="{811BD24F-49E4-44DD-897B-C717DE8BCD15}" dt="2024-07-08T09:24:41.544" v="388" actId="6549"/>
          <ac:spMkLst>
            <pc:docMk/>
            <pc:sldMk cId="2637735392" sldId="397"/>
            <ac:spMk id="8" creationId="{07907CA3-B4DD-4BA7-8C51-5511B92620E6}"/>
          </ac:spMkLst>
        </pc:spChg>
        <pc:spChg chg="mod">
          <ac:chgData name="Martin Siemienski Andersen" userId="3e5b9027-db81-4bdb-8ff3-173865797b46" providerId="ADAL" clId="{811BD24F-49E4-44DD-897B-C717DE8BCD15}" dt="2024-07-08T09:25:14.245" v="389" actId="20577"/>
          <ac:spMkLst>
            <pc:docMk/>
            <pc:sldMk cId="2637735392" sldId="397"/>
            <ac:spMk id="9" creationId="{0F5D0C12-575C-48E8-BF55-BAEE8A7871A5}"/>
          </ac:spMkLst>
        </pc:spChg>
      </pc:sldChg>
      <pc:sldChg chg="modAnim">
        <pc:chgData name="Martin Siemienski Andersen" userId="3e5b9027-db81-4bdb-8ff3-173865797b46" providerId="ADAL" clId="{811BD24F-49E4-44DD-897B-C717DE8BCD15}" dt="2024-07-08T09:28:16.033" v="402"/>
        <pc:sldMkLst>
          <pc:docMk/>
          <pc:sldMk cId="4223866109" sldId="401"/>
        </pc:sldMkLst>
      </pc:sldChg>
      <pc:sldChg chg="modSp mod">
        <pc:chgData name="Martin Siemienski Andersen" userId="3e5b9027-db81-4bdb-8ff3-173865797b46" providerId="ADAL" clId="{811BD24F-49E4-44DD-897B-C717DE8BCD15}" dt="2024-07-08T09:31:06.816" v="457" actId="207"/>
        <pc:sldMkLst>
          <pc:docMk/>
          <pc:sldMk cId="1668894631" sldId="406"/>
        </pc:sldMkLst>
        <pc:spChg chg="mod">
          <ac:chgData name="Martin Siemienski Andersen" userId="3e5b9027-db81-4bdb-8ff3-173865797b46" providerId="ADAL" clId="{811BD24F-49E4-44DD-897B-C717DE8BCD15}" dt="2024-07-08T09:31:06.816" v="457" actId="207"/>
          <ac:spMkLst>
            <pc:docMk/>
            <pc:sldMk cId="1668894631" sldId="406"/>
            <ac:spMk id="2" creationId="{D423BD85-A022-67F1-D710-C891AF8BA744}"/>
          </ac:spMkLst>
        </pc:spChg>
      </pc:sldChg>
      <pc:sldChg chg="modSp mod">
        <pc:chgData name="Martin Siemienski Andersen" userId="3e5b9027-db81-4bdb-8ff3-173865797b46" providerId="ADAL" clId="{811BD24F-49E4-44DD-897B-C717DE8BCD15}" dt="2024-07-08T09:32:44.534" v="470" actId="20577"/>
        <pc:sldMkLst>
          <pc:docMk/>
          <pc:sldMk cId="1395701099" sldId="407"/>
        </pc:sldMkLst>
        <pc:spChg chg="mod">
          <ac:chgData name="Martin Siemienski Andersen" userId="3e5b9027-db81-4bdb-8ff3-173865797b46" providerId="ADAL" clId="{811BD24F-49E4-44DD-897B-C717DE8BCD15}" dt="2024-07-08T09:32:44.534" v="470" actId="20577"/>
          <ac:spMkLst>
            <pc:docMk/>
            <pc:sldMk cId="1395701099" sldId="407"/>
            <ac:spMk id="5" creationId="{BEC91400-1386-4D80-A148-C29902A9AA3B}"/>
          </ac:spMkLst>
        </pc:spChg>
      </pc:sldChg>
      <pc:sldChg chg="modSp mod">
        <pc:chgData name="Martin Siemienski Andersen" userId="3e5b9027-db81-4bdb-8ff3-173865797b46" providerId="ADAL" clId="{811BD24F-49E4-44DD-897B-C717DE8BCD15}" dt="2024-07-08T09:29:51.298" v="445" actId="14100"/>
        <pc:sldMkLst>
          <pc:docMk/>
          <pc:sldMk cId="3469801031" sldId="410"/>
        </pc:sldMkLst>
        <pc:spChg chg="mod">
          <ac:chgData name="Martin Siemienski Andersen" userId="3e5b9027-db81-4bdb-8ff3-173865797b46" providerId="ADAL" clId="{811BD24F-49E4-44DD-897B-C717DE8BCD15}" dt="2024-07-08T09:29:47.224" v="444" actId="13926"/>
          <ac:spMkLst>
            <pc:docMk/>
            <pc:sldMk cId="3469801031" sldId="410"/>
            <ac:spMk id="5" creationId="{7C33DE81-44D1-474E-861F-4B92C802B0E7}"/>
          </ac:spMkLst>
        </pc:spChg>
        <pc:spChg chg="mod">
          <ac:chgData name="Martin Siemienski Andersen" userId="3e5b9027-db81-4bdb-8ff3-173865797b46" providerId="ADAL" clId="{811BD24F-49E4-44DD-897B-C717DE8BCD15}" dt="2024-07-08T09:29:51.298" v="445" actId="14100"/>
          <ac:spMkLst>
            <pc:docMk/>
            <pc:sldMk cId="3469801031" sldId="410"/>
            <ac:spMk id="10" creationId="{CB27ED9E-7A6F-48E2-8184-784FFD019A89}"/>
          </ac:spMkLst>
        </pc:spChg>
      </pc:sldChg>
      <pc:sldChg chg="mod modShow">
        <pc:chgData name="Martin Siemienski Andersen" userId="3e5b9027-db81-4bdb-8ff3-173865797b46" providerId="ADAL" clId="{811BD24F-49E4-44DD-897B-C717DE8BCD15}" dt="2024-07-08T09:33:43.337" v="471" actId="729"/>
        <pc:sldMkLst>
          <pc:docMk/>
          <pc:sldMk cId="2676309362" sldId="413"/>
        </pc:sldMkLst>
      </pc:sldChg>
      <pc:sldChg chg="modSp mod">
        <pc:chgData name="Martin Siemienski Andersen" userId="3e5b9027-db81-4bdb-8ff3-173865797b46" providerId="ADAL" clId="{811BD24F-49E4-44DD-897B-C717DE8BCD15}" dt="2024-07-08T09:14:56.610" v="78" actId="20577"/>
        <pc:sldMkLst>
          <pc:docMk/>
          <pc:sldMk cId="4231519271" sldId="438"/>
        </pc:sldMkLst>
        <pc:spChg chg="mod">
          <ac:chgData name="Martin Siemienski Andersen" userId="3e5b9027-db81-4bdb-8ff3-173865797b46" providerId="ADAL" clId="{811BD24F-49E4-44DD-897B-C717DE8BCD15}" dt="2024-07-08T09:14:56.610" v="78" actId="20577"/>
          <ac:spMkLst>
            <pc:docMk/>
            <pc:sldMk cId="4231519271" sldId="438"/>
            <ac:spMk id="3" creationId="{26D47E2A-291E-3316-6702-79AF4C9F82AE}"/>
          </ac:spMkLst>
        </pc:spChg>
        <pc:spChg chg="mod">
          <ac:chgData name="Martin Siemienski Andersen" userId="3e5b9027-db81-4bdb-8ff3-173865797b46" providerId="ADAL" clId="{811BD24F-49E4-44DD-897B-C717DE8BCD15}" dt="2024-07-08T09:10:02.770" v="6" actId="20577"/>
          <ac:spMkLst>
            <pc:docMk/>
            <pc:sldMk cId="4231519271" sldId="438"/>
            <ac:spMk id="5" creationId="{1DC4685D-F63B-4833-62F4-5764713E78D7}"/>
          </ac:spMkLst>
        </pc:spChg>
      </pc:sldChg>
      <pc:sldChg chg="modSp mod">
        <pc:chgData name="Martin Siemienski Andersen" userId="3e5b9027-db81-4bdb-8ff3-173865797b46" providerId="ADAL" clId="{811BD24F-49E4-44DD-897B-C717DE8BCD15}" dt="2024-07-08T09:22:56.987" v="378" actId="6549"/>
        <pc:sldMkLst>
          <pc:docMk/>
          <pc:sldMk cId="2081407033" sldId="447"/>
        </pc:sldMkLst>
        <pc:spChg chg="mod">
          <ac:chgData name="Martin Siemienski Andersen" userId="3e5b9027-db81-4bdb-8ff3-173865797b46" providerId="ADAL" clId="{811BD24F-49E4-44DD-897B-C717DE8BCD15}" dt="2024-07-08T09:22:56.987" v="378" actId="6549"/>
          <ac:spMkLst>
            <pc:docMk/>
            <pc:sldMk cId="2081407033" sldId="447"/>
            <ac:spMk id="4" creationId="{8C8AC6F6-8E72-9119-E2B8-E50C5F953A2A}"/>
          </ac:spMkLst>
        </pc:spChg>
      </pc:sldChg>
      <pc:sldChg chg="modSp mod">
        <pc:chgData name="Martin Siemienski Andersen" userId="3e5b9027-db81-4bdb-8ff3-173865797b46" providerId="ADAL" clId="{811BD24F-49E4-44DD-897B-C717DE8BCD15}" dt="2024-07-08T09:25:58.054" v="394" actId="14100"/>
        <pc:sldMkLst>
          <pc:docMk/>
          <pc:sldMk cId="3628408687" sldId="461"/>
        </pc:sldMkLst>
        <pc:spChg chg="mod">
          <ac:chgData name="Martin Siemienski Andersen" userId="3e5b9027-db81-4bdb-8ff3-173865797b46" providerId="ADAL" clId="{811BD24F-49E4-44DD-897B-C717DE8BCD15}" dt="2024-07-08T09:25:44.221" v="390" actId="14100"/>
          <ac:spMkLst>
            <pc:docMk/>
            <pc:sldMk cId="3628408687" sldId="461"/>
            <ac:spMk id="11" creationId="{FEBFA6FF-EE19-4A51-9FA3-1AC5BE522917}"/>
          </ac:spMkLst>
        </pc:spChg>
        <pc:spChg chg="mod">
          <ac:chgData name="Martin Siemienski Andersen" userId="3e5b9027-db81-4bdb-8ff3-173865797b46" providerId="ADAL" clId="{811BD24F-49E4-44DD-897B-C717DE8BCD15}" dt="2024-07-08T09:25:47.227" v="391" actId="14100"/>
          <ac:spMkLst>
            <pc:docMk/>
            <pc:sldMk cId="3628408687" sldId="461"/>
            <ac:spMk id="13" creationId="{4F2E8985-FF2B-439E-863F-51B59B4200F7}"/>
          </ac:spMkLst>
        </pc:spChg>
        <pc:spChg chg="mod">
          <ac:chgData name="Martin Siemienski Andersen" userId="3e5b9027-db81-4bdb-8ff3-173865797b46" providerId="ADAL" clId="{811BD24F-49E4-44DD-897B-C717DE8BCD15}" dt="2024-07-08T09:25:51.799" v="392" actId="14100"/>
          <ac:spMkLst>
            <pc:docMk/>
            <pc:sldMk cId="3628408687" sldId="461"/>
            <ac:spMk id="25" creationId="{BF0ECE57-BA07-45DA-B153-32E59F79D8E4}"/>
          </ac:spMkLst>
        </pc:spChg>
        <pc:spChg chg="mod">
          <ac:chgData name="Martin Siemienski Andersen" userId="3e5b9027-db81-4bdb-8ff3-173865797b46" providerId="ADAL" clId="{811BD24F-49E4-44DD-897B-C717DE8BCD15}" dt="2024-07-08T09:25:58.054" v="394" actId="14100"/>
          <ac:spMkLst>
            <pc:docMk/>
            <pc:sldMk cId="3628408687" sldId="461"/>
            <ac:spMk id="27" creationId="{DB55240E-07D5-48D6-9F31-ED96B79DEEF7}"/>
          </ac:spMkLst>
        </pc:spChg>
      </pc:sldChg>
      <pc:sldChg chg="modSp mod">
        <pc:chgData name="Martin Siemienski Andersen" userId="3e5b9027-db81-4bdb-8ff3-173865797b46" providerId="ADAL" clId="{811BD24F-49E4-44DD-897B-C717DE8BCD15}" dt="2024-07-08T09:26:17.663" v="395" actId="1076"/>
        <pc:sldMkLst>
          <pc:docMk/>
          <pc:sldMk cId="3236792484" sldId="462"/>
        </pc:sldMkLst>
        <pc:spChg chg="mod">
          <ac:chgData name="Martin Siemienski Andersen" userId="3e5b9027-db81-4bdb-8ff3-173865797b46" providerId="ADAL" clId="{811BD24F-49E4-44DD-897B-C717DE8BCD15}" dt="2024-07-08T09:26:17.663" v="395" actId="1076"/>
          <ac:spMkLst>
            <pc:docMk/>
            <pc:sldMk cId="3236792484" sldId="462"/>
            <ac:spMk id="6" creationId="{FD4CF3AC-B627-D521-8AA9-4BD276FBC0B7}"/>
          </ac:spMkLst>
        </pc:spChg>
      </pc:sldChg>
      <pc:sldChg chg="modSp mod">
        <pc:chgData name="Martin Siemienski Andersen" userId="3e5b9027-db81-4bdb-8ff3-173865797b46" providerId="ADAL" clId="{811BD24F-49E4-44DD-897B-C717DE8BCD15}" dt="2024-07-08T09:11:29.836" v="24" actId="14100"/>
        <pc:sldMkLst>
          <pc:docMk/>
          <pc:sldMk cId="3909445050" sldId="463"/>
        </pc:sldMkLst>
        <pc:spChg chg="mod">
          <ac:chgData name="Martin Siemienski Andersen" userId="3e5b9027-db81-4bdb-8ff3-173865797b46" providerId="ADAL" clId="{811BD24F-49E4-44DD-897B-C717DE8BCD15}" dt="2024-07-08T09:11:20.079" v="23" actId="20577"/>
          <ac:spMkLst>
            <pc:docMk/>
            <pc:sldMk cId="3909445050" sldId="463"/>
            <ac:spMk id="5" creationId="{1DC4685D-F63B-4833-62F4-5764713E78D7}"/>
          </ac:spMkLst>
        </pc:spChg>
        <pc:spChg chg="mod">
          <ac:chgData name="Martin Siemienski Andersen" userId="3e5b9027-db81-4bdb-8ff3-173865797b46" providerId="ADAL" clId="{811BD24F-49E4-44DD-897B-C717DE8BCD15}" dt="2024-07-08T09:11:29.836" v="24" actId="14100"/>
          <ac:spMkLst>
            <pc:docMk/>
            <pc:sldMk cId="3909445050" sldId="463"/>
            <ac:spMk id="24" creationId="{E2B3B92B-0BEE-FC07-7492-EB3051CD64A4}"/>
          </ac:spMkLst>
        </pc:spChg>
      </pc:sldChg>
      <pc:sldChg chg="addSp modSp mod">
        <pc:chgData name="Martin Siemienski Andersen" userId="3e5b9027-db81-4bdb-8ff3-173865797b46" providerId="ADAL" clId="{811BD24F-49E4-44DD-897B-C717DE8BCD15}" dt="2024-07-08T09:18:39.952" v="236" actId="13926"/>
        <pc:sldMkLst>
          <pc:docMk/>
          <pc:sldMk cId="1739577168" sldId="468"/>
        </pc:sldMkLst>
        <pc:spChg chg="add mod">
          <ac:chgData name="Martin Siemienski Andersen" userId="3e5b9027-db81-4bdb-8ff3-173865797b46" providerId="ADAL" clId="{811BD24F-49E4-44DD-897B-C717DE8BCD15}" dt="2024-07-08T09:18:18.130" v="212" actId="1076"/>
          <ac:spMkLst>
            <pc:docMk/>
            <pc:sldMk cId="1739577168" sldId="468"/>
            <ac:spMk id="5" creationId="{ADDCFA36-3990-E2B5-6F24-9EFCEB2071BB}"/>
          </ac:spMkLst>
        </pc:spChg>
        <pc:spChg chg="mod">
          <ac:chgData name="Martin Siemienski Andersen" userId="3e5b9027-db81-4bdb-8ff3-173865797b46" providerId="ADAL" clId="{811BD24F-49E4-44DD-897B-C717DE8BCD15}" dt="2024-07-08T09:18:39.952" v="236" actId="13926"/>
          <ac:spMkLst>
            <pc:docMk/>
            <pc:sldMk cId="1739577168" sldId="468"/>
            <ac:spMk id="6" creationId="{A5254B34-20F7-1511-4ED6-EFA11F9FF728}"/>
          </ac:spMkLst>
        </pc:spChg>
      </pc:sldChg>
      <pc:sldChg chg="modSp add mod">
        <pc:chgData name="Martin Siemienski Andersen" userId="3e5b9027-db81-4bdb-8ff3-173865797b46" providerId="ADAL" clId="{811BD24F-49E4-44DD-897B-C717DE8BCD15}" dt="2024-07-08T09:30:45.658" v="454" actId="6549"/>
        <pc:sldMkLst>
          <pc:docMk/>
          <pc:sldMk cId="3530037903" sldId="473"/>
        </pc:sldMkLst>
        <pc:spChg chg="mod">
          <ac:chgData name="Martin Siemienski Andersen" userId="3e5b9027-db81-4bdb-8ff3-173865797b46" providerId="ADAL" clId="{811BD24F-49E4-44DD-897B-C717DE8BCD15}" dt="2024-07-08T09:30:42.673" v="453" actId="20577"/>
          <ac:spMkLst>
            <pc:docMk/>
            <pc:sldMk cId="3530037903" sldId="473"/>
            <ac:spMk id="4" creationId="{59C70F1C-A4DA-997F-51B4-3736B4CD1A39}"/>
          </ac:spMkLst>
        </pc:spChg>
        <pc:spChg chg="mod">
          <ac:chgData name="Martin Siemienski Andersen" userId="3e5b9027-db81-4bdb-8ff3-173865797b46" providerId="ADAL" clId="{811BD24F-49E4-44DD-897B-C717DE8BCD15}" dt="2024-07-08T09:30:45.658" v="454" actId="6549"/>
          <ac:spMkLst>
            <pc:docMk/>
            <pc:sldMk cId="3530037903" sldId="473"/>
            <ac:spMk id="5" creationId="{B735D18A-0288-6507-0214-0F91B518E50A}"/>
          </ac:spMkLst>
        </pc:spChg>
      </pc:sldChg>
    </pc:docChg>
  </pc:docChgLst>
  <pc:docChgLst>
    <pc:chgData name="Martin Siemienski Andersen" userId="3e5b9027-db81-4bdb-8ff3-173865797b46" providerId="ADAL" clId="{30C7E71C-EDE7-4A9C-ABE0-2A3A13DD5CC1}"/>
    <pc:docChg chg="undo custSel delSld modSld addSection delSection modSection">
      <pc:chgData name="Martin Siemienski Andersen" userId="3e5b9027-db81-4bdb-8ff3-173865797b46" providerId="ADAL" clId="{30C7E71C-EDE7-4A9C-ABE0-2A3A13DD5CC1}" dt="2024-10-07T09:27:32.215" v="515" actId="20577"/>
      <pc:docMkLst>
        <pc:docMk/>
      </pc:docMkLst>
      <pc:sldChg chg="modSp mod">
        <pc:chgData name="Martin Siemienski Andersen" userId="3e5b9027-db81-4bdb-8ff3-173865797b46" providerId="ADAL" clId="{30C7E71C-EDE7-4A9C-ABE0-2A3A13DD5CC1}" dt="2024-10-07T09:27:32.215" v="515" actId="20577"/>
        <pc:sldMkLst>
          <pc:docMk/>
          <pc:sldMk cId="2290672695" sldId="378"/>
        </pc:sldMkLst>
        <pc:spChg chg="mod">
          <ac:chgData name="Martin Siemienski Andersen" userId="3e5b9027-db81-4bdb-8ff3-173865797b46" providerId="ADAL" clId="{30C7E71C-EDE7-4A9C-ABE0-2A3A13DD5CC1}" dt="2024-10-07T09:27:32.215" v="515" actId="20577"/>
          <ac:spMkLst>
            <pc:docMk/>
            <pc:sldMk cId="2290672695" sldId="378"/>
            <ac:spMk id="2" creationId="{C436DF7F-A565-FBF1-3D34-4AB14F8FE40A}"/>
          </ac:spMkLst>
        </pc:spChg>
      </pc:sldChg>
      <pc:sldChg chg="modSp mod modAnim">
        <pc:chgData name="Martin Siemienski Andersen" userId="3e5b9027-db81-4bdb-8ff3-173865797b46" providerId="ADAL" clId="{30C7E71C-EDE7-4A9C-ABE0-2A3A13DD5CC1}" dt="2024-10-07T09:10:36.883" v="318"/>
        <pc:sldMkLst>
          <pc:docMk/>
          <pc:sldMk cId="2153325008" sldId="392"/>
        </pc:sldMkLst>
        <pc:spChg chg="mod">
          <ac:chgData name="Martin Siemienski Andersen" userId="3e5b9027-db81-4bdb-8ff3-173865797b46" providerId="ADAL" clId="{30C7E71C-EDE7-4A9C-ABE0-2A3A13DD5CC1}" dt="2024-10-07T09:10:25.432" v="316" actId="20577"/>
          <ac:spMkLst>
            <pc:docMk/>
            <pc:sldMk cId="2153325008" sldId="392"/>
            <ac:spMk id="7" creationId="{4DA133E7-1663-4225-8269-5D2351387CA5}"/>
          </ac:spMkLst>
        </pc:spChg>
        <pc:picChg chg="mod">
          <ac:chgData name="Martin Siemienski Andersen" userId="3e5b9027-db81-4bdb-8ff3-173865797b46" providerId="ADAL" clId="{30C7E71C-EDE7-4A9C-ABE0-2A3A13DD5CC1}" dt="2024-10-07T09:09:17.137" v="305" actId="1076"/>
          <ac:picMkLst>
            <pc:docMk/>
            <pc:sldMk cId="2153325008" sldId="392"/>
            <ac:picMk id="3" creationId="{71265444-1475-45F7-87FC-BA761550D6CF}"/>
          </ac:picMkLst>
        </pc:picChg>
      </pc:sldChg>
      <pc:sldChg chg="modSp mod">
        <pc:chgData name="Martin Siemienski Andersen" userId="3e5b9027-db81-4bdb-8ff3-173865797b46" providerId="ADAL" clId="{30C7E71C-EDE7-4A9C-ABE0-2A3A13DD5CC1}" dt="2024-10-07T09:02:38.258" v="138" actId="20577"/>
        <pc:sldMkLst>
          <pc:docMk/>
          <pc:sldMk cId="99100909" sldId="395"/>
        </pc:sldMkLst>
        <pc:spChg chg="mod">
          <ac:chgData name="Martin Siemienski Andersen" userId="3e5b9027-db81-4bdb-8ff3-173865797b46" providerId="ADAL" clId="{30C7E71C-EDE7-4A9C-ABE0-2A3A13DD5CC1}" dt="2024-10-07T09:02:38.258" v="138" actId="20577"/>
          <ac:spMkLst>
            <pc:docMk/>
            <pc:sldMk cId="99100909" sldId="395"/>
            <ac:spMk id="9" creationId="{0F5D0C12-575C-48E8-BF55-BAEE8A7871A5}"/>
          </ac:spMkLst>
        </pc:spChg>
      </pc:sldChg>
      <pc:sldChg chg="addSp modSp mod modAnim">
        <pc:chgData name="Martin Siemienski Andersen" userId="3e5b9027-db81-4bdb-8ff3-173865797b46" providerId="ADAL" clId="{30C7E71C-EDE7-4A9C-ABE0-2A3A13DD5CC1}" dt="2024-10-07T09:08:11.782" v="304" actId="114"/>
        <pc:sldMkLst>
          <pc:docMk/>
          <pc:sldMk cId="4003045586" sldId="396"/>
        </pc:sldMkLst>
        <pc:spChg chg="mod">
          <ac:chgData name="Martin Siemienski Andersen" userId="3e5b9027-db81-4bdb-8ff3-173865797b46" providerId="ADAL" clId="{30C7E71C-EDE7-4A9C-ABE0-2A3A13DD5CC1}" dt="2024-10-07T09:08:11.782" v="304" actId="114"/>
          <ac:spMkLst>
            <pc:docMk/>
            <pc:sldMk cId="4003045586" sldId="396"/>
            <ac:spMk id="9" creationId="{0F5D0C12-575C-48E8-BF55-BAEE8A7871A5}"/>
          </ac:spMkLst>
        </pc:spChg>
        <pc:cxnChg chg="add mod">
          <ac:chgData name="Martin Siemienski Andersen" userId="3e5b9027-db81-4bdb-8ff3-173865797b46" providerId="ADAL" clId="{30C7E71C-EDE7-4A9C-ABE0-2A3A13DD5CC1}" dt="2024-10-07T09:06:57.291" v="297" actId="14100"/>
          <ac:cxnSpMkLst>
            <pc:docMk/>
            <pc:sldMk cId="4003045586" sldId="396"/>
            <ac:cxnSpMk id="4" creationId="{FB165186-A8EA-E52D-E76F-2C5B3A267EBD}"/>
          </ac:cxnSpMkLst>
        </pc:cxnChg>
        <pc:cxnChg chg="add mod">
          <ac:chgData name="Martin Siemienski Andersen" userId="3e5b9027-db81-4bdb-8ff3-173865797b46" providerId="ADAL" clId="{30C7E71C-EDE7-4A9C-ABE0-2A3A13DD5CC1}" dt="2024-10-07T09:06:54.586" v="296" actId="14100"/>
          <ac:cxnSpMkLst>
            <pc:docMk/>
            <pc:sldMk cId="4003045586" sldId="396"/>
            <ac:cxnSpMk id="6" creationId="{F19083F7-0549-D6AB-2836-C0B2B69ADC7E}"/>
          </ac:cxnSpMkLst>
        </pc:cxnChg>
      </pc:sldChg>
      <pc:sldChg chg="modSp mod">
        <pc:chgData name="Martin Siemienski Andersen" userId="3e5b9027-db81-4bdb-8ff3-173865797b46" providerId="ADAL" clId="{30C7E71C-EDE7-4A9C-ABE0-2A3A13DD5CC1}" dt="2024-10-07T09:00:52.056" v="52" actId="12"/>
        <pc:sldMkLst>
          <pc:docMk/>
          <pc:sldMk cId="2637735392" sldId="397"/>
        </pc:sldMkLst>
        <pc:spChg chg="mod">
          <ac:chgData name="Martin Siemienski Andersen" userId="3e5b9027-db81-4bdb-8ff3-173865797b46" providerId="ADAL" clId="{30C7E71C-EDE7-4A9C-ABE0-2A3A13DD5CC1}" dt="2024-10-07T08:59:58.003" v="30" actId="14100"/>
          <ac:spMkLst>
            <pc:docMk/>
            <pc:sldMk cId="2637735392" sldId="397"/>
            <ac:spMk id="8" creationId="{07907CA3-B4DD-4BA7-8C51-5511B92620E6}"/>
          </ac:spMkLst>
        </pc:spChg>
        <pc:spChg chg="mod">
          <ac:chgData name="Martin Siemienski Andersen" userId="3e5b9027-db81-4bdb-8ff3-173865797b46" providerId="ADAL" clId="{30C7E71C-EDE7-4A9C-ABE0-2A3A13DD5CC1}" dt="2024-10-07T09:00:52.056" v="52" actId="12"/>
          <ac:spMkLst>
            <pc:docMk/>
            <pc:sldMk cId="2637735392" sldId="397"/>
            <ac:spMk id="9" creationId="{0F5D0C12-575C-48E8-BF55-BAEE8A7871A5}"/>
          </ac:spMkLst>
        </pc:spChg>
      </pc:sldChg>
      <pc:sldChg chg="modSp mod">
        <pc:chgData name="Martin Siemienski Andersen" userId="3e5b9027-db81-4bdb-8ff3-173865797b46" providerId="ADAL" clId="{30C7E71C-EDE7-4A9C-ABE0-2A3A13DD5CC1}" dt="2024-10-07T09:12:06.966" v="319" actId="12"/>
        <pc:sldMkLst>
          <pc:docMk/>
          <pc:sldMk cId="3636122926" sldId="400"/>
        </pc:sldMkLst>
        <pc:spChg chg="mod">
          <ac:chgData name="Martin Siemienski Andersen" userId="3e5b9027-db81-4bdb-8ff3-173865797b46" providerId="ADAL" clId="{30C7E71C-EDE7-4A9C-ABE0-2A3A13DD5CC1}" dt="2024-10-07T09:12:06.966" v="319" actId="12"/>
          <ac:spMkLst>
            <pc:docMk/>
            <pc:sldMk cId="3636122926" sldId="400"/>
            <ac:spMk id="5" creationId="{7C33DE81-44D1-474E-861F-4B92C802B0E7}"/>
          </ac:spMkLst>
        </pc:spChg>
      </pc:sldChg>
      <pc:sldChg chg="del">
        <pc:chgData name="Martin Siemienski Andersen" userId="3e5b9027-db81-4bdb-8ff3-173865797b46" providerId="ADAL" clId="{30C7E71C-EDE7-4A9C-ABE0-2A3A13DD5CC1}" dt="2024-10-07T08:40:18.589" v="0" actId="47"/>
        <pc:sldMkLst>
          <pc:docMk/>
          <pc:sldMk cId="1137263808" sldId="452"/>
        </pc:sldMkLst>
      </pc:sldChg>
      <pc:sldChg chg="modSp mod">
        <pc:chgData name="Martin Siemienski Andersen" userId="3e5b9027-db81-4bdb-8ff3-173865797b46" providerId="ADAL" clId="{30C7E71C-EDE7-4A9C-ABE0-2A3A13DD5CC1}" dt="2024-10-07T09:12:14.131" v="320" actId="20577"/>
        <pc:sldMkLst>
          <pc:docMk/>
          <pc:sldMk cId="2351685216" sldId="467"/>
        </pc:sldMkLst>
        <pc:spChg chg="mod">
          <ac:chgData name="Martin Siemienski Andersen" userId="3e5b9027-db81-4bdb-8ff3-173865797b46" providerId="ADAL" clId="{30C7E71C-EDE7-4A9C-ABE0-2A3A13DD5CC1}" dt="2024-10-07T09:12:14.131" v="320" actId="20577"/>
          <ac:spMkLst>
            <pc:docMk/>
            <pc:sldMk cId="2351685216" sldId="467"/>
            <ac:spMk id="24" creationId="{E2B3B92B-0BEE-FC07-7492-EB3051CD64A4}"/>
          </ac:spMkLst>
        </pc:spChg>
      </pc:sldChg>
      <pc:sldChg chg="addSp modSp mod">
        <pc:chgData name="Martin Siemienski Andersen" userId="3e5b9027-db81-4bdb-8ff3-173865797b46" providerId="ADAL" clId="{30C7E71C-EDE7-4A9C-ABE0-2A3A13DD5CC1}" dt="2024-10-07T09:20:45.300" v="367" actId="1076"/>
        <pc:sldMkLst>
          <pc:docMk/>
          <pc:sldMk cId="1739577168" sldId="468"/>
        </pc:sldMkLst>
        <pc:spChg chg="mod">
          <ac:chgData name="Martin Siemienski Andersen" userId="3e5b9027-db81-4bdb-8ff3-173865797b46" providerId="ADAL" clId="{30C7E71C-EDE7-4A9C-ABE0-2A3A13DD5CC1}" dt="2024-10-07T09:12:39.805" v="321" actId="1076"/>
          <ac:spMkLst>
            <pc:docMk/>
            <pc:sldMk cId="1739577168" sldId="468"/>
            <ac:spMk id="5" creationId="{ADDCFA36-3990-E2B5-6F24-9EFCEB2071BB}"/>
          </ac:spMkLst>
        </pc:spChg>
        <pc:spChg chg="add mod">
          <ac:chgData name="Martin Siemienski Andersen" userId="3e5b9027-db81-4bdb-8ff3-173865797b46" providerId="ADAL" clId="{30C7E71C-EDE7-4A9C-ABE0-2A3A13DD5CC1}" dt="2024-10-07T09:20:45.300" v="367" actId="1076"/>
          <ac:spMkLst>
            <pc:docMk/>
            <pc:sldMk cId="1739577168" sldId="468"/>
            <ac:spMk id="7" creationId="{C9BAF2A8-AABB-A478-D4D9-1D53B8315B3C}"/>
          </ac:spMkLst>
        </pc:spChg>
      </pc:sldChg>
      <pc:sldChg chg="modSp mod">
        <pc:chgData name="Martin Siemienski Andersen" userId="3e5b9027-db81-4bdb-8ff3-173865797b46" providerId="ADAL" clId="{30C7E71C-EDE7-4A9C-ABE0-2A3A13DD5CC1}" dt="2024-10-07T09:26:03.311" v="513" actId="13926"/>
        <pc:sldMkLst>
          <pc:docMk/>
          <pc:sldMk cId="3515064665" sldId="470"/>
        </pc:sldMkLst>
        <pc:spChg chg="mod">
          <ac:chgData name="Martin Siemienski Andersen" userId="3e5b9027-db81-4bdb-8ff3-173865797b46" providerId="ADAL" clId="{30C7E71C-EDE7-4A9C-ABE0-2A3A13DD5CC1}" dt="2024-10-07T09:26:03.311" v="513" actId="13926"/>
          <ac:spMkLst>
            <pc:docMk/>
            <pc:sldMk cId="3515064665" sldId="470"/>
            <ac:spMk id="6" creationId="{A5254B34-20F7-1511-4ED6-EFA11F9FF728}"/>
          </ac:spMkLst>
        </pc:spChg>
      </pc:sldChg>
      <pc:sldChg chg="modSp mod">
        <pc:chgData name="Martin Siemienski Andersen" userId="3e5b9027-db81-4bdb-8ff3-173865797b46" providerId="ADAL" clId="{30C7E71C-EDE7-4A9C-ABE0-2A3A13DD5CC1}" dt="2024-10-07T08:52:55.004" v="2" actId="113"/>
        <pc:sldMkLst>
          <pc:docMk/>
          <pc:sldMk cId="2421982364" sldId="485"/>
        </pc:sldMkLst>
        <pc:spChg chg="mod">
          <ac:chgData name="Martin Siemienski Andersen" userId="3e5b9027-db81-4bdb-8ff3-173865797b46" providerId="ADAL" clId="{30C7E71C-EDE7-4A9C-ABE0-2A3A13DD5CC1}" dt="2024-10-07T08:52:55.004" v="2" actId="113"/>
          <ac:spMkLst>
            <pc:docMk/>
            <pc:sldMk cId="2421982364" sldId="485"/>
            <ac:spMk id="5" creationId="{B735D18A-0288-6507-0214-0F91B518E50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2025-10-29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2025-10-29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8C896355-3DDC-9949-861F-AD0908BFCC23}" type="slidenum">
              <a:rPr lang="en-US" smtClean="0"/>
              <a:t>14</a:t>
            </a:fld>
            <a:endParaRPr lang="en-US"/>
          </a:p>
        </p:txBody>
      </p:sp>
    </p:spTree>
    <p:extLst>
      <p:ext uri="{BB962C8B-B14F-4D97-AF65-F5344CB8AC3E}">
        <p14:creationId xmlns:p14="http://schemas.microsoft.com/office/powerpoint/2010/main" val="362558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a:t>
            </a:r>
            <a:r>
              <a:rPr lang="en-US" dirty="0" err="1"/>
              <a:t>har</a:t>
            </a:r>
            <a:r>
              <a:rPr lang="en-US" dirty="0"/>
              <a:t> </a:t>
            </a:r>
            <a:r>
              <a:rPr lang="en-US" dirty="0" err="1"/>
              <a:t>virkelig</a:t>
            </a:r>
            <a:r>
              <a:rPr lang="en-US" dirty="0"/>
              <a:t> mange </a:t>
            </a:r>
            <a:r>
              <a:rPr lang="en-US" dirty="0" err="1"/>
              <a:t>opgaver</a:t>
            </a:r>
            <a:r>
              <a:rPr lang="en-US" dirty="0"/>
              <a:t> (</a:t>
            </a:r>
            <a:r>
              <a:rPr lang="en-US" dirty="0" err="1"/>
              <a:t>funktioner</a:t>
            </a:r>
            <a:r>
              <a:rPr lang="en-US" dirty="0"/>
              <a:t>)</a:t>
            </a:r>
          </a:p>
          <a:p>
            <a:r>
              <a:rPr lang="en-US" dirty="0"/>
              <a:t>Det g</a:t>
            </a:r>
            <a:r>
              <a:rPr lang="da-DK" dirty="0"/>
              <a:t>ør det svært at læse, og finde fejl</a:t>
            </a:r>
            <a:endParaRPr lang="en-US" dirty="0"/>
          </a:p>
        </p:txBody>
      </p:sp>
      <p:sp>
        <p:nvSpPr>
          <p:cNvPr id="4" name="Slide Number Placeholder 3"/>
          <p:cNvSpPr>
            <a:spLocks noGrp="1"/>
          </p:cNvSpPr>
          <p:nvPr>
            <p:ph type="sldNum" sz="quarter" idx="5"/>
          </p:nvPr>
        </p:nvSpPr>
        <p:spPr/>
        <p:txBody>
          <a:bodyPr/>
          <a:lstStyle/>
          <a:p>
            <a:fld id="{8C896355-3DDC-9949-861F-AD0908BFCC23}" type="slidenum">
              <a:rPr lang="en-US" smtClean="0"/>
              <a:t>50</a:t>
            </a:fld>
            <a:endParaRPr lang="en-US"/>
          </a:p>
        </p:txBody>
      </p:sp>
    </p:spTree>
    <p:extLst>
      <p:ext uri="{BB962C8B-B14F-4D97-AF65-F5344CB8AC3E}">
        <p14:creationId xmlns:p14="http://schemas.microsoft.com/office/powerpoint/2010/main" val="32271212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ugerguide">
    <p:spTree>
      <p:nvGrpSpPr>
        <p:cNvPr id="1" name=""/>
        <p:cNvGrpSpPr/>
        <p:nvPr/>
      </p:nvGrpSpPr>
      <p:grpSpPr>
        <a:xfrm>
          <a:off x="0" y="0"/>
          <a:ext cx="0" cy="0"/>
          <a:chOff x="0" y="0"/>
          <a:chExt cx="0" cy="0"/>
        </a:xfrm>
      </p:grpSpPr>
      <p:sp>
        <p:nvSpPr>
          <p:cNvPr id="2" name="Rektangel 1"/>
          <p:cNvSpPr/>
          <p:nvPr userDrawn="1"/>
        </p:nvSpPr>
        <p:spPr>
          <a:xfrm>
            <a:off x="505731" y="1155050"/>
            <a:ext cx="8091261" cy="369332"/>
          </a:xfrm>
          <a:prstGeom prst="rect">
            <a:avLst/>
          </a:prstGeom>
        </p:spPr>
        <p:txBody>
          <a:bodyPr wrap="square">
            <a:spAutoFit/>
          </a:bodyPr>
          <a:lstStyle/>
          <a:p>
            <a:r>
              <a:rPr lang="en-US" dirty="0">
                <a:solidFill>
                  <a:srgbClr val="DF6752"/>
                </a:solidFill>
                <a:latin typeface="Consolas" panose="020B0609020204030204" pitchFamily="49" charset="0"/>
                <a:cs typeface="Consolas" panose="020B0609020204030204" pitchFamily="49" charset="0"/>
              </a:rPr>
              <a:t>- SLET DETTE SLIDE, FØR DU FÆRDIGGØR PRÆSENTATIONEN</a:t>
            </a:r>
            <a:endParaRPr lang="da-DK" dirty="0">
              <a:solidFill>
                <a:srgbClr val="DF6752"/>
              </a:solidFill>
              <a:latin typeface="Consolas" panose="020B0609020204030204" pitchFamily="49" charset="0"/>
              <a:cs typeface="Consolas" panose="020B0609020204030204" pitchFamily="49" charset="0"/>
            </a:endParaRPr>
          </a:p>
        </p:txBody>
      </p:sp>
      <p:sp>
        <p:nvSpPr>
          <p:cNvPr id="5" name="Text Box 48"/>
          <p:cNvSpPr txBox="1">
            <a:spLocks noChangeArrowheads="1"/>
          </p:cNvSpPr>
          <p:nvPr userDrawn="1"/>
        </p:nvSpPr>
        <p:spPr bwMode="auto">
          <a:xfrm>
            <a:off x="587375" y="1960595"/>
            <a:ext cx="2327618" cy="361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da-DK" sz="1000" b="1" spc="300" noProof="1">
                <a:solidFill>
                  <a:schemeClr val="tx1"/>
                </a:solidFill>
                <a:latin typeface="Consolas" panose="020B0609020204030204" pitchFamily="49" charset="0"/>
                <a:cs typeface="Consolas" panose="020B0609020204030204" pitchFamily="49" charset="0"/>
              </a:rPr>
              <a:t>AAU-SKABELONER TIL POWERPOINT</a:t>
            </a:r>
            <a:br>
              <a:rPr lang="da-DK" sz="1000" b="1" noProof="1">
                <a:solidFill>
                  <a:schemeClr val="tx1"/>
                </a:solidFill>
                <a:latin typeface="Consolas" panose="020B0609020204030204" pitchFamily="49" charset="0"/>
                <a:cs typeface="Consolas" panose="020B0609020204030204" pitchFamily="49" charset="0"/>
              </a:rPr>
            </a:br>
            <a:br>
              <a:rPr lang="da-DK" sz="1000" b="1" noProof="1">
                <a:solidFill>
                  <a:schemeClr val="tx1"/>
                </a:solidFill>
                <a:latin typeface="Consolas" panose="020B0609020204030204" pitchFamily="49" charset="0"/>
                <a:cs typeface="Consolas" panose="020B0609020204030204" pitchFamily="49" charset="0"/>
              </a:rPr>
            </a:br>
            <a:r>
              <a:rPr lang="da-DK" sz="900" b="0" dirty="0">
                <a:effectLst/>
                <a:latin typeface="Consolas" panose="020B0609020204030204" pitchFamily="49" charset="0"/>
                <a:ea typeface="Calibri" panose="020F0502020204030204" pitchFamily="34" charset="0"/>
                <a:cs typeface="Consolas" panose="020B0609020204030204" pitchFamily="49" charset="0"/>
              </a:rPr>
              <a:t>Når du åbner PowerPoint på din pc, kan du vælge</a:t>
            </a:r>
            <a:r>
              <a:rPr lang="da-DK" sz="900" b="0" baseline="0" dirty="0">
                <a:effectLst/>
                <a:latin typeface="Consolas" panose="020B0609020204030204" pitchFamily="49" charset="0"/>
                <a:ea typeface="Calibri" panose="020F0502020204030204" pitchFamily="34" charset="0"/>
                <a:cs typeface="Consolas" panose="020B0609020204030204" pitchFamily="49" charset="0"/>
              </a:rPr>
              <a:t> mellem to </a:t>
            </a:r>
            <a:r>
              <a:rPr lang="da-DK" sz="900" b="0" dirty="0">
                <a:effectLst/>
                <a:latin typeface="Consolas" panose="020B0609020204030204" pitchFamily="49" charset="0"/>
                <a:ea typeface="Calibri" panose="020F0502020204030204" pitchFamily="34" charset="0"/>
                <a:cs typeface="Consolas" panose="020B0609020204030204" pitchFamily="49" charset="0"/>
              </a:rPr>
              <a:t>skabeloner i 16:9-format med</a:t>
            </a:r>
            <a:r>
              <a:rPr lang="da-DK" sz="900" b="0" baseline="0" dirty="0">
                <a:effectLst/>
                <a:latin typeface="Consolas" panose="020B0609020204030204" pitchFamily="49" charset="0"/>
                <a:ea typeface="Calibri" panose="020F0502020204030204" pitchFamily="34" charset="0"/>
                <a:cs typeface="Consolas" panose="020B0609020204030204" pitchFamily="49" charset="0"/>
              </a:rPr>
              <a:t> enten det danske eller engelske AAU-logo.</a:t>
            </a:r>
            <a:endParaRPr lang="da-DK" sz="900" b="0" dirty="0">
              <a:effectLst/>
              <a:latin typeface="Consolas" panose="020B0609020204030204" pitchFamily="49" charset="0"/>
              <a:ea typeface="Calibri" panose="020F0502020204030204" pitchFamily="34" charset="0"/>
              <a:cs typeface="Consolas" panose="020B0609020204030204" pitchFamily="49" charset="0"/>
            </a:endParaRPr>
          </a:p>
          <a:p>
            <a:pPr>
              <a:lnSpc>
                <a:spcPct val="100000"/>
              </a:lnSpc>
              <a:spcAft>
                <a:spcPts val="1000"/>
              </a:spcAft>
            </a:pPr>
            <a:r>
              <a:rPr lang="da-DK" sz="900" b="0" dirty="0">
                <a:effectLst/>
                <a:latin typeface="Consolas" panose="020B0609020204030204" pitchFamily="49" charset="0"/>
                <a:ea typeface="Calibri" panose="020F0502020204030204" pitchFamily="34" charset="0"/>
                <a:cs typeface="Consolas" panose="020B0609020204030204" pitchFamily="49" charset="0"/>
              </a:rPr>
              <a:t>Det</a:t>
            </a:r>
            <a:r>
              <a:rPr lang="da-DK" sz="900" b="0" baseline="0" dirty="0">
                <a:effectLst/>
                <a:latin typeface="Consolas" panose="020B0609020204030204" pitchFamily="49" charset="0"/>
                <a:ea typeface="Calibri" panose="020F0502020204030204" pitchFamily="34" charset="0"/>
                <a:cs typeface="Consolas" panose="020B0609020204030204" pitchFamily="49" charset="0"/>
              </a:rPr>
              <a:t> er også muligt at hente PowerPoint-skabelonerne på: </a:t>
            </a:r>
            <a:r>
              <a:rPr lang="da-DK" sz="900" b="0" baseline="0" dirty="0">
                <a:effectLst/>
                <a:latin typeface="Consolas" panose="020B0609020204030204" pitchFamily="49" charset="0"/>
                <a:ea typeface="Calibri" panose="020F0502020204030204" pitchFamily="34" charset="0"/>
                <a:cs typeface="Consolas" panose="020B0609020204030204" pitchFamily="49" charset="0"/>
                <a:hlinkClick r:id="rId2"/>
              </a:rPr>
              <a:t>www.design.aau.dk/skabeloner/</a:t>
            </a:r>
            <a:r>
              <a:rPr lang="da-DK" sz="900" b="0" baseline="0" dirty="0" err="1">
                <a:effectLst/>
                <a:latin typeface="Consolas" panose="020B0609020204030204" pitchFamily="49" charset="0"/>
                <a:ea typeface="Calibri" panose="020F0502020204030204" pitchFamily="34" charset="0"/>
                <a:cs typeface="Consolas" panose="020B0609020204030204" pitchFamily="49" charset="0"/>
                <a:hlinkClick r:id="rId2"/>
              </a:rPr>
              <a:t>powerpoint</a:t>
            </a:r>
            <a:r>
              <a:rPr lang="da-DK" sz="900" b="0" baseline="0" dirty="0">
                <a:effectLst/>
                <a:latin typeface="Consolas" panose="020B0609020204030204" pitchFamily="49" charset="0"/>
                <a:ea typeface="Calibri" panose="020F0502020204030204" pitchFamily="34" charset="0"/>
                <a:cs typeface="Consolas" panose="020B0609020204030204" pitchFamily="49" charset="0"/>
              </a:rPr>
              <a:t>. Her kan du også hente den generelle AAU PowerPoint til inspiration. Denne vil løbende blive opdateret med de nyeste tal og informationer. Du kan her slette de slides du ikke vil bruge. </a:t>
            </a:r>
          </a:p>
          <a:p>
            <a:pPr marL="0" marR="0" lvl="0" indent="0" algn="l" defTabSz="914330" rtl="0" eaLnBrk="0" fontAlgn="auto" latinLnBrk="0" hangingPunct="0">
              <a:lnSpc>
                <a:spcPct val="100000"/>
              </a:lnSpc>
              <a:spcBef>
                <a:spcPts val="0"/>
              </a:spcBef>
              <a:spcAft>
                <a:spcPts val="1000"/>
              </a:spcAft>
              <a:buClrTx/>
              <a:buSzTx/>
              <a:buFontTx/>
              <a:buNone/>
              <a:tabLst/>
              <a:defRPr/>
            </a:pPr>
            <a:r>
              <a:rPr lang="da-DK" sz="1000" b="1" kern="1200" spc="300" noProof="1">
                <a:solidFill>
                  <a:schemeClr val="tx1"/>
                </a:solidFill>
                <a:latin typeface="Consolas" panose="020B0609020204030204" pitchFamily="49" charset="0"/>
                <a:ea typeface="+mn-ea"/>
                <a:cs typeface="Consolas" panose="020B0609020204030204" pitchFamily="49" charset="0"/>
              </a:rPr>
              <a:t>SKRIFT</a:t>
            </a:r>
            <a:br>
              <a:rPr lang="da-DK" sz="1000" b="1" kern="1200" spc="300" noProof="1">
                <a:solidFill>
                  <a:schemeClr val="tx1"/>
                </a:solidFill>
                <a:latin typeface="Consolas" panose="020B0609020204030204" pitchFamily="49" charset="0"/>
                <a:ea typeface="+mn-ea"/>
                <a:cs typeface="Consolas" panose="020B0609020204030204" pitchFamily="49" charset="0"/>
              </a:rPr>
            </a:br>
            <a:br>
              <a:rPr lang="da-DK" sz="1050" b="1" kern="1200" noProof="1">
                <a:solidFill>
                  <a:schemeClr val="tx1"/>
                </a:solidFill>
                <a:latin typeface="Consolas" panose="020B0609020204030204" pitchFamily="49" charset="0"/>
                <a:ea typeface="+mn-ea"/>
                <a:cs typeface="Consolas" panose="020B0609020204030204" pitchFamily="49" charset="0"/>
              </a:rPr>
            </a:br>
            <a:r>
              <a:rPr lang="da-DK" altLang="da-DK" sz="900" b="0" kern="1200" noProof="1">
                <a:solidFill>
                  <a:schemeClr val="tx1"/>
                </a:solidFill>
                <a:latin typeface="Consolas" panose="020B0609020204030204" pitchFamily="49" charset="0"/>
                <a:ea typeface="+mn-ea"/>
                <a:cs typeface="Consolas" panose="020B0609020204030204" pitchFamily="49" charset="0"/>
              </a:rPr>
              <a:t>AAU anvender vores</a:t>
            </a:r>
            <a:r>
              <a:rPr lang="da-DK" altLang="da-DK" sz="900" b="0" kern="1200" baseline="0" noProof="1">
                <a:solidFill>
                  <a:schemeClr val="tx1"/>
                </a:solidFill>
                <a:latin typeface="Consolas" panose="020B0609020204030204" pitchFamily="49" charset="0"/>
                <a:ea typeface="+mn-ea"/>
                <a:cs typeface="Consolas" panose="020B0609020204030204" pitchFamily="49" charset="0"/>
              </a:rPr>
              <a:t> sekundære </a:t>
            </a:r>
            <a:r>
              <a:rPr lang="da-DK" altLang="da-DK" sz="900" b="0" kern="1200" noProof="1">
                <a:solidFill>
                  <a:schemeClr val="tx1"/>
                </a:solidFill>
                <a:latin typeface="Consolas" panose="020B0609020204030204" pitchFamily="49" charset="0"/>
                <a:ea typeface="+mn-ea"/>
                <a:cs typeface="Consolas" panose="020B0609020204030204" pitchFamily="49" charset="0"/>
              </a:rPr>
              <a:t>skrifttype Arial i PowerPoint-præsentationer.</a:t>
            </a:r>
          </a:p>
          <a:p>
            <a:pPr>
              <a:lnSpc>
                <a:spcPct val="115000"/>
              </a:lnSpc>
              <a:spcAft>
                <a:spcPts val="1000"/>
              </a:spcAft>
            </a:pPr>
            <a:endParaRPr lang="da-DK" sz="900" b="0" dirty="0">
              <a:effectLst/>
              <a:latin typeface="Consolas" panose="020B0609020204030204" pitchFamily="49" charset="0"/>
              <a:ea typeface="Calibri" panose="020F0502020204030204" pitchFamily="34" charset="0"/>
              <a:cs typeface="Consolas" panose="020B0609020204030204" pitchFamily="49" charset="0"/>
            </a:endParaRPr>
          </a:p>
        </p:txBody>
      </p:sp>
      <p:sp>
        <p:nvSpPr>
          <p:cNvPr id="12" name="Text Box 48"/>
          <p:cNvSpPr txBox="1">
            <a:spLocks noChangeArrowheads="1"/>
          </p:cNvSpPr>
          <p:nvPr userDrawn="1"/>
        </p:nvSpPr>
        <p:spPr bwMode="auto">
          <a:xfrm>
            <a:off x="6269374" y="1960595"/>
            <a:ext cx="2327618" cy="423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Consolas" panose="020B0609020204030204" pitchFamily="49" charset="0"/>
                <a:ea typeface="+mn-ea"/>
                <a:cs typeface="Consolas" panose="020B0609020204030204" pitchFamily="49" charset="0"/>
              </a:rPr>
              <a:t>SKABELONENS FARVER</a:t>
            </a:r>
          </a:p>
          <a:p>
            <a:pPr eaLnBrk="1" hangingPunct="1">
              <a:lnSpc>
                <a:spcPct val="90000"/>
              </a:lnSpc>
              <a:spcAft>
                <a:spcPts val="600"/>
              </a:spcAft>
              <a:defRPr/>
            </a:pPr>
            <a:br>
              <a:rPr lang="da-DK" sz="1100" b="1" kern="1200" noProof="1">
                <a:solidFill>
                  <a:schemeClr val="tx1"/>
                </a:solidFill>
                <a:latin typeface="Consolas" panose="020B0609020204030204" pitchFamily="49" charset="0"/>
                <a:ea typeface="+mn-ea"/>
                <a:cs typeface="Consolas" panose="020B0609020204030204" pitchFamily="49" charset="0"/>
              </a:rPr>
            </a:br>
            <a:r>
              <a:rPr lang="da-DK" sz="900" b="0" kern="1200" noProof="1">
                <a:solidFill>
                  <a:schemeClr val="tx1"/>
                </a:solidFill>
                <a:latin typeface="Consolas" panose="020B0609020204030204" pitchFamily="49" charset="0"/>
                <a:ea typeface="+mn-ea"/>
                <a:cs typeface="Consolas" panose="020B0609020204030204" pitchFamily="49" charset="0"/>
              </a:rPr>
              <a:t>Du kan vælge mellem en række farver til baggrunde og grafer.</a:t>
            </a:r>
          </a:p>
          <a:p>
            <a:pPr eaLnBrk="1" hangingPunct="1">
              <a:lnSpc>
                <a:spcPct val="90000"/>
              </a:lnSpc>
              <a:spcAft>
                <a:spcPts val="600"/>
              </a:spcAft>
              <a:defRPr/>
            </a:pPr>
            <a:r>
              <a:rPr lang="da-DK" sz="900" b="0" kern="1200" noProof="1">
                <a:solidFill>
                  <a:schemeClr val="tx1"/>
                </a:solidFill>
                <a:latin typeface="Consolas" panose="020B0609020204030204" pitchFamily="49" charset="0"/>
                <a:ea typeface="+mn-ea"/>
                <a:cs typeface="Consolas" panose="020B0609020204030204" pitchFamily="49" charset="0"/>
              </a:rPr>
              <a:t>Højreklik på den flade, du vil skifte farve på, og derefter malerbøtte-ikonet (Fyldfarve til figur)</a:t>
            </a:r>
          </a:p>
          <a:p>
            <a:pPr eaLnBrk="1" hangingPunct="1">
              <a:lnSpc>
                <a:spcPct val="90000"/>
              </a:lnSpc>
              <a:spcAft>
                <a:spcPts val="600"/>
              </a:spcAft>
              <a:defRPr/>
            </a:pPr>
            <a:endParaRPr lang="da-DK" sz="1000" b="1" spc="300" noProof="1">
              <a:solidFill>
                <a:schemeClr val="tx1"/>
              </a:solidFill>
              <a:latin typeface="Consolas" panose="020B0609020204030204" pitchFamily="49" charset="0"/>
              <a:cs typeface="Consolas" panose="020B0609020204030204" pitchFamily="49" charset="0"/>
            </a:endParaRPr>
          </a:p>
          <a:p>
            <a:pPr eaLnBrk="1" hangingPunct="1">
              <a:lnSpc>
                <a:spcPct val="90000"/>
              </a:lnSpc>
              <a:spcAft>
                <a:spcPts val="600"/>
              </a:spcAft>
              <a:defRPr/>
            </a:pPr>
            <a:r>
              <a:rPr lang="da-DK" sz="1000" b="1" spc="300" noProof="1">
                <a:solidFill>
                  <a:schemeClr val="tx1"/>
                </a:solidFill>
                <a:latin typeface="Consolas" panose="020B0609020204030204" pitchFamily="49" charset="0"/>
                <a:cs typeface="Consolas" panose="020B0609020204030204" pitchFamily="49" charset="0"/>
              </a:rPr>
              <a:t>BILLEDSTØRRELSER</a:t>
            </a:r>
          </a:p>
          <a:p>
            <a:pPr eaLnBrk="1" hangingPunct="1">
              <a:lnSpc>
                <a:spcPct val="90000"/>
              </a:lnSpc>
              <a:spcAft>
                <a:spcPts val="600"/>
              </a:spcAft>
              <a:defRPr/>
            </a:pPr>
            <a:br>
              <a:rPr lang="da-DK" sz="1000" b="1" noProof="1">
                <a:solidFill>
                  <a:schemeClr val="tx1"/>
                </a:solidFill>
                <a:latin typeface="Consolas" panose="020B0609020204030204" pitchFamily="49" charset="0"/>
                <a:cs typeface="Consolas" panose="020B0609020204030204" pitchFamily="49" charset="0"/>
              </a:rPr>
            </a:br>
            <a:r>
              <a:rPr lang="da-DK" sz="900" b="0" noProof="1">
                <a:solidFill>
                  <a:schemeClr val="tx1"/>
                </a:solidFill>
                <a:latin typeface="Consolas" panose="020B0609020204030204" pitchFamily="49" charset="0"/>
                <a:cs typeface="Consolas" panose="020B0609020204030204" pitchFamily="49" charset="0"/>
              </a:rPr>
              <a:t>Sørg</a:t>
            </a:r>
            <a:r>
              <a:rPr lang="da-DK" sz="900" b="0" baseline="0" noProof="1">
                <a:solidFill>
                  <a:schemeClr val="tx1"/>
                </a:solidFill>
                <a:latin typeface="Consolas" panose="020B0609020204030204" pitchFamily="49" charset="0"/>
                <a:cs typeface="Consolas" panose="020B0609020204030204" pitchFamily="49" charset="0"/>
              </a:rPr>
              <a:t> for at bruge højkvalitetsbilleder i de forskellige layouts. Undgå at skulle skalerer små billeder op, da dette vil gøre dem pixileret og se uprofessionelt ud. </a:t>
            </a:r>
          </a:p>
          <a:p>
            <a:pPr eaLnBrk="1" hangingPunct="1">
              <a:lnSpc>
                <a:spcPct val="90000"/>
              </a:lnSpc>
              <a:spcAft>
                <a:spcPts val="600"/>
              </a:spcAft>
              <a:defRPr/>
            </a:pPr>
            <a:r>
              <a:rPr lang="da-DK" sz="900" b="0" baseline="0" noProof="1">
                <a:solidFill>
                  <a:schemeClr val="tx1"/>
                </a:solidFill>
                <a:latin typeface="Consolas" panose="020B0609020204030204" pitchFamily="49" charset="0"/>
                <a:cs typeface="Consolas" panose="020B0609020204030204" pitchFamily="49" charset="0"/>
              </a:rPr>
              <a:t>Via Skyfish vil i kunne søge og downloade højkvalitetsbilleder fra AAU. </a:t>
            </a:r>
          </a:p>
          <a:p>
            <a:pPr eaLnBrk="1" hangingPunct="1">
              <a:lnSpc>
                <a:spcPct val="90000"/>
              </a:lnSpc>
              <a:spcAft>
                <a:spcPts val="600"/>
              </a:spcAft>
              <a:defRPr/>
            </a:pPr>
            <a:r>
              <a:rPr lang="da-DK" sz="900" b="0" baseline="0" noProof="1">
                <a:solidFill>
                  <a:schemeClr val="tx1"/>
                </a:solidFill>
                <a:latin typeface="Consolas" panose="020B0609020204030204" pitchFamily="49" charset="0"/>
                <a:cs typeface="Consolas" panose="020B0609020204030204" pitchFamily="49" charset="0"/>
              </a:rPr>
              <a:t>Mange højkvalitetsbilleder giver selvfølgelig en stor filstørrelse på PowerPointen. Hvis dette bliver et problem, kan det løses når i gemmer præsentationen under: </a:t>
            </a:r>
            <a:br>
              <a:rPr lang="da-DK" sz="900" b="0" baseline="0" noProof="1">
                <a:solidFill>
                  <a:schemeClr val="tx1"/>
                </a:solidFill>
                <a:latin typeface="Consolas" panose="020B0609020204030204" pitchFamily="49" charset="0"/>
                <a:cs typeface="Consolas" panose="020B0609020204030204" pitchFamily="49" charset="0"/>
              </a:rPr>
            </a:br>
            <a:r>
              <a:rPr lang="da-DK" sz="900" b="1" baseline="0" noProof="1">
                <a:solidFill>
                  <a:schemeClr val="tx1"/>
                </a:solidFill>
                <a:latin typeface="Consolas" panose="020B0609020204030204" pitchFamily="49" charset="0"/>
                <a:cs typeface="Consolas" panose="020B0609020204030204" pitchFamily="49" charset="0"/>
              </a:rPr>
              <a:t>Gem som  - Gennemse - Komprimeringsindstillinger. </a:t>
            </a:r>
            <a:r>
              <a:rPr lang="da-DK" sz="900" b="0" baseline="0" noProof="1">
                <a:solidFill>
                  <a:schemeClr val="tx1"/>
                </a:solidFill>
                <a:latin typeface="Consolas" panose="020B0609020204030204" pitchFamily="49" charset="0"/>
                <a:cs typeface="Consolas" panose="020B0609020204030204" pitchFamily="49" charset="0"/>
              </a:rPr>
              <a:t>Sørg dog for ikke at gemme under 150 ppi. </a:t>
            </a:r>
          </a:p>
        </p:txBody>
      </p:sp>
      <p:sp>
        <p:nvSpPr>
          <p:cNvPr id="13" name="Text Box 48"/>
          <p:cNvSpPr txBox="1">
            <a:spLocks noChangeArrowheads="1"/>
          </p:cNvSpPr>
          <p:nvPr userDrawn="1"/>
        </p:nvSpPr>
        <p:spPr bwMode="auto">
          <a:xfrm>
            <a:off x="9116078" y="1959811"/>
            <a:ext cx="2285301" cy="406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Consolas" panose="020B0609020204030204" pitchFamily="49" charset="0"/>
                <a:ea typeface="+mn-ea"/>
                <a:cs typeface="Consolas" panose="020B0609020204030204" pitchFamily="49" charset="0"/>
              </a:rPr>
              <a:t>INDSÆT BILLEDE</a:t>
            </a:r>
          </a:p>
          <a:p>
            <a:pPr eaLnBrk="1" hangingPunct="1">
              <a:lnSpc>
                <a:spcPct val="90000"/>
              </a:lnSpc>
              <a:spcAft>
                <a:spcPts val="600"/>
              </a:spcAft>
              <a:defRPr/>
            </a:pPr>
            <a:br>
              <a:rPr lang="da-DK" sz="1100" b="1" kern="1200" noProof="1">
                <a:solidFill>
                  <a:schemeClr val="tx1"/>
                </a:solidFill>
                <a:latin typeface="Consolas" panose="020B0609020204030204" pitchFamily="49" charset="0"/>
                <a:ea typeface="+mn-ea"/>
                <a:cs typeface="Consolas" panose="020B0609020204030204" pitchFamily="49" charset="0"/>
              </a:rPr>
            </a:br>
            <a:r>
              <a:rPr lang="da-DK" sz="900" b="0" kern="1200" noProof="1">
                <a:solidFill>
                  <a:schemeClr val="tx1"/>
                </a:solidFill>
                <a:latin typeface="Consolas" panose="020B0609020204030204" pitchFamily="49" charset="0"/>
                <a:ea typeface="+mn-ea"/>
                <a:cs typeface="Consolas" panose="020B0609020204030204" pitchFamily="49" charset="0"/>
              </a:rPr>
              <a:t>På layouts med billedholder: Klik på ikon og vælg </a:t>
            </a:r>
            <a:r>
              <a:rPr lang="da-DK" sz="900" b="1" kern="1200" noProof="1">
                <a:solidFill>
                  <a:schemeClr val="tx1"/>
                </a:solidFill>
                <a:latin typeface="Consolas" panose="020B0609020204030204" pitchFamily="49" charset="0"/>
                <a:ea typeface="+mn-ea"/>
                <a:cs typeface="Consolas" panose="020B0609020204030204" pitchFamily="49" charset="0"/>
              </a:rPr>
              <a:t>Indsæt</a:t>
            </a:r>
          </a:p>
          <a:p>
            <a:pPr eaLnBrk="1" hangingPunct="1">
              <a:lnSpc>
                <a:spcPct val="90000"/>
              </a:lnSpc>
              <a:spcAft>
                <a:spcPts val="600"/>
              </a:spcAft>
              <a:defRPr/>
            </a:pPr>
            <a:r>
              <a:rPr lang="da-DK" sz="900" b="0" kern="1200" noProof="1">
                <a:solidFill>
                  <a:schemeClr val="tx1"/>
                </a:solidFill>
                <a:latin typeface="Consolas" panose="020B0609020204030204" pitchFamily="49" charset="0"/>
                <a:ea typeface="+mn-ea"/>
                <a:cs typeface="Consolas" panose="020B0609020204030204" pitchFamily="49" charset="0"/>
              </a:rPr>
              <a:t>Teksten ”Klik her, hvis du vil udskifte billedet” bliver ikke vist i din præsentation.  </a:t>
            </a:r>
          </a:p>
          <a:p>
            <a:pPr eaLnBrk="1" hangingPunct="1">
              <a:lnSpc>
                <a:spcPct val="90000"/>
              </a:lnSpc>
              <a:spcAft>
                <a:spcPts val="600"/>
              </a:spcAft>
              <a:defRPr/>
            </a:pPr>
            <a:endParaRPr lang="da-DK" sz="1000" b="1" noProof="1">
              <a:solidFill>
                <a:schemeClr val="tx1"/>
              </a:solidFill>
              <a:latin typeface="Consolas" panose="020B0609020204030204" pitchFamily="49" charset="0"/>
              <a:cs typeface="Consolas" panose="020B0609020204030204" pitchFamily="49" charset="0"/>
            </a:endParaRPr>
          </a:p>
          <a:p>
            <a:pPr eaLnBrk="1" hangingPunct="1">
              <a:lnSpc>
                <a:spcPct val="90000"/>
              </a:lnSpc>
              <a:spcAft>
                <a:spcPts val="600"/>
              </a:spcAft>
              <a:defRPr/>
            </a:pPr>
            <a:r>
              <a:rPr lang="da-DK" sz="1000" b="1" spc="300" noProof="1">
                <a:solidFill>
                  <a:schemeClr val="tx1"/>
                </a:solidFill>
                <a:latin typeface="Consolas" panose="020B0609020204030204" pitchFamily="49" charset="0"/>
                <a:cs typeface="Consolas" panose="020B0609020204030204" pitchFamily="49" charset="0"/>
              </a:rPr>
              <a:t>BESKÆR BILLEDE</a:t>
            </a:r>
          </a:p>
          <a:p>
            <a:pPr eaLnBrk="1" hangingPunct="1">
              <a:lnSpc>
                <a:spcPct val="90000"/>
              </a:lnSpc>
              <a:spcAft>
                <a:spcPts val="600"/>
              </a:spcAft>
              <a:defRPr/>
            </a:pPr>
            <a:br>
              <a:rPr lang="da-DK" sz="1000" b="1" noProof="1">
                <a:solidFill>
                  <a:schemeClr val="tx1"/>
                </a:solidFill>
                <a:latin typeface="Consolas" panose="020B0609020204030204" pitchFamily="49" charset="0"/>
                <a:cs typeface="Consolas" panose="020B0609020204030204" pitchFamily="49" charset="0"/>
              </a:rPr>
            </a:br>
            <a:r>
              <a:rPr lang="da-DK" sz="900" b="1" kern="1200" noProof="1">
                <a:solidFill>
                  <a:schemeClr val="tx1"/>
                </a:solidFill>
                <a:latin typeface="Consolas" panose="020B0609020204030204" pitchFamily="49" charset="0"/>
                <a:ea typeface="+mn-ea"/>
                <a:cs typeface="Consolas" panose="020B0609020204030204" pitchFamily="49" charset="0"/>
              </a:rPr>
              <a:t>1</a:t>
            </a:r>
            <a:r>
              <a:rPr lang="da-DK" sz="900" b="0" kern="1200" noProof="1">
                <a:solidFill>
                  <a:schemeClr val="tx1"/>
                </a:solidFill>
                <a:latin typeface="Consolas" panose="020B0609020204030204" pitchFamily="49" charset="0"/>
                <a:ea typeface="+mn-ea"/>
                <a:cs typeface="Consolas" panose="020B0609020204030204" pitchFamily="49" charset="0"/>
              </a:rPr>
              <a:t>. Klik </a:t>
            </a:r>
            <a:r>
              <a:rPr lang="da-DK" sz="900" b="1" kern="1200" noProof="1">
                <a:solidFill>
                  <a:schemeClr val="tx1"/>
                </a:solidFill>
                <a:latin typeface="Consolas" panose="020B0609020204030204" pitchFamily="49" charset="0"/>
                <a:ea typeface="+mn-ea"/>
                <a:cs typeface="Consolas" panose="020B0609020204030204" pitchFamily="49" charset="0"/>
              </a:rPr>
              <a:t>Beskær</a:t>
            </a:r>
            <a:r>
              <a:rPr lang="da-DK" sz="900" b="0" kern="1200" noProof="1">
                <a:solidFill>
                  <a:schemeClr val="tx1"/>
                </a:solidFill>
                <a:latin typeface="Consolas" panose="020B0609020204030204" pitchFamily="49" charset="0"/>
                <a:ea typeface="+mn-ea"/>
                <a:cs typeface="Consolas" panose="020B0609020204030204" pitchFamily="49" charset="0"/>
              </a:rPr>
              <a:t> </a:t>
            </a:r>
            <a:r>
              <a:rPr lang="da-DK" sz="900" b="0" i="1" kern="1200" noProof="1">
                <a:solidFill>
                  <a:schemeClr val="tx1"/>
                </a:solidFill>
                <a:latin typeface="Consolas" panose="020B0609020204030204" pitchFamily="49" charset="0"/>
                <a:ea typeface="+mn-ea"/>
                <a:cs typeface="Consolas" panose="020B0609020204030204" pitchFamily="49" charset="0"/>
              </a:rPr>
              <a:t>(højreklik på billedet og tryk på ikonet som er vist til højre) </a:t>
            </a:r>
            <a:r>
              <a:rPr lang="da-DK" sz="900" b="0" kern="1200" noProof="1">
                <a:solidFill>
                  <a:schemeClr val="tx1"/>
                </a:solidFill>
                <a:latin typeface="Consolas" panose="020B0609020204030204" pitchFamily="49" charset="0"/>
                <a:ea typeface="+mn-ea"/>
                <a:cs typeface="Consolas" panose="020B0609020204030204" pitchFamily="49" charset="0"/>
              </a:rPr>
              <a:t>for at ændre billedets fokus/størrelse</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Consolas" panose="020B0609020204030204" pitchFamily="49" charset="0"/>
              </a:rPr>
              <a:t>2. </a:t>
            </a:r>
            <a:r>
              <a:rPr lang="da-DK" sz="900" b="0" kern="1200" noProof="1">
                <a:solidFill>
                  <a:schemeClr val="tx1"/>
                </a:solidFill>
                <a:latin typeface="Consolas" panose="020B0609020204030204" pitchFamily="49" charset="0"/>
                <a:ea typeface="+mn-ea"/>
                <a:cs typeface="Consolas" panose="020B0609020204030204" pitchFamily="49" charset="0"/>
              </a:rPr>
              <a:t>Ønsker du at skalere billedet </a:t>
            </a:r>
            <a:r>
              <a:rPr lang="da-DK" sz="900" i="1" kern="1200" noProof="1">
                <a:solidFill>
                  <a:schemeClr val="tx1"/>
                </a:solidFill>
                <a:latin typeface="Consolas" panose="020B0609020204030204" pitchFamily="49" charset="0"/>
                <a:ea typeface="+mn-ea"/>
                <a:cs typeface="Consolas" panose="020B0609020204030204" pitchFamily="49" charset="0"/>
              </a:rPr>
              <a:t>(ændre billedets størrelse uden at ændre dets proportioner)</a:t>
            </a:r>
            <a:r>
              <a:rPr lang="da-DK" sz="900" b="0" i="1" kern="1200" noProof="1">
                <a:solidFill>
                  <a:schemeClr val="tx1"/>
                </a:solidFill>
                <a:latin typeface="Consolas" panose="020B0609020204030204" pitchFamily="49" charset="0"/>
                <a:ea typeface="+mn-ea"/>
                <a:cs typeface="Consolas" panose="020B0609020204030204" pitchFamily="49" charset="0"/>
              </a:rPr>
              <a:t>, </a:t>
            </a:r>
            <a:r>
              <a:rPr lang="da-DK" sz="900" b="0" kern="1200" noProof="1">
                <a:solidFill>
                  <a:schemeClr val="tx1"/>
                </a:solidFill>
                <a:latin typeface="Consolas" panose="020B0609020204030204" pitchFamily="49" charset="0"/>
                <a:ea typeface="+mn-ea"/>
                <a:cs typeface="Consolas" panose="020B0609020204030204" pitchFamily="49" charset="0"/>
              </a:rPr>
              <a:t>så hold </a:t>
            </a:r>
            <a:r>
              <a:rPr lang="da-DK" sz="900" b="1" kern="1200" noProof="1">
                <a:solidFill>
                  <a:schemeClr val="tx1"/>
                </a:solidFill>
                <a:latin typeface="Consolas" panose="020B0609020204030204" pitchFamily="49" charset="0"/>
                <a:ea typeface="+mn-ea"/>
                <a:cs typeface="Consolas" panose="020B0609020204030204" pitchFamily="49" charset="0"/>
              </a:rPr>
              <a:t>SHIFT</a:t>
            </a:r>
            <a:r>
              <a:rPr lang="da-DK" sz="900" b="0" kern="1200" noProof="1">
                <a:solidFill>
                  <a:schemeClr val="tx1"/>
                </a:solidFill>
                <a:latin typeface="Consolas" panose="020B0609020204030204" pitchFamily="49" charset="0"/>
                <a:ea typeface="+mn-ea"/>
                <a:cs typeface="Consolas" panose="020B0609020204030204" pitchFamily="49" charset="0"/>
              </a:rPr>
              <a:t>-knappen nede, mens du trækker i billedets hjørner</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Consolas" panose="020B0609020204030204" pitchFamily="49" charset="0"/>
              </a:rPr>
              <a:t>3. </a:t>
            </a:r>
            <a:r>
              <a:rPr lang="da-DK" sz="900" b="0" kern="1200" noProof="1">
                <a:solidFill>
                  <a:schemeClr val="tx1"/>
                </a:solidFill>
                <a:latin typeface="Consolas" panose="020B0609020204030204" pitchFamily="49" charset="0"/>
                <a:ea typeface="+mn-ea"/>
                <a:cs typeface="Consolas" panose="020B0609020204030204" pitchFamily="49" charset="0"/>
              </a:rPr>
              <a:t>Højreklik på billedet og vælg </a:t>
            </a:r>
            <a:r>
              <a:rPr lang="da-DK" sz="900" b="1" kern="1200" noProof="1">
                <a:solidFill>
                  <a:schemeClr val="tx1"/>
                </a:solidFill>
                <a:latin typeface="Consolas" panose="020B0609020204030204" pitchFamily="49" charset="0"/>
                <a:ea typeface="+mn-ea"/>
                <a:cs typeface="Consolas" panose="020B0609020204030204" pitchFamily="49" charset="0"/>
              </a:rPr>
              <a:t>Placer bagerst</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Consolas" panose="020B0609020204030204" pitchFamily="49" charset="0"/>
              </a:rPr>
              <a:t>Tip: </a:t>
            </a:r>
            <a:r>
              <a:rPr lang="da-DK" sz="900" b="0" kern="1200" noProof="1">
                <a:solidFill>
                  <a:schemeClr val="tx1"/>
                </a:solidFill>
                <a:latin typeface="Consolas" panose="020B0609020204030204" pitchFamily="49" charset="0"/>
                <a:ea typeface="+mn-ea"/>
                <a:cs typeface="Consolas" panose="020B0609020204030204" pitchFamily="49" charset="0"/>
              </a:rPr>
              <a:t>Hvis du sletter billedet og indsætter et nyt, kan billedet lægge sig foran tekst og grafik. Hvis dette sker, skal du vælge billedet, højreklikke og vælge </a:t>
            </a:r>
            <a:r>
              <a:rPr lang="da-DK" sz="900" b="1" kern="1200" noProof="1">
                <a:solidFill>
                  <a:schemeClr val="tx1"/>
                </a:solidFill>
                <a:latin typeface="Consolas" panose="020B0609020204030204" pitchFamily="49" charset="0"/>
                <a:ea typeface="+mn-ea"/>
                <a:cs typeface="Consolas" panose="020B0609020204030204" pitchFamily="49" charset="0"/>
              </a:rPr>
              <a:t>Placer bagerst</a:t>
            </a:r>
          </a:p>
        </p:txBody>
      </p:sp>
      <p:sp>
        <p:nvSpPr>
          <p:cNvPr id="15" name="Text Box 48"/>
          <p:cNvSpPr txBox="1">
            <a:spLocks noChangeArrowheads="1"/>
          </p:cNvSpPr>
          <p:nvPr userDrawn="1"/>
        </p:nvSpPr>
        <p:spPr bwMode="auto">
          <a:xfrm>
            <a:off x="9116078" y="5936014"/>
            <a:ext cx="2517848" cy="71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spc="300" noProof="1">
                <a:solidFill>
                  <a:schemeClr val="tx1"/>
                </a:solidFill>
                <a:latin typeface="Consolas" panose="020B0609020204030204" pitchFamily="49" charset="0"/>
                <a:cs typeface="Consolas" panose="020B0609020204030204" pitchFamily="49" charset="0"/>
              </a:rPr>
              <a:t>MERE INFORMATION</a:t>
            </a:r>
          </a:p>
          <a:p>
            <a:pPr eaLnBrk="1" hangingPunct="1">
              <a:lnSpc>
                <a:spcPct val="90000"/>
              </a:lnSpc>
              <a:spcAft>
                <a:spcPts val="600"/>
              </a:spcAft>
              <a:defRPr/>
            </a:pPr>
            <a:br>
              <a:rPr lang="da-DK" sz="900" b="1" noProof="1">
                <a:solidFill>
                  <a:schemeClr val="tx1"/>
                </a:solidFill>
                <a:latin typeface="Consolas" panose="020B0609020204030204" pitchFamily="49" charset="0"/>
                <a:cs typeface="Consolas" panose="020B0609020204030204" pitchFamily="49" charset="0"/>
              </a:rPr>
            </a:br>
            <a:r>
              <a:rPr lang="da-DK" sz="900" b="0" noProof="1">
                <a:solidFill>
                  <a:schemeClr val="tx1"/>
                </a:solidFill>
                <a:latin typeface="Consolas" panose="020B0609020204030204" pitchFamily="49" charset="0"/>
                <a:cs typeface="Consolas" panose="020B0609020204030204" pitchFamily="49" charset="0"/>
              </a:rPr>
              <a:t>Se</a:t>
            </a:r>
            <a:r>
              <a:rPr lang="da-DK" sz="900" b="0" baseline="0" noProof="1">
                <a:solidFill>
                  <a:schemeClr val="tx1"/>
                </a:solidFill>
                <a:latin typeface="Consolas" panose="020B0609020204030204" pitchFamily="49" charset="0"/>
                <a:cs typeface="Consolas" panose="020B0609020204030204" pitchFamily="49" charset="0"/>
              </a:rPr>
              <a:t> designguiden</a:t>
            </a:r>
            <a:r>
              <a:rPr lang="da-DK" sz="900" b="0" noProof="1">
                <a:solidFill>
                  <a:schemeClr val="tx1"/>
                </a:solidFill>
                <a:latin typeface="Consolas" panose="020B0609020204030204" pitchFamily="49" charset="0"/>
                <a:cs typeface="Consolas" panose="020B0609020204030204" pitchFamily="49" charset="0"/>
              </a:rPr>
              <a:t> på</a:t>
            </a:r>
            <a:br>
              <a:rPr lang="da-DK" sz="900" b="0" baseline="0" noProof="1">
                <a:solidFill>
                  <a:schemeClr val="tx1"/>
                </a:solidFill>
                <a:latin typeface="Consolas" panose="020B0609020204030204" pitchFamily="49" charset="0"/>
                <a:cs typeface="Consolas" panose="020B0609020204030204" pitchFamily="49" charset="0"/>
              </a:rPr>
            </a:br>
            <a:r>
              <a:rPr lang="da-DK" sz="900" b="0" kern="1200" baseline="0" dirty="0">
                <a:solidFill>
                  <a:schemeClr val="tx1"/>
                </a:solidFill>
                <a:effectLst/>
                <a:latin typeface="Consolas" panose="020B0609020204030204" pitchFamily="49" charset="0"/>
                <a:ea typeface="Calibri" panose="020F0502020204030204" pitchFamily="34" charset="0"/>
                <a:cs typeface="Consolas" panose="020B0609020204030204" pitchFamily="49" charset="0"/>
                <a:hlinkClick r:id="rId2"/>
              </a:rPr>
              <a:t>www.design.aau.dk/skabeloner/powerpoint</a:t>
            </a:r>
            <a:endParaRPr lang="da-DK" sz="900" b="0" noProof="1">
              <a:solidFill>
                <a:schemeClr val="accent4"/>
              </a:solidFill>
              <a:latin typeface="Consolas" panose="020B0609020204030204" pitchFamily="49" charset="0"/>
              <a:cs typeface="Consolas" panose="020B0609020204030204" pitchFamily="49" charset="0"/>
            </a:endParaRPr>
          </a:p>
        </p:txBody>
      </p:sp>
      <p:sp>
        <p:nvSpPr>
          <p:cNvPr id="16" name="Text Box 48"/>
          <p:cNvSpPr txBox="1">
            <a:spLocks noChangeArrowheads="1"/>
          </p:cNvSpPr>
          <p:nvPr userDrawn="1"/>
        </p:nvSpPr>
        <p:spPr bwMode="auto">
          <a:xfrm>
            <a:off x="3428374" y="1959811"/>
            <a:ext cx="2327618" cy="410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da-DK" sz="1000" b="1" kern="1200" spc="300" noProof="1">
                <a:solidFill>
                  <a:schemeClr val="tx1"/>
                </a:solidFill>
                <a:latin typeface="Consolas" panose="020B0609020204030204" pitchFamily="49" charset="0"/>
                <a:ea typeface="+mn-ea"/>
                <a:cs typeface="Consolas" panose="020B0609020204030204" pitchFamily="49" charset="0"/>
              </a:rPr>
              <a:t>LAV NYT DIAS/SLIDE </a:t>
            </a:r>
            <a:r>
              <a:rPr lang="da-DK" sz="900" b="0" kern="1200" spc="0" noProof="1">
                <a:solidFill>
                  <a:schemeClr val="tx1"/>
                </a:solidFill>
                <a:latin typeface="Consolas" panose="020B0609020204030204" pitchFamily="49" charset="0"/>
                <a:ea typeface="+mn-ea"/>
                <a:cs typeface="Consolas" panose="020B0609020204030204" pitchFamily="49" charset="0"/>
              </a:rPr>
              <a:t>(HHV. 2010- + 2013- OG 2016-VERSION)</a:t>
            </a:r>
          </a:p>
          <a:p>
            <a:pPr marL="0" marR="0" lvl="0" indent="0" algn="l" defTabSz="914330" rtl="0" eaLnBrk="1" fontAlgn="auto" latinLnBrk="0" hangingPunct="1">
              <a:lnSpc>
                <a:spcPct val="100000"/>
              </a:lnSpc>
              <a:spcBef>
                <a:spcPts val="0"/>
              </a:spcBef>
              <a:spcAft>
                <a:spcPts val="600"/>
              </a:spcAft>
              <a:buClrTx/>
              <a:buSzTx/>
              <a:buFontTx/>
              <a:buNone/>
              <a:tabLst/>
              <a:defRPr/>
            </a:pPr>
            <a:r>
              <a:rPr lang="da-DK" sz="900" b="0" kern="1200" spc="0" noProof="1">
                <a:solidFill>
                  <a:schemeClr val="tx1"/>
                </a:solidFill>
                <a:latin typeface="Consolas" panose="020B0609020204030204" pitchFamily="49" charset="0"/>
                <a:ea typeface="+mn-ea"/>
                <a:cs typeface="Consolas" panose="020B0609020204030204" pitchFamily="49" charset="0"/>
              </a:rPr>
              <a:t> </a:t>
            </a:r>
            <a:br>
              <a:rPr lang="da-DK" sz="800" b="1" kern="1200" noProof="1">
                <a:solidFill>
                  <a:schemeClr val="tx1"/>
                </a:solidFill>
                <a:latin typeface="Consolas" panose="020B0609020204030204" pitchFamily="49" charset="0"/>
                <a:ea typeface="+mn-ea"/>
                <a:cs typeface="Consolas" panose="020B0609020204030204" pitchFamily="49" charset="0"/>
              </a:rPr>
            </a:br>
            <a:r>
              <a:rPr lang="da-DK" altLang="da-DK" sz="900" b="1" kern="1200" noProof="1">
                <a:solidFill>
                  <a:schemeClr val="tx1"/>
                </a:solidFill>
                <a:latin typeface="Consolas" panose="020B0609020204030204" pitchFamily="49" charset="0"/>
                <a:ea typeface="+mn-ea"/>
                <a:cs typeface="Consolas" panose="020B0609020204030204" pitchFamily="49" charset="0"/>
              </a:rPr>
              <a:t>1. </a:t>
            </a:r>
            <a:r>
              <a:rPr lang="da-DK" altLang="da-DK" sz="900" kern="1200" noProof="1">
                <a:solidFill>
                  <a:schemeClr val="tx1"/>
                </a:solidFill>
                <a:latin typeface="Consolas" panose="020B0609020204030204" pitchFamily="49" charset="0"/>
                <a:ea typeface="+mn-ea"/>
                <a:cs typeface="Consolas" panose="020B0609020204030204" pitchFamily="49" charset="0"/>
              </a:rPr>
              <a:t>Klik på </a:t>
            </a:r>
            <a:r>
              <a:rPr lang="da-DK" altLang="da-DK" sz="900" b="1" kern="1200" noProof="1">
                <a:solidFill>
                  <a:schemeClr val="tx1"/>
                </a:solidFill>
                <a:latin typeface="Consolas" panose="020B0609020204030204" pitchFamily="49" charset="0"/>
                <a:ea typeface="+mn-ea"/>
                <a:cs typeface="Consolas" panose="020B0609020204030204" pitchFamily="49" charset="0"/>
              </a:rPr>
              <a:t>Startside/Hjem</a:t>
            </a:r>
          </a:p>
          <a:p>
            <a:pPr eaLnBrk="1" hangingPunct="1">
              <a:lnSpc>
                <a:spcPct val="100000"/>
              </a:lnSpc>
              <a:spcAft>
                <a:spcPts val="600"/>
              </a:spcAft>
              <a:defRPr/>
            </a:pPr>
            <a:r>
              <a:rPr lang="da-DK" altLang="da-DK" sz="900" b="1" noProof="1">
                <a:solidFill>
                  <a:schemeClr val="tx1"/>
                </a:solidFill>
                <a:latin typeface="Consolas" panose="020B0609020204030204" pitchFamily="49" charset="0"/>
                <a:cs typeface="Consolas" panose="020B0609020204030204" pitchFamily="49" charset="0"/>
              </a:rPr>
              <a:t>2.</a:t>
            </a:r>
            <a:r>
              <a:rPr lang="da-DK" altLang="da-DK" sz="900" b="1" baseline="0" noProof="1">
                <a:solidFill>
                  <a:schemeClr val="tx1"/>
                </a:solidFill>
                <a:latin typeface="Consolas" panose="020B0609020204030204" pitchFamily="49" charset="0"/>
                <a:cs typeface="Consolas" panose="020B0609020204030204" pitchFamily="49" charset="0"/>
              </a:rPr>
              <a:t> </a:t>
            </a:r>
            <a:r>
              <a:rPr lang="da-DK" altLang="da-DK" sz="900" baseline="0" noProof="1">
                <a:solidFill>
                  <a:schemeClr val="tx1"/>
                </a:solidFill>
                <a:latin typeface="Consolas" panose="020B0609020204030204" pitchFamily="49" charset="0"/>
                <a:cs typeface="Consolas" panose="020B0609020204030204" pitchFamily="49" charset="0"/>
              </a:rPr>
              <a:t>Under knappen </a:t>
            </a:r>
            <a:r>
              <a:rPr lang="da-DK" altLang="da-DK" sz="900" b="1" baseline="0" noProof="1">
                <a:solidFill>
                  <a:schemeClr val="tx1"/>
                </a:solidFill>
                <a:latin typeface="Consolas" panose="020B0609020204030204" pitchFamily="49" charset="0"/>
                <a:cs typeface="Consolas" panose="020B0609020204030204" pitchFamily="49" charset="0"/>
              </a:rPr>
              <a:t>Nyt dias/Nyt slide</a:t>
            </a:r>
            <a:r>
              <a:rPr lang="da-DK" altLang="da-DK" sz="900" baseline="0" noProof="1">
                <a:solidFill>
                  <a:schemeClr val="tx1"/>
                </a:solidFill>
                <a:latin typeface="Consolas" panose="020B0609020204030204" pitchFamily="49" charset="0"/>
                <a:cs typeface="Consolas" panose="020B0609020204030204" pitchFamily="49" charset="0"/>
              </a:rPr>
              <a:t>. Klik på øverste del af knappen for at oprette i et dias/slide magen til det markerede. Klik på nederste del for at se et udvalg af mulige layoutvalg med AAU-design. </a:t>
            </a:r>
          </a:p>
          <a:p>
            <a:pPr eaLnBrk="1" hangingPunct="1">
              <a:spcAft>
                <a:spcPts val="600"/>
              </a:spcAft>
              <a:defRPr/>
            </a:pPr>
            <a:endParaRPr lang="da-DK" altLang="da-DK" sz="900" baseline="0" noProof="1">
              <a:solidFill>
                <a:schemeClr val="tx1"/>
              </a:solidFill>
              <a:latin typeface="Consolas" panose="020B0609020204030204" pitchFamily="49" charset="0"/>
              <a:cs typeface="Consolas" panose="020B0609020204030204" pitchFamily="49" charset="0"/>
            </a:endParaRPr>
          </a:p>
          <a:p>
            <a:pPr eaLnBrk="1" hangingPunct="1">
              <a:lnSpc>
                <a:spcPct val="90000"/>
              </a:lnSpc>
              <a:spcAft>
                <a:spcPts val="0"/>
              </a:spcAft>
              <a:defRPr/>
            </a:pPr>
            <a:r>
              <a:rPr lang="da-DK" sz="1000" b="1" kern="1200" spc="300" noProof="1">
                <a:solidFill>
                  <a:schemeClr val="tx1"/>
                </a:solidFill>
                <a:latin typeface="Consolas" panose="020B0609020204030204" pitchFamily="49" charset="0"/>
                <a:ea typeface="+mn-ea"/>
                <a:cs typeface="Consolas" panose="020B0609020204030204" pitchFamily="49" charset="0"/>
              </a:rPr>
              <a:t>GITTER- OG HJÆLPELINJER</a:t>
            </a:r>
          </a:p>
          <a:p>
            <a:pPr eaLnBrk="1" hangingPunct="1">
              <a:lnSpc>
                <a:spcPct val="90000"/>
              </a:lnSpc>
              <a:spcAft>
                <a:spcPts val="0"/>
              </a:spcAft>
              <a:defRPr/>
            </a:pPr>
            <a:endParaRPr lang="da-DK" sz="1000" b="1" kern="1200" spc="300" noProof="1">
              <a:solidFill>
                <a:schemeClr val="tx1"/>
              </a:solidFill>
              <a:latin typeface="Consolas" panose="020B0609020204030204" pitchFamily="49" charset="0"/>
              <a:ea typeface="+mn-ea"/>
              <a:cs typeface="Consolas" panose="020B0609020204030204" pitchFamily="49" charset="0"/>
            </a:endParaRPr>
          </a:p>
          <a:p>
            <a:pPr eaLnBrk="1" hangingPunct="1">
              <a:lnSpc>
                <a:spcPct val="90000"/>
              </a:lnSpc>
              <a:spcAft>
                <a:spcPts val="600"/>
              </a:spcAft>
              <a:defRPr/>
            </a:pPr>
            <a:r>
              <a:rPr lang="da-DK" sz="900" b="0" kern="1200" noProof="1">
                <a:solidFill>
                  <a:schemeClr val="tx1"/>
                </a:solidFill>
                <a:latin typeface="Consolas" panose="020B0609020204030204" pitchFamily="49" charset="0"/>
                <a:ea typeface="+mn-ea"/>
                <a:cs typeface="Consolas" panose="020B0609020204030204" pitchFamily="49" charset="0"/>
              </a:rPr>
              <a:t>For at få et ensartet udtryk i vores præsentationer er der</a:t>
            </a:r>
            <a:r>
              <a:rPr lang="da-DK" sz="900" b="0" kern="1200" baseline="0" noProof="1">
                <a:solidFill>
                  <a:schemeClr val="tx1"/>
                </a:solidFill>
                <a:latin typeface="Consolas" panose="020B0609020204030204" pitchFamily="49" charset="0"/>
                <a:ea typeface="+mn-ea"/>
                <a:cs typeface="Consolas" panose="020B0609020204030204" pitchFamily="49" charset="0"/>
              </a:rPr>
              <a:t> guidelines i form af </a:t>
            </a:r>
            <a:r>
              <a:rPr lang="da-DK" sz="900" b="1" kern="1200" baseline="0" noProof="1">
                <a:solidFill>
                  <a:schemeClr val="tx1"/>
                </a:solidFill>
                <a:latin typeface="Consolas" panose="020B0609020204030204" pitchFamily="49" charset="0"/>
                <a:ea typeface="+mn-ea"/>
                <a:cs typeface="Consolas" panose="020B0609020204030204" pitchFamily="49" charset="0"/>
              </a:rPr>
              <a:t>Hjælpelinjer. </a:t>
            </a:r>
            <a:r>
              <a:rPr lang="da-DK" sz="900" b="0" kern="1200" baseline="0" noProof="1">
                <a:solidFill>
                  <a:schemeClr val="tx1"/>
                </a:solidFill>
                <a:latin typeface="Consolas" panose="020B0609020204030204" pitchFamily="49" charset="0"/>
                <a:ea typeface="+mn-ea"/>
                <a:cs typeface="Consolas" panose="020B0609020204030204" pitchFamily="49" charset="0"/>
              </a:rPr>
              <a:t>For at se disse: </a:t>
            </a:r>
            <a:endParaRPr lang="da-DK" sz="900" b="0" kern="1200" noProof="1">
              <a:solidFill>
                <a:schemeClr val="tx1"/>
              </a:solidFill>
              <a:latin typeface="Consolas" panose="020B0609020204030204" pitchFamily="49" charset="0"/>
              <a:ea typeface="+mn-ea"/>
              <a:cs typeface="Consolas" panose="020B0609020204030204" pitchFamily="49" charset="0"/>
            </a:endParaRP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Consolas" panose="020B0609020204030204" pitchFamily="49" charset="0"/>
              </a:rPr>
              <a:t>1. </a:t>
            </a:r>
            <a:r>
              <a:rPr lang="da-DK" sz="900" b="0" kern="1200" noProof="1">
                <a:solidFill>
                  <a:schemeClr val="tx1"/>
                </a:solidFill>
                <a:latin typeface="Consolas" panose="020B0609020204030204" pitchFamily="49" charset="0"/>
                <a:ea typeface="+mn-ea"/>
                <a:cs typeface="Consolas" panose="020B0609020204030204" pitchFamily="49" charset="0"/>
              </a:rPr>
              <a:t>Klik på </a:t>
            </a:r>
            <a:r>
              <a:rPr lang="da-DK" sz="900" b="1" kern="1200" noProof="1">
                <a:solidFill>
                  <a:schemeClr val="tx1"/>
                </a:solidFill>
                <a:latin typeface="Consolas" panose="020B0609020204030204" pitchFamily="49" charset="0"/>
                <a:ea typeface="+mn-ea"/>
                <a:cs typeface="Consolas" panose="020B0609020204030204" pitchFamily="49" charset="0"/>
              </a:rPr>
              <a:t>Vis</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Consolas" panose="020B0609020204030204" pitchFamily="49" charset="0"/>
              </a:rPr>
              <a:t>2. </a:t>
            </a:r>
            <a:r>
              <a:rPr lang="da-DK" sz="900" b="0" kern="1200" noProof="1">
                <a:solidFill>
                  <a:schemeClr val="tx1"/>
                </a:solidFill>
                <a:latin typeface="Consolas" panose="020B0609020204030204" pitchFamily="49" charset="0"/>
                <a:ea typeface="+mn-ea"/>
                <a:cs typeface="Consolas" panose="020B0609020204030204" pitchFamily="49" charset="0"/>
              </a:rPr>
              <a:t>Vælg </a:t>
            </a:r>
            <a:r>
              <a:rPr lang="da-DK" sz="900" b="1" kern="1200" noProof="1">
                <a:solidFill>
                  <a:schemeClr val="tx1"/>
                </a:solidFill>
                <a:latin typeface="Consolas" panose="020B0609020204030204" pitchFamily="49" charset="0"/>
                <a:ea typeface="+mn-ea"/>
                <a:cs typeface="Consolas" panose="020B0609020204030204" pitchFamily="49" charset="0"/>
              </a:rPr>
              <a:t>Gitterlinjer</a:t>
            </a:r>
            <a:r>
              <a:rPr lang="da-DK" sz="900" b="0" kern="1200" noProof="1">
                <a:solidFill>
                  <a:schemeClr val="tx1"/>
                </a:solidFill>
                <a:latin typeface="Consolas" panose="020B0609020204030204" pitchFamily="49" charset="0"/>
                <a:ea typeface="+mn-ea"/>
                <a:cs typeface="Consolas" panose="020B0609020204030204" pitchFamily="49" charset="0"/>
              </a:rPr>
              <a:t> og/eller </a:t>
            </a:r>
            <a:r>
              <a:rPr lang="da-DK" sz="900" b="1" kern="1200" noProof="1">
                <a:solidFill>
                  <a:schemeClr val="tx1"/>
                </a:solidFill>
                <a:latin typeface="Consolas" panose="020B0609020204030204" pitchFamily="49" charset="0"/>
                <a:ea typeface="+mn-ea"/>
                <a:cs typeface="Consolas" panose="020B0609020204030204" pitchFamily="49" charset="0"/>
              </a:rPr>
              <a:t>Hjælpelinjer</a:t>
            </a:r>
          </a:p>
          <a:p>
            <a:pPr eaLnBrk="1" hangingPunct="1">
              <a:lnSpc>
                <a:spcPct val="90000"/>
              </a:lnSpc>
              <a:spcAft>
                <a:spcPts val="600"/>
              </a:spcAft>
              <a:defRPr/>
            </a:pPr>
            <a:r>
              <a:rPr lang="da-DK" sz="900" b="1" kern="1200" noProof="1">
                <a:solidFill>
                  <a:srgbClr val="DF6752"/>
                </a:solidFill>
                <a:latin typeface="Consolas" panose="020B0609020204030204" pitchFamily="49" charset="0"/>
                <a:ea typeface="+mn-ea"/>
                <a:cs typeface="Consolas" panose="020B0609020204030204" pitchFamily="49" charset="0"/>
              </a:rPr>
              <a:t>Tip: </a:t>
            </a:r>
            <a:r>
              <a:rPr lang="da-DK" sz="900" b="0" kern="1200" noProof="1">
                <a:solidFill>
                  <a:srgbClr val="DF6752"/>
                </a:solidFill>
                <a:latin typeface="Consolas" panose="020B0609020204030204" pitchFamily="49" charset="0"/>
                <a:ea typeface="+mn-ea"/>
                <a:cs typeface="Consolas" panose="020B0609020204030204" pitchFamily="49" charset="0"/>
              </a:rPr>
              <a:t>Tryk </a:t>
            </a:r>
            <a:r>
              <a:rPr lang="da-DK" sz="900" b="1" kern="1200" noProof="1">
                <a:solidFill>
                  <a:srgbClr val="DF6752"/>
                </a:solidFill>
                <a:latin typeface="Consolas" panose="020B0609020204030204" pitchFamily="49" charset="0"/>
                <a:ea typeface="+mn-ea"/>
                <a:cs typeface="Consolas" panose="020B0609020204030204" pitchFamily="49" charset="0"/>
              </a:rPr>
              <a:t>Alt + F9</a:t>
            </a:r>
            <a:r>
              <a:rPr lang="da-DK" sz="900" b="0" kern="1200" noProof="1">
                <a:solidFill>
                  <a:srgbClr val="DF6752"/>
                </a:solidFill>
                <a:latin typeface="Consolas" panose="020B0609020204030204" pitchFamily="49" charset="0"/>
                <a:ea typeface="+mn-ea"/>
                <a:cs typeface="Consolas" panose="020B0609020204030204" pitchFamily="49" charset="0"/>
              </a:rPr>
              <a:t> for hurtig visning af hjælpelinjer</a:t>
            </a:r>
          </a:p>
          <a:p>
            <a:pPr eaLnBrk="1" hangingPunct="1">
              <a:spcAft>
                <a:spcPts val="600"/>
              </a:spcAft>
              <a:defRPr/>
            </a:pPr>
            <a:endParaRPr lang="da-DK" altLang="da-DK" sz="900" noProof="1">
              <a:solidFill>
                <a:schemeClr val="tx1"/>
              </a:solidFill>
              <a:latin typeface="Consolas" panose="020B0609020204030204" pitchFamily="49" charset="0"/>
              <a:cs typeface="Consolas" panose="020B0609020204030204" pitchFamily="49" charset="0"/>
            </a:endParaRPr>
          </a:p>
        </p:txBody>
      </p:sp>
      <p:pic>
        <p:nvPicPr>
          <p:cNvPr id="18" name="Billede 25"/>
          <p:cNvPicPr>
            <a:picLocks noChangeAspect="1"/>
          </p:cNvPicPr>
          <p:nvPr userDrawn="1"/>
        </p:nvPicPr>
        <p:blipFill>
          <a:blip r:embed="rId3"/>
          <a:stretch>
            <a:fillRect/>
          </a:stretch>
        </p:blipFill>
        <p:spPr>
          <a:xfrm>
            <a:off x="11273427" y="2241762"/>
            <a:ext cx="368254" cy="393946"/>
          </a:xfrm>
          <a:prstGeom prst="rect">
            <a:avLst/>
          </a:prstGeom>
        </p:spPr>
      </p:pic>
      <p:pic>
        <p:nvPicPr>
          <p:cNvPr id="19" name="Billede 36"/>
          <p:cNvPicPr>
            <a:picLocks noChangeAspect="1"/>
          </p:cNvPicPr>
          <p:nvPr userDrawn="1"/>
        </p:nvPicPr>
        <p:blipFill>
          <a:blip r:embed="rId4"/>
          <a:stretch>
            <a:fillRect/>
          </a:stretch>
        </p:blipFill>
        <p:spPr>
          <a:xfrm>
            <a:off x="11265672" y="3658525"/>
            <a:ext cx="416717" cy="397335"/>
          </a:xfrm>
          <a:prstGeom prst="rect">
            <a:avLst/>
          </a:prstGeom>
        </p:spPr>
      </p:pic>
      <p:pic>
        <p:nvPicPr>
          <p:cNvPr id="21" name="Billede 39"/>
          <p:cNvPicPr>
            <a:picLocks noChangeAspect="1"/>
          </p:cNvPicPr>
          <p:nvPr userDrawn="1"/>
        </p:nvPicPr>
        <p:blipFill rotWithShape="1">
          <a:blip r:embed="rId5"/>
          <a:srcRect l="2931" r="60888"/>
          <a:stretch/>
        </p:blipFill>
        <p:spPr>
          <a:xfrm>
            <a:off x="5729521" y="2621888"/>
            <a:ext cx="319516" cy="568784"/>
          </a:xfrm>
          <a:prstGeom prst="rect">
            <a:avLst/>
          </a:prstGeom>
        </p:spPr>
      </p:pic>
      <p:sp>
        <p:nvSpPr>
          <p:cNvPr id="22" name="Rektangel 21"/>
          <p:cNvSpPr/>
          <p:nvPr userDrawn="1"/>
        </p:nvSpPr>
        <p:spPr>
          <a:xfrm>
            <a:off x="509551" y="510317"/>
            <a:ext cx="6096000" cy="1200329"/>
          </a:xfrm>
          <a:prstGeom prst="rect">
            <a:avLst/>
          </a:prstGeom>
        </p:spPr>
        <p:txBody>
          <a:bodyPr>
            <a:spAutoFit/>
          </a:bodyPr>
          <a:lstStyle/>
          <a:p>
            <a:r>
              <a:rPr lang="en-US" sz="3600" b="1" spc="300" dirty="0">
                <a:latin typeface="Consolas" panose="020B0609020204030204" pitchFamily="49" charset="0"/>
                <a:cs typeface="Consolas" panose="020B0609020204030204" pitchFamily="49" charset="0"/>
              </a:rPr>
              <a:t>BRUGERGUIDE</a:t>
            </a:r>
            <a:br>
              <a:rPr lang="en-US" sz="3600" b="1" spc="300" dirty="0">
                <a:latin typeface="Consolas" panose="020B0609020204030204" pitchFamily="49" charset="0"/>
                <a:cs typeface="Consolas" panose="020B0609020204030204" pitchFamily="49" charset="0"/>
              </a:rPr>
            </a:br>
            <a:endParaRPr lang="da-DK" sz="3600" b="1" spc="3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66603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cs typeface="Consolas" panose="020B0609020204030204" pitchFamily="49" charset="0"/>
              </a:defRPr>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latin typeface="Consolas" panose="020B0609020204030204" pitchFamily="49" charset="0"/>
                <a:cs typeface="Consolas" panose="020B0609020204030204" pitchFamily="49" charset="0"/>
              </a:defRPr>
            </a:lvl1pPr>
          </a:lstStyle>
          <a:p>
            <a:r>
              <a:rPr lang="en-US"/>
              <a:t>AALBORG UNIVERSITET</a:t>
            </a:r>
            <a:br>
              <a:rPr lang="en-US"/>
            </a:br>
            <a:r>
              <a:rPr lang="en-US"/>
              <a:t>OVERSKRIFT</a:t>
            </a:r>
            <a:endParaRPr lang="en-US" dirty="0"/>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atin typeface="Consolas" panose="020B0609020204030204" pitchFamily="49" charset="0"/>
                <a:cs typeface="Consolas" panose="020B0609020204030204" pitchFamily="49" charset="0"/>
              </a:defRPr>
            </a:lvl1pPr>
          </a:lstStyle>
          <a:p>
            <a:pPr lvl="0"/>
            <a:r>
              <a:rPr lang="da-DK"/>
              <a:t>AF </a:t>
            </a:r>
            <a:r>
              <a:rPr lang="da-DK" dirty="0"/>
              <a:t>NAVN NAVNESEN</a:t>
            </a:r>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cs typeface="Consolas" panose="020B0609020204030204" pitchFamily="49" charset="0"/>
              </a:defRPr>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latin typeface="Consolas" panose="020B0609020204030204" pitchFamily="49" charset="0"/>
                <a:cs typeface="Consolas" panose="020B0609020204030204" pitchFamily="49" charset="0"/>
              </a:defRPr>
            </a:lvl1pPr>
          </a:lstStyle>
          <a:p>
            <a:r>
              <a:rPr lang="en-US"/>
              <a:t>PAUSE</a:t>
            </a:r>
            <a:br>
              <a:rPr lang="en-US"/>
            </a:br>
            <a:r>
              <a:rPr lang="en-US"/>
              <a:t>OVERSKRIFT</a:t>
            </a:r>
            <a:endParaRPr lang="en-US" dirty="0"/>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4"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Consolas" panose="020B0609020204030204" pitchFamily="49" charset="0"/>
                <a:ea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
        <p:nvSpPr>
          <p:cNvPr id="3" name="Title 4"/>
          <p:cNvSpPr>
            <a:spLocks noGrp="1"/>
          </p:cNvSpPr>
          <p:nvPr>
            <p:ph type="title" hasCustomPrompt="1"/>
          </p:nvPr>
        </p:nvSpPr>
        <p:spPr>
          <a:xfrm>
            <a:off x="587374" y="370290"/>
            <a:ext cx="5149879" cy="1474385"/>
          </a:xfrm>
        </p:spPr>
        <p:txBody>
          <a:bodyPr/>
          <a:lstStyle>
            <a:lvl1pPr>
              <a:defRPr sz="3600" baseline="0">
                <a:latin typeface="Consolas" panose="020B0609020204030204" pitchFamily="49" charset="0"/>
                <a:cs typeface="Consolas" panose="020B0609020204030204" pitchFamily="49" charset="0"/>
              </a:defRPr>
            </a:lvl1pPr>
          </a:lstStyle>
          <a:p>
            <a:r>
              <a:rPr lang="en-US"/>
              <a:t>KLIK HER FOR AT ÆNDRE TITEL</a:t>
            </a:r>
            <a:endParaRPr lang="en-US" dirty="0"/>
          </a:p>
        </p:txBody>
      </p:sp>
      <p:sp>
        <p:nvSpPr>
          <p:cNvPr id="5" name="Pladsholder til tekst 10"/>
          <p:cNvSpPr>
            <a:spLocks noGrp="1"/>
          </p:cNvSpPr>
          <p:nvPr>
            <p:ph type="body" sz="quarter" idx="12" hasCustomPrompt="1"/>
          </p:nvPr>
        </p:nvSpPr>
        <p:spPr>
          <a:xfrm>
            <a:off x="587375" y="2065337"/>
            <a:ext cx="10620094" cy="3704284"/>
          </a:xfrm>
        </p:spPr>
        <p:txBody>
          <a:bodyPr/>
          <a:lstStyle>
            <a:lvl1pPr marL="285750" indent="-285750">
              <a:buFontTx/>
              <a:buBlip>
                <a:blip r:embed="rId2"/>
              </a:buBlip>
              <a:defRPr>
                <a:latin typeface="Consolas" panose="020B0609020204030204" pitchFamily="49" charset="0"/>
                <a:cs typeface="Consolas" panose="020B0609020204030204" pitchFamily="49" charset="0"/>
              </a:defRPr>
            </a:lvl1pPr>
          </a:lstStyle>
          <a:p>
            <a:pPr lvl="0"/>
            <a:r>
              <a:rPr lang="da-DK" dirty="0"/>
              <a:t>Indsæt bullets</a:t>
            </a:r>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grpSp>
        <p:nvGrpSpPr>
          <p:cNvPr id="30" name="Gruppe 29"/>
          <p:cNvGrpSpPr/>
          <p:nvPr userDrawn="1"/>
        </p:nvGrpSpPr>
        <p:grpSpPr>
          <a:xfrm>
            <a:off x="0" y="657225"/>
            <a:ext cx="405154" cy="1182460"/>
            <a:chOff x="320675" y="2816225"/>
            <a:chExt cx="350838" cy="1023938"/>
          </a:xfrm>
          <a:solidFill>
            <a:schemeClr val="tx1"/>
          </a:solidFill>
        </p:grpSpPr>
        <p:sp>
          <p:nvSpPr>
            <p:cNvPr id="31"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2"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3"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4"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5"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6"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7"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8"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9"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0"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1"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2"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3"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4"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5"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6"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7"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8"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9"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sp>
        <p:nvSpPr>
          <p:cNvPr id="26" name="Title 4"/>
          <p:cNvSpPr>
            <a:spLocks noGrp="1"/>
          </p:cNvSpPr>
          <p:nvPr>
            <p:ph type="title" hasCustomPrompt="1"/>
          </p:nvPr>
        </p:nvSpPr>
        <p:spPr>
          <a:xfrm>
            <a:off x="587375" y="370764"/>
            <a:ext cx="4516438" cy="1473911"/>
          </a:xfrm>
        </p:spPr>
        <p:txBody>
          <a:bodyPr/>
          <a:lstStyle>
            <a:lvl1pPr>
              <a:defRPr sz="3600">
                <a:latin typeface="Consolas" panose="020B0609020204030204" pitchFamily="49" charset="0"/>
                <a:cs typeface="Consolas" panose="020B0609020204030204" pitchFamily="49" charset="0"/>
              </a:defRPr>
            </a:lvl1pPr>
          </a:lstStyle>
          <a:p>
            <a:r>
              <a:rPr lang="en-US"/>
              <a:t>KLIK HER FOR AT ÆNDRE TITEL</a:t>
            </a:r>
            <a:endParaRPr lang="en-US" dirty="0"/>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cs typeface="Consolas" panose="020B0609020204030204" pitchFamily="49" charset="0"/>
              </a:defRPr>
            </a:lvl1pPr>
          </a:lstStyle>
          <a:p>
            <a:r>
              <a:rPr lang="en-US" dirty="0"/>
              <a:t>Drag &amp; Drop Image</a:t>
            </a:r>
          </a:p>
        </p:txBody>
      </p:sp>
      <p:sp>
        <p:nvSpPr>
          <p:cNvPr id="29" name="Pladsholder til tekst 10"/>
          <p:cNvSpPr>
            <a:spLocks noGrp="1"/>
          </p:cNvSpPr>
          <p:nvPr>
            <p:ph type="body" sz="quarter" idx="12" hasCustomPrompt="1"/>
          </p:nvPr>
        </p:nvSpPr>
        <p:spPr>
          <a:xfrm>
            <a:off x="587375" y="2065337"/>
            <a:ext cx="4516438" cy="3243263"/>
          </a:xfrm>
        </p:spPr>
        <p:txBody>
          <a:bodyPr/>
          <a:lstStyle>
            <a:lvl1pPr marL="285750" indent="-285750">
              <a:buFontTx/>
              <a:buBlip>
                <a:blip r:embed="rId3"/>
              </a:buBlip>
              <a:defRPr>
                <a:latin typeface="Consolas" panose="020B0609020204030204" pitchFamily="49" charset="0"/>
                <a:cs typeface="Consolas" panose="020B0609020204030204" pitchFamily="49" charset="0"/>
              </a:defRPr>
            </a:lvl1pPr>
          </a:lstStyle>
          <a:p>
            <a:pPr lvl="0"/>
            <a:r>
              <a:rPr lang="da-DK"/>
              <a:t>Indsæt </a:t>
            </a:r>
            <a:r>
              <a:rPr lang="da-DK" dirty="0" err="1"/>
              <a:t>bullets</a:t>
            </a:r>
            <a:endParaRPr lang="da-DK"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587374" y="367628"/>
            <a:ext cx="4886993" cy="1621619"/>
          </a:xfrm>
        </p:spPr>
        <p:txBody>
          <a:bodyPr/>
          <a:lstStyle>
            <a:lvl1pPr>
              <a:defRPr sz="3600">
                <a:latin typeface="Consolas" panose="020B0609020204030204" pitchFamily="49" charset="0"/>
                <a:cs typeface="Consolas" panose="020B0609020204030204" pitchFamily="49" charset="0"/>
              </a:defRPr>
            </a:lvl1pPr>
          </a:lstStyle>
          <a:p>
            <a:r>
              <a:rPr lang="en-US"/>
              <a:t>KLIK HER FOR AT ÆNDRE TITEL</a:t>
            </a:r>
            <a:endParaRPr lang="en-US" dirty="0"/>
          </a:p>
        </p:txBody>
      </p:sp>
      <p:sp>
        <p:nvSpPr>
          <p:cNvPr id="11" name="Pladsholder til diagram 10"/>
          <p:cNvSpPr>
            <a:spLocks noGrp="1"/>
          </p:cNvSpPr>
          <p:nvPr>
            <p:ph type="chart" sz="quarter" idx="12"/>
          </p:nvPr>
        </p:nvSpPr>
        <p:spPr>
          <a:xfrm>
            <a:off x="6096000" y="2262579"/>
            <a:ext cx="5524500" cy="3572737"/>
          </a:xfrm>
        </p:spPr>
        <p:txBody>
          <a:bodyPr/>
          <a:lstStyle>
            <a:lvl1pPr>
              <a:defRPr>
                <a:latin typeface="Consolas" panose="020B0609020204030204" pitchFamily="49" charset="0"/>
                <a:cs typeface="Consolas" panose="020B0609020204030204" pitchFamily="49" charset="0"/>
              </a:defRPr>
            </a:lvl1pPr>
          </a:lstStyle>
          <a:p>
            <a:r>
              <a:rPr lang="da-DK"/>
              <a:t>Klik på ikonet for at tilføje et diagram</a:t>
            </a:r>
          </a:p>
        </p:txBody>
      </p:sp>
      <p:sp>
        <p:nvSpPr>
          <p:cNvPr id="13" name="Pladsholder til tekst 12"/>
          <p:cNvSpPr>
            <a:spLocks noGrp="1"/>
          </p:cNvSpPr>
          <p:nvPr>
            <p:ph type="body" sz="quarter" idx="13" hasCustomPrompt="1"/>
          </p:nvPr>
        </p:nvSpPr>
        <p:spPr>
          <a:xfrm>
            <a:off x="587375" y="2262579"/>
            <a:ext cx="4886992" cy="3572737"/>
          </a:xfrm>
        </p:spPr>
        <p:txBody>
          <a:bodyPr>
            <a:normAutofit/>
          </a:bodyPr>
          <a:lstStyle>
            <a:lvl2pPr marL="285750" indent="-285750">
              <a:buFontTx/>
              <a:buBlip>
                <a:blip r:embed="rId2"/>
              </a:buBlip>
              <a:defRPr sz="1600" baseline="0">
                <a:latin typeface="Consolas" panose="020B0609020204030204" pitchFamily="49" charset="0"/>
                <a:cs typeface="Consolas" panose="020B0609020204030204" pitchFamily="49" charset="0"/>
              </a:defRPr>
            </a:lvl2pPr>
          </a:lstStyle>
          <a:p>
            <a:pPr lvl="1"/>
            <a:r>
              <a:rPr lang="da-DK"/>
              <a:t>Indsæt bullets</a:t>
            </a:r>
            <a:endParaRPr lang="da-DK" dirty="0"/>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Consolas" panose="020B0609020204030204" pitchFamily="49" charset="0"/>
                <a:ea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587374" y="359273"/>
            <a:ext cx="4490445" cy="1621619"/>
          </a:xfrm>
        </p:spPr>
        <p:txBody>
          <a:bodyPr/>
          <a:lstStyle>
            <a:lvl1pPr>
              <a:defRPr sz="3600"/>
            </a:lvl1pPr>
          </a:lstStyle>
          <a:p>
            <a:r>
              <a:rPr lang="en-US"/>
              <a:t>KLIK HER FOR AT ÆNDRE TITEL</a:t>
            </a:r>
            <a:endParaRPr lang="en-US" dirty="0"/>
          </a:p>
        </p:txBody>
      </p:sp>
      <p:sp>
        <p:nvSpPr>
          <p:cNvPr id="4" name="Pladsholder til tekst 3"/>
          <p:cNvSpPr>
            <a:spLocks noGrp="1"/>
          </p:cNvSpPr>
          <p:nvPr>
            <p:ph type="body" sz="quarter" idx="12" hasCustomPrompt="1"/>
          </p:nvPr>
        </p:nvSpPr>
        <p:spPr>
          <a:xfrm>
            <a:off x="587375" y="2143359"/>
            <a:ext cx="4490445" cy="3752115"/>
          </a:xfrm>
        </p:spPr>
        <p:txBody>
          <a:bodyPr/>
          <a:lstStyle>
            <a:lvl1pPr marL="285750" indent="-285750">
              <a:lnSpc>
                <a:spcPct val="100000"/>
              </a:lnSpc>
              <a:spcBef>
                <a:spcPts val="600"/>
              </a:spcBef>
              <a:buFontTx/>
              <a:buBlip>
                <a:blip r:embed="rId2"/>
              </a:buBlip>
              <a:defRPr sz="1600" baseline="0"/>
            </a:lvl1pPr>
          </a:lstStyle>
          <a:p>
            <a:pPr lvl="0"/>
            <a:r>
              <a:rPr lang="da-DK"/>
              <a:t>Indsæt bullets</a:t>
            </a:r>
            <a:endParaRPr lang="da-DK" dirty="0"/>
          </a:p>
          <a:p>
            <a:pPr lvl="0"/>
            <a:endParaRPr lang="da-DK" dirty="0"/>
          </a:p>
          <a:p>
            <a:pPr lvl="0"/>
            <a:endParaRPr lang="da-DK" dirty="0"/>
          </a:p>
        </p:txBody>
      </p:sp>
    </p:spTree>
    <p:extLst>
      <p:ext uri="{BB962C8B-B14F-4D97-AF65-F5344CB8AC3E}">
        <p14:creationId xmlns:p14="http://schemas.microsoft.com/office/powerpoint/2010/main" val="49860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 x billede højre - Blå">
    <p:spTree>
      <p:nvGrpSpPr>
        <p:cNvPr id="1" name=""/>
        <p:cNvGrpSpPr/>
        <p:nvPr/>
      </p:nvGrpSpPr>
      <p:grpSpPr>
        <a:xfrm>
          <a:off x="0" y="0"/>
          <a:ext cx="0" cy="0"/>
          <a:chOff x="0" y="0"/>
          <a:chExt cx="0" cy="0"/>
        </a:xfrm>
      </p:grpSpPr>
      <p:sp>
        <p:nvSpPr>
          <p:cNvPr id="7" name="Rectangle 6"/>
          <p:cNvSpPr/>
          <p:nvPr userDrawn="1"/>
        </p:nvSpPr>
        <p:spPr>
          <a:xfrm>
            <a:off x="0" y="0"/>
            <a:ext cx="74279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Consolas" panose="020B0609020204030204" pitchFamily="49" charset="0"/>
              <a:cs typeface="Consolas" panose="020B0609020204030204" pitchFamily="49" charset="0"/>
            </a:endParaRPr>
          </a:p>
        </p:txBody>
      </p:sp>
      <p:sp>
        <p:nvSpPr>
          <p:cNvPr id="3" name="Slide Number Placeholder 2"/>
          <p:cNvSpPr>
            <a:spLocks noGrp="1"/>
          </p:cNvSpPr>
          <p:nvPr>
            <p:ph type="sldNum" sz="quarter" idx="10"/>
          </p:nvPr>
        </p:nvSpPr>
        <p:spPr/>
        <p:txBody>
          <a:bodyPr/>
          <a:lstStyle>
            <a:lvl1pPr>
              <a:defRPr>
                <a:latin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7427913" y="0"/>
            <a:ext cx="4764087"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cs typeface="Consolas" panose="020B0609020204030204" pitchFamily="49" charset="0"/>
              </a:defRPr>
            </a:lvl1pPr>
          </a:lstStyle>
          <a:p>
            <a:r>
              <a:rPr lang="en-US" dirty="0"/>
              <a:t>Drag &amp; Drop Image</a:t>
            </a:r>
          </a:p>
        </p:txBody>
      </p:sp>
      <p:sp>
        <p:nvSpPr>
          <p:cNvPr id="6" name="Title 4"/>
          <p:cNvSpPr>
            <a:spLocks noGrp="1"/>
          </p:cNvSpPr>
          <p:nvPr>
            <p:ph type="title" hasCustomPrompt="1"/>
          </p:nvPr>
        </p:nvSpPr>
        <p:spPr>
          <a:xfrm>
            <a:off x="587374" y="373446"/>
            <a:ext cx="4683125" cy="1471230"/>
          </a:xfrm>
        </p:spPr>
        <p:txBody>
          <a:bodyPr/>
          <a:lstStyle>
            <a:lvl1pPr>
              <a:defRPr sz="3600">
                <a:solidFill>
                  <a:schemeClr val="bg1"/>
                </a:solidFill>
                <a:latin typeface="Consolas" panose="020B0609020204030204" pitchFamily="49" charset="0"/>
                <a:cs typeface="Consolas" panose="020B0609020204030204" pitchFamily="49" charset="0"/>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bg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sp>
        <p:nvSpPr>
          <p:cNvPr id="4" name="Pladsholder til tekst 3"/>
          <p:cNvSpPr>
            <a:spLocks noGrp="1"/>
          </p:cNvSpPr>
          <p:nvPr>
            <p:ph type="body" sz="quarter" idx="12" hasCustomPrompt="1"/>
          </p:nvPr>
        </p:nvSpPr>
        <p:spPr>
          <a:xfrm>
            <a:off x="583406" y="2101809"/>
            <a:ext cx="4687094" cy="3765591"/>
          </a:xfrm>
        </p:spPr>
        <p:txBody>
          <a:bodyPr/>
          <a:lstStyle>
            <a:lvl1pPr marL="285750" indent="-285750">
              <a:buFontTx/>
              <a:buBlip>
                <a:blip r:embed="rId2"/>
              </a:buBlip>
              <a:defRPr baseline="0">
                <a:solidFill>
                  <a:schemeClr val="bg1"/>
                </a:solidFill>
                <a:latin typeface="Consolas" panose="020B0609020204030204" pitchFamily="49" charset="0"/>
                <a:cs typeface="Consolas" panose="020B0609020204030204" pitchFamily="49"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174743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or billede højre - blå">
    <p:spTree>
      <p:nvGrpSpPr>
        <p:cNvPr id="1" name=""/>
        <p:cNvGrpSpPr/>
        <p:nvPr/>
      </p:nvGrpSpPr>
      <p:grpSpPr>
        <a:xfrm>
          <a:off x="0" y="0"/>
          <a:ext cx="0" cy="0"/>
          <a:chOff x="0" y="0"/>
          <a:chExt cx="0" cy="0"/>
        </a:xfrm>
      </p:grpSpPr>
      <p:sp>
        <p:nvSpPr>
          <p:cNvPr id="7" name="Rectangle 6"/>
          <p:cNvSpPr/>
          <p:nvPr userDrawn="1"/>
        </p:nvSpPr>
        <p:spPr>
          <a:xfrm>
            <a:off x="1" y="0"/>
            <a:ext cx="52704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Consolas" panose="020B0609020204030204" pitchFamily="49" charset="0"/>
              <a:cs typeface="Consolas" panose="020B0609020204030204" pitchFamily="49" charset="0"/>
            </a:endParaRPr>
          </a:p>
        </p:txBody>
      </p:sp>
      <p:sp>
        <p:nvSpPr>
          <p:cNvPr id="3" name="Slide Number Placeholder 2"/>
          <p:cNvSpPr>
            <a:spLocks noGrp="1"/>
          </p:cNvSpPr>
          <p:nvPr>
            <p:ph type="sldNum" sz="quarter" idx="10"/>
          </p:nvPr>
        </p:nvSpPr>
        <p:spPr/>
        <p:txBody>
          <a:bodyPr/>
          <a:lstStyle>
            <a:lvl1pPr>
              <a:defRPr>
                <a:latin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587375" y="373446"/>
            <a:ext cx="4454526" cy="1471230"/>
          </a:xfrm>
        </p:spPr>
        <p:txBody>
          <a:bodyPr/>
          <a:lstStyle>
            <a:lvl1pPr>
              <a:defRPr sz="3600">
                <a:solidFill>
                  <a:schemeClr val="bg1"/>
                </a:solidFill>
                <a:latin typeface="Consolas" panose="020B0609020204030204" pitchFamily="49" charset="0"/>
                <a:cs typeface="Consolas" panose="020B0609020204030204" pitchFamily="49" charset="0"/>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tx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sp>
        <p:nvSpPr>
          <p:cNvPr id="4" name="Pladsholder til tekst 3"/>
          <p:cNvSpPr>
            <a:spLocks noGrp="1"/>
          </p:cNvSpPr>
          <p:nvPr>
            <p:ph type="body" sz="quarter" idx="12" hasCustomPrompt="1"/>
          </p:nvPr>
        </p:nvSpPr>
        <p:spPr>
          <a:xfrm>
            <a:off x="583406" y="2101809"/>
            <a:ext cx="4458495" cy="3600491"/>
          </a:xfrm>
        </p:spPr>
        <p:txBody>
          <a:bodyPr/>
          <a:lstStyle>
            <a:lvl1pPr marL="285750" indent="-285750">
              <a:buFontTx/>
              <a:buBlip>
                <a:blip r:embed="rId2"/>
              </a:buBlip>
              <a:defRPr baseline="0">
                <a:solidFill>
                  <a:schemeClr val="bg1"/>
                </a:solidFill>
                <a:latin typeface="Consolas" panose="020B0609020204030204" pitchFamily="49" charset="0"/>
                <a:cs typeface="Consolas" panose="020B0609020204030204" pitchFamily="49"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cs typeface="Consolas" panose="020B0609020204030204" pitchFamily="49" charset="0"/>
              </a:endParaRPr>
            </a:p>
          </p:txBody>
        </p:sp>
      </p:grpSp>
      <p:sp>
        <p:nvSpPr>
          <p:cNvPr id="75" name="Picture Placeholder 4"/>
          <p:cNvSpPr>
            <a:spLocks noGrp="1"/>
          </p:cNvSpPr>
          <p:nvPr>
            <p:ph type="pic" sz="quarter" idx="11" hasCustomPrompt="1"/>
          </p:nvPr>
        </p:nvSpPr>
        <p:spPr>
          <a:xfrm>
            <a:off x="5270500" y="0"/>
            <a:ext cx="6921500"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cs typeface="Consolas" panose="020B0609020204030204" pitchFamily="49" charset="0"/>
              </a:defRPr>
            </a:lvl1pPr>
          </a:lstStyle>
          <a:p>
            <a:r>
              <a:rPr lang="en-US" dirty="0"/>
              <a:t>Drag &amp; Drop Image</a:t>
            </a:r>
          </a:p>
        </p:txBody>
      </p:sp>
    </p:spTree>
    <p:extLst>
      <p:ext uri="{BB962C8B-B14F-4D97-AF65-F5344CB8AC3E}">
        <p14:creationId xmlns:p14="http://schemas.microsoft.com/office/powerpoint/2010/main" val="73593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or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 y="235390"/>
            <a:ext cx="7427914"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cs typeface="Consolas" panose="020B0609020204030204" pitchFamily="49" charset="0"/>
              </a:defRPr>
            </a:lvl1pPr>
          </a:lstStyle>
          <a:p>
            <a:r>
              <a:rPr lang="en-US" dirty="0"/>
              <a:t>Drag &amp; Drop Image</a:t>
            </a:r>
          </a:p>
        </p:txBody>
      </p:sp>
      <p:sp>
        <p:nvSpPr>
          <p:cNvPr id="6" name="Title 4"/>
          <p:cNvSpPr>
            <a:spLocks noGrp="1"/>
          </p:cNvSpPr>
          <p:nvPr>
            <p:ph type="title" hasCustomPrompt="1"/>
          </p:nvPr>
        </p:nvSpPr>
        <p:spPr>
          <a:xfrm>
            <a:off x="8031878" y="957753"/>
            <a:ext cx="3879477" cy="1987748"/>
          </a:xfrm>
        </p:spPr>
        <p:txBody>
          <a:bodyPr/>
          <a:lstStyle>
            <a:lvl1pPr>
              <a:defRPr sz="3600">
                <a:latin typeface="Consolas" panose="020B0609020204030204" pitchFamily="49" charset="0"/>
                <a:cs typeface="Consolas" panose="020B0609020204030204" pitchFamily="49" charset="0"/>
              </a:defRPr>
            </a:lvl1pPr>
          </a:lstStyle>
          <a:p>
            <a:r>
              <a:rPr lang="en-US"/>
              <a:t>KLIK HER FOR AT ÆNDRE TITEL</a:t>
            </a:r>
            <a:endParaRPr lang="en-US" dirty="0"/>
          </a:p>
        </p:txBody>
      </p:sp>
      <p:sp>
        <p:nvSpPr>
          <p:cNvPr id="7" name="Pladsholder til tekst 3"/>
          <p:cNvSpPr>
            <a:spLocks noGrp="1"/>
          </p:cNvSpPr>
          <p:nvPr>
            <p:ph type="body" sz="quarter" idx="12" hasCustomPrompt="1"/>
          </p:nvPr>
        </p:nvSpPr>
        <p:spPr>
          <a:xfrm>
            <a:off x="8031879" y="3199593"/>
            <a:ext cx="3588621" cy="2982722"/>
          </a:xfrm>
        </p:spPr>
        <p:txBody>
          <a:bodyPr/>
          <a:lstStyle>
            <a:lvl1pPr marL="285750" indent="-285750">
              <a:lnSpc>
                <a:spcPct val="100000"/>
              </a:lnSpc>
              <a:spcBef>
                <a:spcPts val="600"/>
              </a:spcBef>
              <a:buFontTx/>
              <a:buBlip>
                <a:blip r:embed="rId2"/>
              </a:buBlip>
              <a:defRPr sz="1600" baseline="0">
                <a:latin typeface="Consolas" panose="020B0609020204030204" pitchFamily="49" charset="0"/>
                <a:cs typeface="Consolas" panose="020B0609020204030204" pitchFamily="49" charset="0"/>
              </a:defRPr>
            </a:lvl1pPr>
          </a:lstStyle>
          <a:p>
            <a:pPr lvl="0"/>
            <a:r>
              <a:rPr lang="da-DK"/>
              <a:t>Indsæt bullets</a:t>
            </a:r>
            <a:endParaRPr lang="da-DK" dirty="0"/>
          </a:p>
          <a:p>
            <a:pPr lvl="0"/>
            <a:endParaRPr lang="da-DK" dirty="0"/>
          </a:p>
          <a:p>
            <a:pPr lvl="0"/>
            <a:endParaRPr lang="da-DK" dirty="0"/>
          </a:p>
        </p:txBody>
      </p:sp>
      <p:grpSp>
        <p:nvGrpSpPr>
          <p:cNvPr id="8" name="Gruppe 7"/>
          <p:cNvGrpSpPr/>
          <p:nvPr userDrawn="1"/>
        </p:nvGrpSpPr>
        <p:grpSpPr>
          <a:xfrm>
            <a:off x="7427913" y="1288619"/>
            <a:ext cx="405154" cy="1182460"/>
            <a:chOff x="320675" y="2816225"/>
            <a:chExt cx="350838" cy="1023938"/>
          </a:xfrm>
          <a:solidFill>
            <a:schemeClr val="tx1"/>
          </a:solidFill>
        </p:grpSpPr>
        <p:sp>
          <p:nvSpPr>
            <p:cNvPr id="9"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0"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1"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2"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3"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4"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5"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6"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7"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8"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9"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0"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1"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2"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3"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4"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5"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6"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7"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1468601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9" name="Picture Placeholder 4"/>
          <p:cNvSpPr>
            <a:spLocks noGrp="1"/>
          </p:cNvSpPr>
          <p:nvPr>
            <p:ph type="pic" sz="quarter" idx="14" hasCustomPrompt="1"/>
          </p:nvPr>
        </p:nvSpPr>
        <p:spPr>
          <a:xfrm>
            <a:off x="7427912" y="349250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587374" y="357948"/>
            <a:ext cx="4542975" cy="1486727"/>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5" hasCustomPrompt="1"/>
          </p:nvPr>
        </p:nvSpPr>
        <p:spPr>
          <a:xfrm>
            <a:off x="587375" y="2127154"/>
            <a:ext cx="4542974" cy="3575409"/>
          </a:xfrm>
        </p:spPr>
        <p:txBody>
          <a:bodyPr/>
          <a:lstStyle>
            <a:lvl1pPr marL="285750" indent="-285750">
              <a:lnSpc>
                <a:spcPct val="100000"/>
              </a:lnSpc>
              <a:spcBef>
                <a:spcPts val="600"/>
              </a:spcBef>
              <a:buFontTx/>
              <a:buBlip>
                <a:blip r:embed="rId2"/>
              </a:buBlip>
              <a:defRPr sz="1600" baseline="0"/>
            </a:lvl1pPr>
          </a:lstStyle>
          <a:p>
            <a:pPr lvl="0"/>
            <a:r>
              <a:rPr lang="da-DK"/>
              <a:t>Indsæt </a:t>
            </a:r>
            <a:r>
              <a:rPr lang="da-DK" dirty="0" err="1"/>
              <a:t>bullets</a:t>
            </a:r>
            <a:endParaRPr lang="da-DK" dirty="0"/>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611979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å layout højre">
    <p:spTree>
      <p:nvGrpSpPr>
        <p:cNvPr id="1" name=""/>
        <p:cNvGrpSpPr/>
        <p:nvPr/>
      </p:nvGrpSpPr>
      <p:grpSpPr>
        <a:xfrm>
          <a:off x="0" y="0"/>
          <a:ext cx="0" cy="0"/>
          <a:chOff x="0" y="0"/>
          <a:chExt cx="0" cy="0"/>
        </a:xfrm>
      </p:grpSpPr>
      <p:sp>
        <p:nvSpPr>
          <p:cNvPr id="26" name="Rectangle 6"/>
          <p:cNvSpPr/>
          <p:nvPr userDrawn="1"/>
        </p:nvSpPr>
        <p:spPr>
          <a:xfrm>
            <a:off x="7427913" y="0"/>
            <a:ext cx="476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Consolas" panose="020B0609020204030204" pitchFamily="49" charset="0"/>
              <a:cs typeface="Consolas" panose="020B0609020204030204" pitchFamily="49" charset="0"/>
            </a:endParaRPr>
          </a:p>
        </p:txBody>
      </p:sp>
      <p:sp>
        <p:nvSpPr>
          <p:cNvPr id="28" name="Pladsholder til tekst 3"/>
          <p:cNvSpPr>
            <a:spLocks noGrp="1"/>
          </p:cNvSpPr>
          <p:nvPr>
            <p:ph type="body" sz="quarter" idx="17" hasCustomPrompt="1"/>
          </p:nvPr>
        </p:nvSpPr>
        <p:spPr>
          <a:xfrm>
            <a:off x="8027662" y="2927417"/>
            <a:ext cx="3673420" cy="3222624"/>
          </a:xfrm>
        </p:spPr>
        <p:txBody>
          <a:bodyPr/>
          <a:lstStyle>
            <a:lvl1pPr marL="285750" indent="-285750">
              <a:buFontTx/>
              <a:buBlip>
                <a:blip r:embed="rId2"/>
              </a:buBlip>
              <a:defRPr baseline="0">
                <a:solidFill>
                  <a:schemeClr val="bg1"/>
                </a:solidFill>
                <a:latin typeface="Consolas" panose="020B0609020204030204" pitchFamily="49" charset="0"/>
                <a:cs typeface="Consolas" panose="020B0609020204030204" pitchFamily="49"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err="1"/>
              <a:t>Insert</a:t>
            </a:r>
            <a:r>
              <a:rPr lang="da-DK" dirty="0"/>
              <a:t> </a:t>
            </a:r>
            <a:r>
              <a:rPr lang="da-DK" dirty="0" err="1"/>
              <a:t>text</a:t>
            </a:r>
            <a:r>
              <a:rPr lang="da-DK" dirty="0"/>
              <a:t> </a:t>
            </a:r>
            <a:r>
              <a:rPr lang="da-DK" dirty="0" err="1"/>
              <a:t>here</a:t>
            </a:r>
            <a:endParaRPr lang="da-DK" dirty="0"/>
          </a:p>
        </p:txBody>
      </p:sp>
      <p:sp>
        <p:nvSpPr>
          <p:cNvPr id="3" name="Slide Number Placeholder 2"/>
          <p:cNvSpPr>
            <a:spLocks noGrp="1"/>
          </p:cNvSpPr>
          <p:nvPr>
            <p:ph type="sldNum" sz="quarter" idx="10"/>
          </p:nvPr>
        </p:nvSpPr>
        <p:spPr/>
        <p:txBody>
          <a:bodyPr/>
          <a:lstStyle>
            <a:lvl1pPr>
              <a:defRPr>
                <a:solidFill>
                  <a:schemeClr val="bg1">
                    <a:alpha val="70000"/>
                  </a:schemeClr>
                </a:solidFill>
                <a:latin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grpSp>
        <p:nvGrpSpPr>
          <p:cNvPr id="5" name="Gruppe 4"/>
          <p:cNvGrpSpPr/>
          <p:nvPr userDrawn="1"/>
        </p:nvGrpSpPr>
        <p:grpSpPr>
          <a:xfrm>
            <a:off x="7427914" y="1288619"/>
            <a:ext cx="405154" cy="1182460"/>
            <a:chOff x="320675" y="2816225"/>
            <a:chExt cx="350838" cy="1023938"/>
          </a:xfrm>
          <a:solidFill>
            <a:schemeClr val="bg1"/>
          </a:solidFill>
        </p:grpSpPr>
        <p:sp>
          <p:nvSpPr>
            <p:cNvPr id="6"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8"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9"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0"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1"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2"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3"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4"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5"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6"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7"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8"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19"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0"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1"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2"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3"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24"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sp>
        <p:nvSpPr>
          <p:cNvPr id="53" name="Title 4"/>
          <p:cNvSpPr>
            <a:spLocks noGrp="1"/>
          </p:cNvSpPr>
          <p:nvPr>
            <p:ph type="title" hasCustomPrompt="1"/>
          </p:nvPr>
        </p:nvSpPr>
        <p:spPr>
          <a:xfrm>
            <a:off x="8027663" y="943460"/>
            <a:ext cx="3673419" cy="1860884"/>
          </a:xfrm>
        </p:spPr>
        <p:txBody>
          <a:bodyPr/>
          <a:lstStyle>
            <a:lvl1pPr>
              <a:defRPr sz="3600">
                <a:solidFill>
                  <a:schemeClr val="bg1"/>
                </a:solidFill>
                <a:latin typeface="Consolas" panose="020B0609020204030204" pitchFamily="49" charset="0"/>
                <a:cs typeface="Consolas" panose="020B0609020204030204" pitchFamily="49" charset="0"/>
              </a:defRPr>
            </a:lvl1pPr>
          </a:lstStyle>
          <a:p>
            <a:r>
              <a:rPr lang="en-US"/>
              <a:t>KLIK HER FOR AT ÆNDRE TITEL</a:t>
            </a:r>
            <a:endParaRPr lang="en-US" dirty="0"/>
          </a:p>
        </p:txBody>
      </p:sp>
    </p:spTree>
    <p:extLst>
      <p:ext uri="{BB962C8B-B14F-4D97-AF65-F5344CB8AC3E}">
        <p14:creationId xmlns:p14="http://schemas.microsoft.com/office/powerpoint/2010/main" val="385843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 x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accent1">
                    <a:alpha val="70000"/>
                  </a:schemeClr>
                </a:solidFill>
                <a:latin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grpSp>
        <p:nvGrpSpPr>
          <p:cNvPr id="54" name="Gruppe 53"/>
          <p:cNvGrpSpPr/>
          <p:nvPr userDrawn="1"/>
        </p:nvGrpSpPr>
        <p:grpSpPr>
          <a:xfrm>
            <a:off x="4733281" y="657225"/>
            <a:ext cx="405154" cy="1182460"/>
            <a:chOff x="320675" y="2816225"/>
            <a:chExt cx="350838" cy="1023938"/>
          </a:xfrm>
          <a:solidFill>
            <a:schemeClr val="tx1"/>
          </a:solidFill>
        </p:grpSpPr>
        <p:sp>
          <p:nvSpPr>
            <p:cNvPr id="55"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6"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7"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8"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9"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0"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1"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2"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3"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4"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5"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6"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7"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8"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9"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0"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1"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2"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3"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sp>
        <p:nvSpPr>
          <p:cNvPr id="74" name="Picture Placeholder 4"/>
          <p:cNvSpPr>
            <a:spLocks noGrp="1"/>
          </p:cNvSpPr>
          <p:nvPr>
            <p:ph type="pic" sz="quarter" idx="11" hasCustomPrompt="1"/>
          </p:nvPr>
        </p:nvSpPr>
        <p:spPr>
          <a:xfrm>
            <a:off x="-19951" y="0"/>
            <a:ext cx="4753232"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cs typeface="Consolas" panose="020B0609020204030204" pitchFamily="49" charset="0"/>
              </a:defRPr>
            </a:lvl1pPr>
          </a:lstStyle>
          <a:p>
            <a:r>
              <a:rPr lang="en-US" dirty="0"/>
              <a:t>Drag &amp; Drop Image</a:t>
            </a:r>
          </a:p>
        </p:txBody>
      </p:sp>
      <p:sp>
        <p:nvSpPr>
          <p:cNvPr id="75" name="Title 4"/>
          <p:cNvSpPr>
            <a:spLocks noGrp="1"/>
          </p:cNvSpPr>
          <p:nvPr>
            <p:ph type="title" hasCustomPrompt="1"/>
          </p:nvPr>
        </p:nvSpPr>
        <p:spPr>
          <a:xfrm>
            <a:off x="5324157" y="359273"/>
            <a:ext cx="4490445" cy="1621619"/>
          </a:xfrm>
        </p:spPr>
        <p:txBody>
          <a:bodyPr/>
          <a:lstStyle>
            <a:lvl1pPr>
              <a:defRPr sz="3600">
                <a:latin typeface="Consolas" panose="020B0609020204030204" pitchFamily="49" charset="0"/>
                <a:cs typeface="Consolas" panose="020B0609020204030204" pitchFamily="49" charset="0"/>
              </a:defRPr>
            </a:lvl1pPr>
          </a:lstStyle>
          <a:p>
            <a:r>
              <a:rPr lang="en-US"/>
              <a:t>KLIK HER FOR AT ÆNDRE TITEL</a:t>
            </a:r>
            <a:endParaRPr lang="en-US" dirty="0"/>
          </a:p>
        </p:txBody>
      </p:sp>
      <p:sp>
        <p:nvSpPr>
          <p:cNvPr id="76" name="Pladsholder til tekst 3"/>
          <p:cNvSpPr>
            <a:spLocks noGrp="1"/>
          </p:cNvSpPr>
          <p:nvPr>
            <p:ph type="body" sz="quarter" idx="12" hasCustomPrompt="1"/>
          </p:nvPr>
        </p:nvSpPr>
        <p:spPr>
          <a:xfrm>
            <a:off x="5324158" y="2143359"/>
            <a:ext cx="4490445" cy="3752115"/>
          </a:xfrm>
        </p:spPr>
        <p:txBody>
          <a:bodyPr/>
          <a:lstStyle>
            <a:lvl1pPr marL="285750" indent="-285750">
              <a:lnSpc>
                <a:spcPct val="100000"/>
              </a:lnSpc>
              <a:spcBef>
                <a:spcPts val="600"/>
              </a:spcBef>
              <a:buFontTx/>
              <a:buBlip>
                <a:blip r:embed="rId2"/>
              </a:buBlip>
              <a:defRPr sz="1600" baseline="0">
                <a:latin typeface="Consolas" panose="020B0609020204030204" pitchFamily="49" charset="0"/>
                <a:cs typeface="Consolas" panose="020B0609020204030204" pitchFamily="49" charset="0"/>
              </a:defRPr>
            </a:lvl1pPr>
          </a:lstStyle>
          <a:p>
            <a:pPr lvl="0"/>
            <a:r>
              <a:rPr lang="da-DK"/>
              <a:t>Indsæt </a:t>
            </a:r>
            <a:r>
              <a:rPr lang="da-DK" dirty="0" err="1"/>
              <a:t>bullets</a:t>
            </a:r>
            <a:endParaRPr lang="da-DK" dirty="0"/>
          </a:p>
          <a:p>
            <a:pPr lvl="0"/>
            <a:endParaRPr lang="da-DK" dirty="0"/>
          </a:p>
          <a:p>
            <a:pPr lvl="0"/>
            <a:endParaRPr lang="da-DK" dirty="0"/>
          </a:p>
        </p:txBody>
      </p:sp>
    </p:spTree>
    <p:extLst>
      <p:ext uri="{BB962C8B-B14F-4D97-AF65-F5344CB8AC3E}">
        <p14:creationId xmlns:p14="http://schemas.microsoft.com/office/powerpoint/2010/main" val="137337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7375" y="458583"/>
            <a:ext cx="9753600" cy="1386092"/>
          </a:xfrm>
          <a:prstGeom prst="rect">
            <a:avLst/>
          </a:prstGeom>
          <a:effectLst/>
        </p:spPr>
        <p:txBody>
          <a:bodyPr vert="horz" lIns="0" tIns="192024" rIns="0" bIns="0" rtlCol="0" anchor="t" anchorCtr="0">
            <a:noAutofit/>
          </a:bodyPr>
          <a:lstStyle/>
          <a:p>
            <a:r>
              <a:rPr lang="en-US" dirty="0"/>
              <a:t>YOUR TITLE HERE</a:t>
            </a:r>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Consolas" panose="020B0609020204030204" pitchFamily="49" charset="0"/>
                <a:ea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
        <p:nvSpPr>
          <p:cNvPr id="11" name="Text Placeholder 10"/>
          <p:cNvSpPr>
            <a:spLocks noGrp="1"/>
          </p:cNvSpPr>
          <p:nvPr>
            <p:ph type="body" idx="1"/>
          </p:nvPr>
        </p:nvSpPr>
        <p:spPr>
          <a:xfrm>
            <a:off x="589650" y="2032831"/>
            <a:ext cx="9753600" cy="3110442"/>
          </a:xfrm>
          <a:prstGeom prst="rect">
            <a:avLst/>
          </a:prstGeom>
        </p:spPr>
        <p:txBody>
          <a:bodyPr vert="horz" lIns="0" tIns="45720" rIns="0" bIns="45720" rtlCol="0">
            <a:normAutofit/>
          </a:bodyPr>
          <a:lstStyle/>
          <a:p>
            <a:pPr lvl="0"/>
            <a:r>
              <a:rPr lang="en-US" dirty="0"/>
              <a:t>Click to edit master text styles</a:t>
            </a:r>
          </a:p>
          <a:p>
            <a:pPr lvl="1"/>
            <a:r>
              <a:rPr lang="en-US"/>
              <a:t>Second level</a:t>
            </a:r>
          </a:p>
          <a:p>
            <a:pPr lvl="2"/>
            <a:r>
              <a:rPr lang="en-US"/>
              <a:t>Third level</a:t>
            </a:r>
          </a:p>
          <a:p>
            <a:pPr lvl="3"/>
            <a:r>
              <a:rPr lang="en-US"/>
              <a:t>Fourth level</a:t>
            </a:r>
            <a:endParaRPr lang="en-US" dirty="0"/>
          </a:p>
        </p:txBody>
      </p:sp>
      <p:grpSp>
        <p:nvGrpSpPr>
          <p:cNvPr id="58" name="Gruppe 57"/>
          <p:cNvGrpSpPr/>
          <p:nvPr userDrawn="1"/>
        </p:nvGrpSpPr>
        <p:grpSpPr>
          <a:xfrm>
            <a:off x="5466450" y="6027162"/>
            <a:ext cx="1272706" cy="669100"/>
            <a:chOff x="5387975" y="5659438"/>
            <a:chExt cx="1573213" cy="827087"/>
          </a:xfrm>
        </p:grpSpPr>
        <p:grpSp>
          <p:nvGrpSpPr>
            <p:cNvPr id="56" name="Gruppe 55"/>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nvGrpSpPr>
            <p:cNvPr id="57" name="Gruppe 56"/>
            <p:cNvGrpSpPr/>
            <p:nvPr userDrawn="1"/>
          </p:nvGrpSpPr>
          <p:grpSpPr>
            <a:xfrm>
              <a:off x="5880100" y="5659438"/>
              <a:ext cx="511175" cy="544512"/>
              <a:chOff x="5880100" y="5659438"/>
              <a:chExt cx="511175" cy="544512"/>
            </a:xfrm>
            <a:solidFill>
              <a:schemeClr val="tx1"/>
            </a:solidFill>
          </p:grpSpPr>
          <p:sp>
            <p:nvSpPr>
              <p:cNvPr id="5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5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grpSp>
      <p:grpSp>
        <p:nvGrpSpPr>
          <p:cNvPr id="81" name="Gruppe 80"/>
          <p:cNvGrpSpPr/>
          <p:nvPr userDrawn="1"/>
        </p:nvGrpSpPr>
        <p:grpSpPr>
          <a:xfrm>
            <a:off x="-3502" y="657225"/>
            <a:ext cx="405154" cy="1182460"/>
            <a:chOff x="320675" y="2816225"/>
            <a:chExt cx="350838" cy="1023938"/>
          </a:xfrm>
          <a:solidFill>
            <a:schemeClr val="tx1"/>
          </a:solidFill>
        </p:grpSpPr>
        <p:sp>
          <p:nvSpPr>
            <p:cNvPr id="62"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3"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4"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5"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6"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7"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8"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69"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0"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1"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2"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3"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4"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5"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6"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7"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8"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79"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sp>
          <p:nvSpPr>
            <p:cNvPr id="80"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5" r:id="rId1"/>
    <p:sldLayoutId id="2147484019" r:id="rId2"/>
    <p:sldLayoutId id="2147484053" r:id="rId3"/>
    <p:sldLayoutId id="2147484008" r:id="rId4"/>
    <p:sldLayoutId id="2147484022" r:id="rId5"/>
    <p:sldLayoutId id="2147484011" r:id="rId6"/>
    <p:sldLayoutId id="2147484014" r:id="rId7"/>
    <p:sldLayoutId id="2147484020" r:id="rId8"/>
    <p:sldLayoutId id="2147484051" r:id="rId9"/>
    <p:sldLayoutId id="2147484028" r:id="rId10"/>
    <p:sldLayoutId id="2147484032" r:id="rId11"/>
    <p:sldLayoutId id="2147484052" r:id="rId12"/>
    <p:sldLayoutId id="2147484054" r:id="rId13"/>
  </p:sldLayoutIdLst>
  <p:hf hdr="0" ftr="0" dt="0"/>
  <p:txStyles>
    <p:titleStyle>
      <a:lvl1pPr algn="l" defTabSz="914318" rtl="0" eaLnBrk="1" latinLnBrk="0" hangingPunct="1">
        <a:lnSpc>
          <a:spcPct val="100000"/>
        </a:lnSpc>
        <a:spcBef>
          <a:spcPct val="0"/>
        </a:spcBef>
        <a:buNone/>
        <a:defRPr sz="3600" b="1" kern="1200" spc="300" baseline="0">
          <a:solidFill>
            <a:schemeClr val="tx1"/>
          </a:solidFill>
          <a:latin typeface="Consolas" panose="020B0609020204030204" pitchFamily="49" charset="0"/>
          <a:ea typeface="+mj-ea"/>
          <a:cs typeface="Consolas" panose="020B0609020204030204" pitchFamily="49" charset="0"/>
        </a:defRPr>
      </a:lvl1pPr>
    </p:titleStyle>
    <p:bodyStyle>
      <a:lvl1pPr marL="285750" indent="-285750" algn="l" defTabSz="914318" rtl="0" eaLnBrk="1" latinLnBrk="0" hangingPunct="1">
        <a:lnSpc>
          <a:spcPct val="120000"/>
        </a:lnSpc>
        <a:spcBef>
          <a:spcPts val="1000"/>
        </a:spcBef>
        <a:buFontTx/>
        <a:buBlip>
          <a:blip r:embed="rId15"/>
        </a:buBlip>
        <a:defRPr sz="1600" kern="1200" spc="0">
          <a:solidFill>
            <a:schemeClr val="tx1"/>
          </a:solidFill>
          <a:latin typeface="Consolas" panose="020B0609020204030204" pitchFamily="49" charset="0"/>
          <a:ea typeface="+mn-ea"/>
          <a:cs typeface="Consolas" panose="020B0609020204030204" pitchFamily="49" charset="0"/>
        </a:defRPr>
      </a:lvl1pPr>
      <a:lvl2pPr marL="623888" indent="-285750" algn="l" defTabSz="914318" rtl="0" eaLnBrk="1" latinLnBrk="0" hangingPunct="1">
        <a:lnSpc>
          <a:spcPct val="120000"/>
        </a:lnSpc>
        <a:spcBef>
          <a:spcPts val="499"/>
        </a:spcBef>
        <a:buFontTx/>
        <a:buBlip>
          <a:blip r:embed="rId15"/>
        </a:buBlip>
        <a:defRPr sz="1400" kern="1200">
          <a:solidFill>
            <a:schemeClr val="tx1"/>
          </a:solidFill>
          <a:latin typeface="Consolas" panose="020B0609020204030204" pitchFamily="49" charset="0"/>
          <a:ea typeface="+mn-ea"/>
          <a:cs typeface="Consolas" panose="020B0609020204030204" pitchFamily="49" charset="0"/>
        </a:defRPr>
      </a:lvl2pPr>
      <a:lvl3pPr marL="806450" indent="-171450" algn="l" defTabSz="914318" rtl="0" eaLnBrk="1" latinLnBrk="0" hangingPunct="1">
        <a:lnSpc>
          <a:spcPct val="120000"/>
        </a:lnSpc>
        <a:spcBef>
          <a:spcPts val="499"/>
        </a:spcBef>
        <a:buFontTx/>
        <a:buBlip>
          <a:blip r:embed="rId16"/>
        </a:buBlip>
        <a:tabLst>
          <a:tab pos="898525" algn="l"/>
        </a:tabLst>
        <a:defRPr sz="1200" kern="1200">
          <a:solidFill>
            <a:schemeClr val="tx1"/>
          </a:solidFill>
          <a:latin typeface="Consolas" panose="020B0609020204030204" pitchFamily="49" charset="0"/>
          <a:ea typeface="+mn-ea"/>
          <a:cs typeface="Consolas" panose="020B0609020204030204" pitchFamily="49" charset="0"/>
        </a:defRPr>
      </a:lvl3pPr>
      <a:lvl4pPr marL="1071563" indent="-171450" algn="l" defTabSz="914318" rtl="0" eaLnBrk="1" latinLnBrk="0" hangingPunct="1">
        <a:lnSpc>
          <a:spcPct val="120000"/>
        </a:lnSpc>
        <a:spcBef>
          <a:spcPts val="499"/>
        </a:spcBef>
        <a:buFontTx/>
        <a:buBlip>
          <a:blip r:embed="rId16"/>
        </a:buBlip>
        <a:defRPr sz="1000" kern="1200">
          <a:solidFill>
            <a:schemeClr val="tx1">
              <a:alpha val="70000"/>
            </a:schemeClr>
          </a:solidFill>
          <a:latin typeface="Consolas" panose="020B0609020204030204" pitchFamily="49" charset="0"/>
          <a:ea typeface="+mn-ea"/>
          <a:cs typeface="Consolas" panose="020B0609020204030204" pitchFamily="49" charset="0"/>
        </a:defRPr>
      </a:lvl4pPr>
      <a:lvl5pPr marL="1071563" indent="-171450" algn="l" defTabSz="914318" rtl="0" eaLnBrk="1" latinLnBrk="0" hangingPunct="1">
        <a:lnSpc>
          <a:spcPct val="120000"/>
        </a:lnSpc>
        <a:spcBef>
          <a:spcPts val="499"/>
        </a:spcBef>
        <a:buFontTx/>
        <a:buBlip>
          <a:blip r:embed="rId16"/>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1162" userDrawn="1">
          <p15:clr>
            <a:srgbClr val="F26B43"/>
          </p15:clr>
        </p15:guide>
        <p15:guide id="28" pos="370"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22.emf"/><Relationship Id="rId5" Type="http://schemas.openxmlformats.org/officeDocument/2006/relationships/image" Target="../media/image2.emf"/><Relationship Id="rId4" Type="http://schemas.openxmlformats.org/officeDocument/2006/relationships/image" Target="../media/image1.emf"/></Relationships>
</file>

<file path=ppt/slides/_rels/slide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tpcg.io/Ys7lvyl3" TargetMode="External"/><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hyperlink" Target="http://tpcg.io/3UvnuMSw"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hyperlink" Target="http://tpcg.io/uQea2Qdb" TargetMode="External"/><Relationship Id="rId5" Type="http://schemas.openxmlformats.org/officeDocument/2006/relationships/image" Target="../media/image25.emf"/><Relationship Id="rId4" Type="http://schemas.openxmlformats.org/officeDocument/2006/relationships/image" Target="../media/image2.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 Id="rId5" Type="http://schemas.openxmlformats.org/officeDocument/2006/relationships/hyperlink" Target="http://tpcg.io/uQea2Qdb" TargetMode="External"/><Relationship Id="rId4" Type="http://schemas.openxmlformats.org/officeDocument/2006/relationships/image" Target="../media/image25.emf"/></Relationships>
</file>

<file path=ppt/slides/_rels/slide4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4.xml"/><Relationship Id="rId5" Type="http://schemas.openxmlformats.org/officeDocument/2006/relationships/hyperlink" Target="http://tpcg.io/H3KQDV" TargetMode="External"/><Relationship Id="rId4" Type="http://schemas.openxmlformats.org/officeDocument/2006/relationships/hyperlink" Target="http://tpcg.io/BTG4hIlH"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4.xml"/><Relationship Id="rId6" Type="http://schemas.openxmlformats.org/officeDocument/2006/relationships/hyperlink" Target="http://tpcg.io/V4F2VA" TargetMode="External"/><Relationship Id="rId5" Type="http://schemas.openxmlformats.org/officeDocument/2006/relationships/image" Target="../media/image29.emf"/><Relationship Id="rId4" Type="http://schemas.openxmlformats.org/officeDocument/2006/relationships/image" Target="../media/image28.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hyperlink" Target="http://tpcg.io/XQOCM6dG" TargetMode="External"/><Relationship Id="rId2" Type="http://schemas.openxmlformats.org/officeDocument/2006/relationships/image" Target="../media/image30.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a-DK" dirty="0"/>
              <a:t>Programmering</a:t>
            </a:r>
          </a:p>
        </p:txBody>
      </p:sp>
      <p:sp>
        <p:nvSpPr>
          <p:cNvPr id="7" name="Pladsholder til tekst 6"/>
          <p:cNvSpPr>
            <a:spLocks noGrp="1"/>
          </p:cNvSpPr>
          <p:nvPr>
            <p:ph type="body" sz="quarter" idx="12"/>
          </p:nvPr>
        </p:nvSpPr>
        <p:spPr/>
        <p:txBody>
          <a:bodyPr/>
          <a:lstStyle/>
          <a:p>
            <a:r>
              <a:rPr lang="da-DK"/>
              <a:t>Funktioner</a:t>
            </a:r>
            <a:endParaRPr lang="da-DK" dirty="0"/>
          </a:p>
        </p:txBody>
      </p:sp>
      <p:sp>
        <p:nvSpPr>
          <p:cNvPr id="2" name="TextBox 1">
            <a:extLst>
              <a:ext uri="{FF2B5EF4-FFF2-40B4-BE49-F238E27FC236}">
                <a16:creationId xmlns:a16="http://schemas.microsoft.com/office/drawing/2014/main" id="{C436DF7F-A565-FBF1-3D34-4AB14F8FE40A}"/>
              </a:ext>
            </a:extLst>
          </p:cNvPr>
          <p:cNvSpPr txBox="1"/>
          <p:nvPr/>
        </p:nvSpPr>
        <p:spPr>
          <a:xfrm>
            <a:off x="2441576" y="3349796"/>
            <a:ext cx="7341128" cy="369332"/>
          </a:xfrm>
          <a:prstGeom prst="rect">
            <a:avLst/>
          </a:prstGeom>
          <a:solidFill>
            <a:schemeClr val="bg1"/>
          </a:solidFill>
        </p:spPr>
        <p:txBody>
          <a:bodyPr wrap="square" rtlCol="0">
            <a:spAutoFit/>
          </a:bodyPr>
          <a:ls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r>
              <a:rPr lang="da-DK" dirty="0"/>
              <a:t>22-08-2025</a:t>
            </a:r>
            <a:endParaRPr lang="en-DK" dirty="0"/>
          </a:p>
        </p:txBody>
      </p:sp>
    </p:spTree>
    <p:extLst>
      <p:ext uri="{BB962C8B-B14F-4D97-AF65-F5344CB8AC3E}">
        <p14:creationId xmlns:p14="http://schemas.microsoft.com/office/powerpoint/2010/main" val="229067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2</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r>
              <a:rPr lang="en-US" b="1" dirty="0"/>
              <a:t>Repetition </a:t>
            </a:r>
            <a:r>
              <a:rPr lang="en-US" b="1" dirty="0" err="1"/>
              <a:t>fra</a:t>
            </a:r>
            <a:r>
              <a:rPr lang="en-US" b="1" dirty="0"/>
              <a:t> </a:t>
            </a:r>
            <a:r>
              <a:rPr lang="en-US" b="1" dirty="0" err="1"/>
              <a:t>tidligere</a:t>
            </a:r>
            <a:r>
              <a:rPr lang="en-US" b="1" dirty="0"/>
              <a:t> </a:t>
            </a:r>
            <a:r>
              <a:rPr lang="en-US" b="1" dirty="0" err="1"/>
              <a:t>kursusgange</a:t>
            </a:r>
            <a:endParaRPr lang="en-US" b="1" dirty="0"/>
          </a:p>
          <a:p>
            <a:r>
              <a:rPr lang="en-US" b="1" dirty="0" err="1"/>
              <a:t>F</a:t>
            </a:r>
            <a:r>
              <a:rPr lang="en-US" dirty="0" err="1"/>
              <a:t>unktioners</a:t>
            </a:r>
            <a:r>
              <a:rPr lang="en-US" dirty="0"/>
              <a:t> </a:t>
            </a:r>
            <a:r>
              <a:rPr lang="en-US" dirty="0" err="1"/>
              <a:t>opbygning</a:t>
            </a:r>
            <a:endParaRPr lang="en-US" dirty="0"/>
          </a:p>
          <a:p>
            <a:r>
              <a:rPr lang="en-US" dirty="0" err="1"/>
              <a:t>Viden</a:t>
            </a:r>
            <a:r>
              <a:rPr lang="en-US" dirty="0"/>
              <a:t> om input og output </a:t>
            </a:r>
            <a:r>
              <a:rPr lang="en-US" dirty="0" err="1"/>
              <a:t>fra</a:t>
            </a:r>
            <a:r>
              <a:rPr lang="en-US" dirty="0"/>
              <a:t> </a:t>
            </a:r>
            <a:r>
              <a:rPr lang="en-US" dirty="0" err="1"/>
              <a:t>funktioner</a:t>
            </a:r>
            <a:endParaRPr lang="en-US" dirty="0"/>
          </a:p>
          <a:p>
            <a:r>
              <a:rPr lang="en-US" dirty="0" err="1"/>
              <a:t>Viden</a:t>
            </a:r>
            <a:r>
              <a:rPr lang="en-US" dirty="0"/>
              <a:t> om type-declaration and definition</a:t>
            </a:r>
          </a:p>
          <a:p>
            <a:r>
              <a:rPr lang="en-US" dirty="0"/>
              <a:t>Header filer</a:t>
            </a:r>
          </a:p>
          <a:p>
            <a:r>
              <a:rPr lang="en-US" dirty="0" err="1"/>
              <a:t>Rekursive</a:t>
            </a:r>
            <a:r>
              <a:rPr lang="en-US" dirty="0"/>
              <a:t> </a:t>
            </a:r>
            <a:r>
              <a:rPr lang="en-US" dirty="0" err="1"/>
              <a:t>Funktioner</a:t>
            </a:r>
            <a:endParaRPr lang="en-US" dirty="0"/>
          </a:p>
          <a:p>
            <a:endParaRPr lang="en-US" dirty="0"/>
          </a:p>
          <a:p>
            <a:endParaRPr lang="en-US" dirty="0"/>
          </a:p>
          <a:p>
            <a:pPr marL="0" indent="0">
              <a:buNone/>
            </a:pPr>
            <a:endParaRPr lang="en-US"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3910369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829E85-4D7B-5DA9-9980-873D4A192DB4}"/>
              </a:ext>
            </a:extLst>
          </p:cNvPr>
          <p:cNvSpPr>
            <a:spLocks noGrp="1"/>
          </p:cNvSpPr>
          <p:nvPr>
            <p:ph type="sldNum" sz="quarter" idx="4"/>
          </p:nvPr>
        </p:nvSpPr>
        <p:spPr/>
        <p:txBody>
          <a:bodyPr/>
          <a:lstStyle/>
          <a:p>
            <a:fld id="{D8D877B3-D348-4611-9BDB-C5374591D951}" type="slidenum">
              <a:rPr lang="en-US" smtClean="0"/>
              <a:pPr/>
              <a:t>3</a:t>
            </a:fld>
            <a:endParaRPr lang="en-US" dirty="0"/>
          </a:p>
        </p:txBody>
      </p:sp>
      <p:sp>
        <p:nvSpPr>
          <p:cNvPr id="3" name="Title 2">
            <a:extLst>
              <a:ext uri="{FF2B5EF4-FFF2-40B4-BE49-F238E27FC236}">
                <a16:creationId xmlns:a16="http://schemas.microsoft.com/office/drawing/2014/main" id="{FE0CBF49-ED4A-D49B-F30F-8C5E6622F8DE}"/>
              </a:ext>
            </a:extLst>
          </p:cNvPr>
          <p:cNvSpPr>
            <a:spLocks noGrp="1"/>
          </p:cNvSpPr>
          <p:nvPr>
            <p:ph type="title"/>
          </p:nvPr>
        </p:nvSpPr>
        <p:spPr>
          <a:xfrm>
            <a:off x="587374" y="370290"/>
            <a:ext cx="10307454" cy="1474385"/>
          </a:xfrm>
        </p:spPr>
        <p:txBody>
          <a:bodyPr/>
          <a:lstStyle/>
          <a:p>
            <a:r>
              <a:rPr lang="da-DK" dirty="0"/>
              <a:t>Simple Datatypes and </a:t>
            </a:r>
            <a:r>
              <a:rPr lang="da-DK" dirty="0" err="1"/>
              <a:t>scope</a:t>
            </a:r>
            <a:endParaRPr lang="en-DK" dirty="0"/>
          </a:p>
        </p:txBody>
      </p:sp>
      <p:sp>
        <p:nvSpPr>
          <p:cNvPr id="4" name="Text Placeholder 3">
            <a:extLst>
              <a:ext uri="{FF2B5EF4-FFF2-40B4-BE49-F238E27FC236}">
                <a16:creationId xmlns:a16="http://schemas.microsoft.com/office/drawing/2014/main" id="{07E2843A-D546-ABAF-ABA1-955F627A8A24}"/>
              </a:ext>
            </a:extLst>
          </p:cNvPr>
          <p:cNvSpPr>
            <a:spLocks noGrp="1"/>
          </p:cNvSpPr>
          <p:nvPr>
            <p:ph type="body" sz="quarter" idx="12"/>
          </p:nvPr>
        </p:nvSpPr>
        <p:spPr/>
        <p:txBody>
          <a:bodyPr/>
          <a:lstStyle/>
          <a:p>
            <a:endParaRPr lang="en-DK"/>
          </a:p>
        </p:txBody>
      </p:sp>
      <p:sp>
        <p:nvSpPr>
          <p:cNvPr id="6" name="TextBox 5">
            <a:extLst>
              <a:ext uri="{FF2B5EF4-FFF2-40B4-BE49-F238E27FC236}">
                <a16:creationId xmlns:a16="http://schemas.microsoft.com/office/drawing/2014/main" id="{DE53D13D-54FE-65B4-E11F-9C5C6CA87784}"/>
              </a:ext>
            </a:extLst>
          </p:cNvPr>
          <p:cNvSpPr txBox="1"/>
          <p:nvPr/>
        </p:nvSpPr>
        <p:spPr>
          <a:xfrm>
            <a:off x="3175591" y="1145731"/>
            <a:ext cx="6400800" cy="4893647"/>
          </a:xfrm>
          <a:prstGeom prst="rect">
            <a:avLst/>
          </a:prstGeom>
          <a:solidFill>
            <a:schemeClr val="bg1">
              <a:lumMod val="95000"/>
            </a:schemeClr>
          </a:solidFill>
        </p:spPr>
        <p:txBody>
          <a:bodyPr wrap="square">
            <a:spAutoFit/>
          </a:bodyPr>
          <a:lstStyle/>
          <a:p>
            <a:pPr marL="228600" indent="-2286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g_number</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95E26"/>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argc</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argv</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a:t>
            </a:r>
            <a:r>
              <a:rPr lang="en-US" sz="1200" b="0" dirty="0">
                <a:solidFill>
                  <a:srgbClr val="000000"/>
                </a:solidFill>
                <a:effectLst/>
                <a:latin typeface="Consolas" panose="020B0609020204030204" pitchFamily="49" charset="0"/>
              </a:rPr>
              <a:t> = </a:t>
            </a:r>
            <a:r>
              <a:rPr lang="en-US" sz="1200" b="0" dirty="0">
                <a:solidFill>
                  <a:srgbClr val="A31515"/>
                </a:solidFill>
                <a:effectLst/>
                <a:latin typeface="Consolas" panose="020B0609020204030204" pitchFamily="49" charset="0"/>
              </a:rPr>
              <a:t>'K'</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a</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3.1</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custom_return_value</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31234</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8000"/>
                </a:solidFill>
                <a:effectLst/>
                <a:latin typeface="Consolas" panose="020B0609020204030204" pitchFamily="49" charset="0"/>
              </a:rPr>
              <a:t>    /* the inner scope between the following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i</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i</a:t>
            </a:r>
            <a:r>
              <a:rPr lang="en-US" sz="1200" b="0" dirty="0">
                <a:solidFill>
                  <a:srgbClr val="000000"/>
                </a:solidFill>
                <a:effectLst/>
                <a:latin typeface="Consolas" panose="020B0609020204030204" pitchFamily="49" charset="0"/>
              </a:rPr>
              <a:t>&lt;</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inner_scope_var</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8000"/>
                </a:solidFill>
                <a:effectLst/>
                <a:latin typeface="Consolas" panose="020B0609020204030204" pitchFamily="49" charset="0"/>
              </a:rPr>
              <a:t>        /* allowed manipulation of values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inner_scope_var</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a</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100.3</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g_number</a:t>
            </a:r>
            <a:r>
              <a:rPr lang="en-US" sz="1200" b="0" dirty="0">
                <a:solidFill>
                  <a:srgbClr val="000000"/>
                </a:solidFill>
                <a:effectLst/>
                <a:latin typeface="Consolas" panose="020B0609020204030204" pitchFamily="49" charset="0"/>
              </a:rPr>
              <a:t> = </a:t>
            </a:r>
            <a:r>
              <a:rPr lang="en-US" sz="1200" b="0" dirty="0" err="1">
                <a:solidFill>
                  <a:srgbClr val="001080"/>
                </a:solidFill>
                <a:effectLst/>
                <a:latin typeface="Consolas" panose="020B0609020204030204" pitchFamily="49" charset="0"/>
              </a:rPr>
              <a:t>g_number</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 variables </a:t>
            </a:r>
            <a:r>
              <a:rPr lang="en-US" sz="1200" b="0" dirty="0" err="1">
                <a:solidFill>
                  <a:srgbClr val="008000"/>
                </a:solidFill>
                <a:effectLst/>
                <a:latin typeface="Consolas" panose="020B0609020204030204" pitchFamily="49" charset="0"/>
              </a:rPr>
              <a:t>i</a:t>
            </a:r>
            <a:r>
              <a:rPr lang="en-US" sz="1200" b="0" dirty="0">
                <a:solidFill>
                  <a:srgbClr val="008000"/>
                </a:solidFill>
                <a:effectLst/>
                <a:latin typeface="Consolas" panose="020B0609020204030204" pitchFamily="49" charset="0"/>
              </a:rPr>
              <a:t> and </a:t>
            </a:r>
            <a:r>
              <a:rPr lang="en-US" sz="1200" b="0" dirty="0" err="1">
                <a:solidFill>
                  <a:srgbClr val="008000"/>
                </a:solidFill>
                <a:effectLst/>
                <a:latin typeface="Consolas" panose="020B0609020204030204" pitchFamily="49" charset="0"/>
              </a:rPr>
              <a:t>inner_scope_var</a:t>
            </a:r>
            <a:r>
              <a:rPr lang="en-US" sz="1200" b="0" dirty="0">
                <a:solidFill>
                  <a:srgbClr val="008000"/>
                </a:solidFill>
                <a:effectLst/>
                <a:latin typeface="Consolas" panose="020B0609020204030204" pitchFamily="49" charset="0"/>
              </a:rPr>
              <a:t> are destroyed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8000"/>
                </a:solidFill>
                <a:effectLst/>
                <a:latin typeface="Consolas" panose="020B0609020204030204" pitchFamily="49" charset="0"/>
              </a:rPr>
              <a:t>    /* allowed manipulation of values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a</a:t>
            </a:r>
            <a:r>
              <a:rPr lang="en-US" sz="1200" b="0" dirty="0">
                <a:solidFill>
                  <a:srgbClr val="000000"/>
                </a:solidFill>
                <a:effectLst/>
                <a:latin typeface="Consolas" panose="020B0609020204030204" pitchFamily="49" charset="0"/>
              </a:rPr>
              <a:t> = </a:t>
            </a:r>
            <a:r>
              <a:rPr lang="en-US" sz="1200" b="0" dirty="0">
                <a:solidFill>
                  <a:srgbClr val="001080"/>
                </a:solidFill>
                <a:effectLst/>
                <a:latin typeface="Consolas" panose="020B0609020204030204" pitchFamily="49" charset="0"/>
              </a:rPr>
              <a:t>a</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14.1</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g_number</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3</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inner_scope_var</a:t>
            </a:r>
            <a:r>
              <a:rPr lang="en-US" sz="1200" b="0" dirty="0">
                <a:solidFill>
                  <a:srgbClr val="008000"/>
                </a:solidFill>
                <a:effectLst/>
                <a:latin typeface="Consolas" panose="020B0609020204030204" pitchFamily="49" charset="0"/>
              </a:rPr>
              <a:t>++; /* Not allowed. variable was destroyed!!!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i</a:t>
            </a:r>
            <a:r>
              <a:rPr lang="en-US" sz="1200" b="0" dirty="0">
                <a:solidFill>
                  <a:srgbClr val="008000"/>
                </a:solidFill>
                <a:effectLst/>
                <a:latin typeface="Consolas" panose="020B0609020204030204" pitchFamily="49" charset="0"/>
              </a:rPr>
              <a:t>++; /* Not allowed. variable was destroyed!!!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custom_return_value</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43924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1F0C71-3AE1-3CBF-F96D-C6F348C14E64}"/>
              </a:ext>
            </a:extLst>
          </p:cNvPr>
          <p:cNvSpPr>
            <a:spLocks noGrp="1"/>
          </p:cNvSpPr>
          <p:nvPr>
            <p:ph type="sldNum" sz="quarter" idx="4"/>
          </p:nvPr>
        </p:nvSpPr>
        <p:spPr/>
        <p:txBody>
          <a:bodyPr/>
          <a:lstStyle/>
          <a:p>
            <a:fld id="{D8D877B3-D348-4611-9BDB-C5374591D951}" type="slidenum">
              <a:rPr lang="en-US" smtClean="0"/>
              <a:pPr/>
              <a:t>4</a:t>
            </a:fld>
            <a:endParaRPr lang="en-US" dirty="0"/>
          </a:p>
        </p:txBody>
      </p:sp>
      <p:sp>
        <p:nvSpPr>
          <p:cNvPr id="3" name="Title 2">
            <a:extLst>
              <a:ext uri="{FF2B5EF4-FFF2-40B4-BE49-F238E27FC236}">
                <a16:creationId xmlns:a16="http://schemas.microsoft.com/office/drawing/2014/main" id="{AAC9EB4F-D33E-BF2D-D003-FBC67A7FF79C}"/>
              </a:ext>
            </a:extLst>
          </p:cNvPr>
          <p:cNvSpPr>
            <a:spLocks noGrp="1"/>
          </p:cNvSpPr>
          <p:nvPr>
            <p:ph type="title"/>
          </p:nvPr>
        </p:nvSpPr>
        <p:spPr/>
        <p:txBody>
          <a:bodyPr/>
          <a:lstStyle/>
          <a:p>
            <a:r>
              <a:rPr lang="da-DK" dirty="0"/>
              <a:t>Pointers</a:t>
            </a:r>
            <a:endParaRPr lang="en-DK" dirty="0"/>
          </a:p>
        </p:txBody>
      </p:sp>
      <p:sp>
        <p:nvSpPr>
          <p:cNvPr id="4" name="Text Placeholder 3">
            <a:extLst>
              <a:ext uri="{FF2B5EF4-FFF2-40B4-BE49-F238E27FC236}">
                <a16:creationId xmlns:a16="http://schemas.microsoft.com/office/drawing/2014/main" id="{DE456EB1-FCB3-D629-4458-DAA1F91AA2FD}"/>
              </a:ext>
            </a:extLst>
          </p:cNvPr>
          <p:cNvSpPr>
            <a:spLocks noGrp="1"/>
          </p:cNvSpPr>
          <p:nvPr>
            <p:ph type="body" sz="quarter" idx="12"/>
          </p:nvPr>
        </p:nvSpPr>
        <p:spPr/>
        <p:txBody>
          <a:bodyPr/>
          <a:lstStyle/>
          <a:p>
            <a:endParaRPr lang="en-DK" dirty="0"/>
          </a:p>
        </p:txBody>
      </p:sp>
      <p:sp>
        <p:nvSpPr>
          <p:cNvPr id="6" name="TextBox 5">
            <a:extLst>
              <a:ext uri="{FF2B5EF4-FFF2-40B4-BE49-F238E27FC236}">
                <a16:creationId xmlns:a16="http://schemas.microsoft.com/office/drawing/2014/main" id="{9E668A14-A59F-442C-D0FE-D7B8AA97350D}"/>
              </a:ext>
            </a:extLst>
          </p:cNvPr>
          <p:cNvSpPr txBox="1"/>
          <p:nvPr/>
        </p:nvSpPr>
        <p:spPr>
          <a:xfrm>
            <a:off x="1798670" y="2204631"/>
            <a:ext cx="8197503" cy="3785652"/>
          </a:xfrm>
          <a:prstGeom prst="rect">
            <a:avLst/>
          </a:prstGeom>
          <a:solidFill>
            <a:schemeClr val="bg1">
              <a:lumMod val="95000"/>
            </a:schemeClr>
          </a:solidFill>
        </p:spPr>
        <p:txBody>
          <a:bodyPr wrap="square">
            <a:spAutoFit/>
          </a:bodyPr>
          <a:lstStyle/>
          <a:p>
            <a:pPr marL="228600" indent="-228600">
              <a:buFont typeface="+mj-lt"/>
              <a:buAutoNum type="arabicPeriod"/>
            </a:pPr>
            <a:r>
              <a:rPr lang="en-US" sz="1600" b="0" dirty="0">
                <a:solidFill>
                  <a:srgbClr val="AF00DB"/>
                </a:solidFill>
                <a:effectLst/>
                <a:latin typeface="Consolas" panose="020B0609020204030204" pitchFamily="49" charset="0"/>
              </a:rPr>
              <a:t>#include</a:t>
            </a:r>
            <a:r>
              <a:rPr lang="en-US" sz="1600" b="0" dirty="0">
                <a:solidFill>
                  <a:srgbClr val="0000FF"/>
                </a:solidFill>
                <a:effectLst/>
                <a:latin typeface="Consolas" panose="020B0609020204030204" pitchFamily="49" charset="0"/>
              </a:rPr>
              <a:t> </a:t>
            </a:r>
            <a:r>
              <a:rPr lang="en-US" sz="1600" b="0" dirty="0">
                <a:solidFill>
                  <a:srgbClr val="A31515"/>
                </a:solidFill>
                <a:effectLst/>
                <a:latin typeface="Consolas" panose="020B0609020204030204" pitchFamily="49" charset="0"/>
              </a:rPr>
              <a:t>&lt;</a:t>
            </a:r>
            <a:r>
              <a:rPr lang="en-US" sz="1600" b="0" dirty="0" err="1">
                <a:solidFill>
                  <a:srgbClr val="A31515"/>
                </a:solidFill>
                <a:effectLst/>
                <a:latin typeface="Consolas" panose="020B0609020204030204" pitchFamily="49" charset="0"/>
              </a:rPr>
              <a:t>stdio.h</a:t>
            </a:r>
            <a:r>
              <a:rPr lang="en-US" sz="1600" b="0" dirty="0">
                <a:solidFill>
                  <a:srgbClr val="A31515"/>
                </a:solidFill>
                <a:effectLst/>
                <a:latin typeface="Consolas" panose="020B0609020204030204" pitchFamily="49" charset="0"/>
              </a:rPr>
              <a:t>&gt; </a:t>
            </a:r>
            <a:r>
              <a:rPr lang="en-US" sz="1600" b="0" dirty="0">
                <a:solidFill>
                  <a:srgbClr val="008000"/>
                </a:solidFill>
                <a:effectLst/>
                <a:latin typeface="Consolas" panose="020B0609020204030204" pitchFamily="49" charset="0"/>
              </a:rPr>
              <a:t>/* </a:t>
            </a:r>
            <a:r>
              <a:rPr lang="en-US" sz="1600" b="0" dirty="0" err="1">
                <a:solidFill>
                  <a:srgbClr val="008000"/>
                </a:solidFill>
                <a:effectLst/>
                <a:latin typeface="Consolas" panose="020B0609020204030204" pitchFamily="49" charset="0"/>
              </a:rPr>
              <a:t>printf</a:t>
            </a:r>
            <a:r>
              <a:rPr lang="en-US" sz="1600" b="0" dirty="0">
                <a:solidFill>
                  <a:srgbClr val="008000"/>
                </a:solidFill>
                <a:effectLst/>
                <a:latin typeface="Consolas" panose="020B0609020204030204" pitchFamily="49" charset="0"/>
              </a:rPr>
              <a:t> */</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a:solidFill>
                  <a:srgbClr val="0000FF"/>
                </a:solidFill>
                <a:effectLst/>
                <a:latin typeface="Consolas" panose="020B0609020204030204" pitchFamily="49" charset="0"/>
              </a:rPr>
              <a:t> </a:t>
            </a:r>
          </a:p>
          <a:p>
            <a:pPr marL="228600" indent="-228600">
              <a:buFont typeface="+mj-lt"/>
              <a:buAutoNum type="arabicPeriod"/>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main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p_var</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var1</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131</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var2</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0x315F</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p_var</a:t>
            </a:r>
            <a:r>
              <a:rPr lang="en-US" sz="1600" b="0" dirty="0">
                <a:solidFill>
                  <a:srgbClr val="000000"/>
                </a:solidFill>
                <a:effectLst/>
                <a:latin typeface="Consolas" panose="020B0609020204030204" pitchFamily="49" charset="0"/>
              </a:rPr>
              <a:t> = &amp;</a:t>
            </a:r>
            <a:r>
              <a:rPr lang="en-US" sz="1600" b="0" dirty="0">
                <a:solidFill>
                  <a:srgbClr val="001080"/>
                </a:solidFill>
                <a:effectLst/>
                <a:latin typeface="Consolas" panose="020B0609020204030204" pitchFamily="49" charset="0"/>
              </a:rPr>
              <a:t>var1</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p_var</a:t>
            </a:r>
            <a:r>
              <a:rPr lang="en-US" sz="1600" b="0" dirty="0">
                <a:solidFill>
                  <a:srgbClr val="000000"/>
                </a:solidFill>
                <a:effectLst/>
                <a:latin typeface="Consolas" panose="020B0609020204030204" pitchFamily="49" charset="0"/>
              </a:rPr>
              <a:t> = &amp;</a:t>
            </a:r>
            <a:r>
              <a:rPr lang="en-US" sz="1600" b="0" dirty="0">
                <a:solidFill>
                  <a:srgbClr val="001080"/>
                </a:solidFill>
                <a:effectLst/>
                <a:latin typeface="Consolas" panose="020B0609020204030204" pitchFamily="49" charset="0"/>
              </a:rPr>
              <a:t>var2</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printf</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"Value of the variable </a:t>
            </a:r>
            <a:r>
              <a:rPr lang="en-US" sz="1600" b="0" dirty="0" err="1">
                <a:solidFill>
                  <a:srgbClr val="A31515"/>
                </a:solidFill>
                <a:effectLst/>
                <a:latin typeface="Consolas" panose="020B0609020204030204" pitchFamily="49" charset="0"/>
              </a:rPr>
              <a:t>p_var</a:t>
            </a:r>
            <a:r>
              <a:rPr lang="en-US" sz="1600" b="0" dirty="0">
                <a:solidFill>
                  <a:srgbClr val="A31515"/>
                </a:solidFill>
                <a:effectLst/>
                <a:latin typeface="Consolas" panose="020B0609020204030204" pitchFamily="49" charset="0"/>
              </a:rPr>
              <a:t> is pointing to: </a:t>
            </a:r>
            <a:r>
              <a:rPr lang="en-US" sz="1600" b="0" dirty="0">
                <a:solidFill>
                  <a:srgbClr val="00108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i</a:t>
            </a:r>
            <a:r>
              <a:rPr lang="en-US" sz="1600" b="0" dirty="0">
                <a:solidFill>
                  <a:srgbClr val="EE0000"/>
                </a:solidFill>
                <a:effectLst/>
                <a:latin typeface="Consolas" panose="020B0609020204030204" pitchFamily="49" charset="0"/>
              </a:rPr>
              <a:t>\n</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p_var</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426292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Titel 2">
            <a:extLst>
              <a:ext uri="{FF2B5EF4-FFF2-40B4-BE49-F238E27FC236}">
                <a16:creationId xmlns:a16="http://schemas.microsoft.com/office/drawing/2014/main" id="{BF71CF3B-A2F9-4C52-828F-05CC8CF06219}"/>
              </a:ext>
            </a:extLst>
          </p:cNvPr>
          <p:cNvSpPr>
            <a:spLocks noGrp="1"/>
          </p:cNvSpPr>
          <p:nvPr>
            <p:ph type="title"/>
          </p:nvPr>
        </p:nvSpPr>
        <p:spPr>
          <a:xfrm>
            <a:off x="587374" y="367628"/>
            <a:ext cx="7939938" cy="1621619"/>
          </a:xfrm>
        </p:spPr>
        <p:txBody>
          <a:bodyPr/>
          <a:lstStyle/>
          <a:p>
            <a:r>
              <a:rPr lang="da-DK" dirty="0"/>
              <a:t>Dynamic Memory </a:t>
            </a:r>
            <a:r>
              <a:rPr lang="da-DK" dirty="0" err="1"/>
              <a:t>Allocation</a:t>
            </a:r>
            <a:endParaRPr lang="da-DK" dirty="0"/>
          </a:p>
        </p:txBody>
      </p:sp>
      <p:sp>
        <p:nvSpPr>
          <p:cNvPr id="4" name="Text Placeholder 3">
            <a:extLst>
              <a:ext uri="{FF2B5EF4-FFF2-40B4-BE49-F238E27FC236}">
                <a16:creationId xmlns:a16="http://schemas.microsoft.com/office/drawing/2014/main" id="{AF7EB06B-6DAA-6977-B95C-58EED1564CC4}"/>
              </a:ext>
            </a:extLst>
          </p:cNvPr>
          <p:cNvSpPr>
            <a:spLocks noGrp="1"/>
          </p:cNvSpPr>
          <p:nvPr>
            <p:ph type="body" sz="quarter" idx="13"/>
          </p:nvPr>
        </p:nvSpPr>
        <p:spPr/>
        <p:txBody>
          <a:bodyPr/>
          <a:lstStyle/>
          <a:p>
            <a:r>
              <a:rPr lang="da-DK" dirty="0"/>
              <a:t>Variabler som er </a:t>
            </a:r>
            <a:r>
              <a:rPr lang="da-DK" dirty="0" err="1"/>
              <a:t>stack</a:t>
            </a:r>
            <a:r>
              <a:rPr lang="da-DK" dirty="0"/>
              <a:t>-allokeret bliver destrueret når man forlader det </a:t>
            </a:r>
            <a:r>
              <a:rPr lang="da-DK" dirty="0" err="1"/>
              <a:t>scope</a:t>
            </a:r>
            <a:r>
              <a:rPr lang="da-DK" dirty="0"/>
              <a:t> de er defineret i!</a:t>
            </a:r>
          </a:p>
          <a:p>
            <a:r>
              <a:rPr lang="da-DK" dirty="0"/>
              <a:t>Variabler som er </a:t>
            </a:r>
            <a:r>
              <a:rPr lang="da-DK" dirty="0" err="1"/>
              <a:t>heap</a:t>
            </a:r>
            <a:r>
              <a:rPr lang="da-DK" dirty="0"/>
              <a:t>-allokeret, bliver ikke destrueret!</a:t>
            </a:r>
          </a:p>
          <a:p>
            <a:pPr lvl="2"/>
            <a:r>
              <a:rPr lang="da-DK" dirty="0"/>
              <a:t>Vigtigt for funktioner!</a:t>
            </a:r>
          </a:p>
        </p:txBody>
      </p:sp>
      <p:sp>
        <p:nvSpPr>
          <p:cNvPr id="2" name="Pladsholder til slidenummer 1">
            <a:extLst>
              <a:ext uri="{FF2B5EF4-FFF2-40B4-BE49-F238E27FC236}">
                <a16:creationId xmlns:a16="http://schemas.microsoft.com/office/drawing/2014/main" id="{1A4E051B-D714-4FB4-A991-564A9EE01E56}"/>
              </a:ext>
            </a:extLst>
          </p:cNvPr>
          <p:cNvSpPr>
            <a:spLocks noGrp="1"/>
          </p:cNvSpPr>
          <p:nvPr>
            <p:ph type="sldNum" sz="quarter" idx="4"/>
          </p:nvPr>
        </p:nvSpPr>
        <p:spPr/>
        <p:txBody>
          <a:bodyPr/>
          <a:lstStyle/>
          <a:p>
            <a:fld id="{D8D877B3-D348-4611-9BDB-C5374591D951}" type="slidenum">
              <a:rPr lang="en-US" smtClean="0"/>
              <a:pPr/>
              <a:t>5</a:t>
            </a:fld>
            <a:endParaRPr lang="en-US" dirty="0"/>
          </a:p>
        </p:txBody>
      </p:sp>
      <p:pic>
        <p:nvPicPr>
          <p:cNvPr id="6" name="Chart Placeholder 5">
            <a:extLst>
              <a:ext uri="{FF2B5EF4-FFF2-40B4-BE49-F238E27FC236}">
                <a16:creationId xmlns:a16="http://schemas.microsoft.com/office/drawing/2014/main" id="{357B883D-A242-AB1C-D169-B2B7575A9CB9}"/>
              </a:ext>
            </a:extLst>
          </p:cNvPr>
          <p:cNvPicPr>
            <a:picLocks noGrp="1" noChangeAspect="1"/>
          </p:cNvPicPr>
          <p:nvPr>
            <p:ph type="chart" sz="quarter" idx="12"/>
          </p:nvPr>
        </p:nvPicPr>
        <p:blipFill>
          <a:blip r:embed="rId2"/>
          <a:stretch>
            <a:fillRect/>
          </a:stretch>
        </p:blipFill>
        <p:spPr>
          <a:xfrm>
            <a:off x="6205167" y="3101049"/>
            <a:ext cx="5306165" cy="1895740"/>
          </a:xfrm>
          <a:prstGeom prst="rect">
            <a:avLst/>
          </a:prstGeom>
        </p:spPr>
      </p:pic>
    </p:spTree>
    <p:extLst>
      <p:ext uri="{BB962C8B-B14F-4D97-AF65-F5344CB8AC3E}">
        <p14:creationId xmlns:p14="http://schemas.microsoft.com/office/powerpoint/2010/main" val="1204379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0E31AE-77CD-E7FE-54A7-285B8D61D471}"/>
              </a:ext>
            </a:extLst>
          </p:cNvPr>
          <p:cNvSpPr>
            <a:spLocks noGrp="1"/>
          </p:cNvSpPr>
          <p:nvPr>
            <p:ph type="sldNum" sz="quarter" idx="4"/>
          </p:nvPr>
        </p:nvSpPr>
        <p:spPr/>
        <p:txBody>
          <a:bodyPr/>
          <a:lstStyle/>
          <a:p>
            <a:fld id="{D8D877B3-D348-4611-9BDB-C5374591D951}" type="slidenum">
              <a:rPr lang="en-US" smtClean="0"/>
              <a:pPr/>
              <a:t>6</a:t>
            </a:fld>
            <a:endParaRPr lang="en-US" dirty="0"/>
          </a:p>
        </p:txBody>
      </p:sp>
      <p:sp>
        <p:nvSpPr>
          <p:cNvPr id="3" name="Title 2">
            <a:extLst>
              <a:ext uri="{FF2B5EF4-FFF2-40B4-BE49-F238E27FC236}">
                <a16:creationId xmlns:a16="http://schemas.microsoft.com/office/drawing/2014/main" id="{26D47E2A-291E-3316-6702-79AF4C9F82AE}"/>
              </a:ext>
            </a:extLst>
          </p:cNvPr>
          <p:cNvSpPr>
            <a:spLocks noGrp="1"/>
          </p:cNvSpPr>
          <p:nvPr>
            <p:ph type="title"/>
          </p:nvPr>
        </p:nvSpPr>
        <p:spPr>
          <a:xfrm>
            <a:off x="587373" y="370290"/>
            <a:ext cx="11938561" cy="1474385"/>
          </a:xfrm>
        </p:spPr>
        <p:txBody>
          <a:bodyPr/>
          <a:lstStyle/>
          <a:p>
            <a:r>
              <a:rPr lang="da-DK" sz="3200" dirty="0"/>
              <a:t>functions1</a:t>
            </a:r>
            <a:br>
              <a:rPr lang="da-DK" sz="3200" dirty="0"/>
            </a:br>
            <a:r>
              <a:rPr lang="da-DK" sz="2400" dirty="0"/>
              <a:t>Tavle: Hvad betyder</a:t>
            </a:r>
            <a:r>
              <a:rPr lang="en-DK" sz="2400" dirty="0"/>
              <a:t> N(</a:t>
            </a:r>
            <a:r>
              <a:rPr lang="en-US" sz="2400" dirty="0"/>
              <a:t>xx</a:t>
            </a:r>
            <a:r>
              <a:rPr lang="en-DK" sz="2400" dirty="0"/>
              <a:t>)</a:t>
            </a:r>
            <a:r>
              <a:rPr lang="en-US" sz="2400" dirty="0"/>
              <a:t>=xx</a:t>
            </a:r>
            <a:r>
              <a:rPr lang="da-DK" sz="2400" dirty="0"/>
              <a:t>?</a:t>
            </a:r>
            <a:endParaRPr lang="en-DK" sz="3200" dirty="0"/>
          </a:p>
        </p:txBody>
      </p:sp>
      <p:sp>
        <p:nvSpPr>
          <p:cNvPr id="24" name="TextBox 23">
            <a:extLst>
              <a:ext uri="{FF2B5EF4-FFF2-40B4-BE49-F238E27FC236}">
                <a16:creationId xmlns:a16="http://schemas.microsoft.com/office/drawing/2014/main" id="{E2B3B92B-0BEE-FC07-7492-EB3051CD64A4}"/>
              </a:ext>
            </a:extLst>
          </p:cNvPr>
          <p:cNvSpPr txBox="1"/>
          <p:nvPr/>
        </p:nvSpPr>
        <p:spPr>
          <a:xfrm>
            <a:off x="814809" y="3185224"/>
            <a:ext cx="4974885" cy="2246769"/>
          </a:xfrm>
          <a:prstGeom prst="rect">
            <a:avLst/>
          </a:prstGeom>
          <a:noFill/>
        </p:spPr>
        <p:txBody>
          <a:bodyPr wrap="square">
            <a:spAutoFit/>
          </a:bodyPr>
          <a:lstStyle/>
          <a:p>
            <a:pPr marL="342900" indent="-342900">
              <a:buFont typeface="+mj-lt"/>
              <a:buAutoNum type="arabicPeriod"/>
            </a:pPr>
            <a:r>
              <a:rPr lang="en-US" sz="1400" dirty="0" err="1">
                <a:latin typeface="Consolas" panose="020B0609020204030204" pitchFamily="49" charset="0"/>
              </a:rPr>
              <a:t>Hvad</a:t>
            </a:r>
            <a:r>
              <a:rPr lang="en-US" sz="1400" dirty="0">
                <a:latin typeface="Consolas" panose="020B0609020204030204" pitchFamily="49" charset="0"/>
              </a:rPr>
              <a:t> </a:t>
            </a:r>
            <a:r>
              <a:rPr lang="en-US" sz="1400" dirty="0" err="1">
                <a:latin typeface="Consolas" panose="020B0609020204030204" pitchFamily="49" charset="0"/>
              </a:rPr>
              <a:t>ville</a:t>
            </a:r>
            <a:r>
              <a:rPr lang="en-US" sz="1400" dirty="0">
                <a:latin typeface="Consolas" panose="020B0609020204030204" pitchFamily="49" charset="0"/>
              </a:rPr>
              <a:t> </a:t>
            </a:r>
            <a:r>
              <a:rPr lang="en-US" sz="1400" dirty="0" err="1">
                <a:latin typeface="Consolas" panose="020B0609020204030204" pitchFamily="49" charset="0"/>
              </a:rPr>
              <a:t>hjælpe</a:t>
            </a:r>
            <a:r>
              <a:rPr lang="en-US" sz="1400" dirty="0">
                <a:latin typeface="Consolas" panose="020B0609020204030204" pitchFamily="49" charset="0"/>
              </a:rPr>
              <a:t> </a:t>
            </a:r>
            <a:r>
              <a:rPr lang="en-US" sz="1400" dirty="0" err="1">
                <a:latin typeface="Consolas" panose="020B0609020204030204" pitchFamily="49" charset="0"/>
              </a:rPr>
              <a:t>os</a:t>
            </a:r>
            <a:r>
              <a:rPr lang="en-US" sz="1400" dirty="0">
                <a:latin typeface="Consolas" panose="020B0609020204030204" pitchFamily="49" charset="0"/>
              </a:rPr>
              <a:t> her</a:t>
            </a:r>
            <a:r>
              <a:rPr lang="da-DK" sz="1400" dirty="0">
                <a:latin typeface="Consolas" panose="020B0609020204030204" pitchFamily="49" charset="0"/>
              </a:rPr>
              <a:t>? Koden må ikke ændre funktionalitet </a:t>
            </a:r>
          </a:p>
          <a:p>
            <a:pPr marL="800065" lvl="1" indent="-342900">
              <a:buFont typeface="+mj-lt"/>
              <a:buAutoNum type="arabicPeriod"/>
            </a:pPr>
            <a:r>
              <a:rPr lang="da-DK" sz="1400" dirty="0">
                <a:latin typeface="Consolas" panose="020B0609020204030204" pitchFamily="49" charset="0"/>
              </a:rPr>
              <a:t>(hvad gør programmet svært at læse)</a:t>
            </a:r>
          </a:p>
          <a:p>
            <a:endParaRPr lang="en-US" sz="1400" dirty="0">
              <a:latin typeface="Consolas" panose="020B0609020204030204" pitchFamily="49" charset="0"/>
            </a:endParaRPr>
          </a:p>
          <a:p>
            <a:r>
              <a:rPr lang="en-US" sz="1400" dirty="0">
                <a:latin typeface="Consolas" panose="020B0609020204030204" pitchFamily="49" charset="0"/>
              </a:rPr>
              <a:t>[Terminal]: </a:t>
            </a:r>
          </a:p>
          <a:p>
            <a:r>
              <a:rPr lang="en-US" sz="1400" dirty="0">
                <a:latin typeface="Consolas" panose="020B0609020204030204" pitchFamily="49" charset="0"/>
              </a:rPr>
              <a:t>$ </a:t>
            </a:r>
            <a:r>
              <a:rPr lang="en-US" sz="1400" dirty="0" err="1">
                <a:latin typeface="Consolas" panose="020B0609020204030204" pitchFamily="49" charset="0"/>
              </a:rPr>
              <a:t>gcc</a:t>
            </a:r>
            <a:r>
              <a:rPr lang="en-US" sz="1400" dirty="0">
                <a:latin typeface="Consolas" panose="020B0609020204030204" pitchFamily="49" charset="0"/>
              </a:rPr>
              <a:t> –o function1 function1.c</a:t>
            </a:r>
          </a:p>
          <a:p>
            <a:r>
              <a:rPr lang="en-US" sz="1400" dirty="0">
                <a:latin typeface="Consolas" panose="020B0609020204030204" pitchFamily="49" charset="0"/>
              </a:rPr>
              <a:t>./ function1</a:t>
            </a:r>
          </a:p>
          <a:p>
            <a:r>
              <a:rPr lang="en-US" sz="1400" dirty="0">
                <a:latin typeface="Consolas" panose="020B0609020204030204" pitchFamily="49" charset="0"/>
              </a:rPr>
              <a:t>&gt;&gt; N(211)=15</a:t>
            </a:r>
          </a:p>
          <a:p>
            <a:r>
              <a:rPr lang="en-US" sz="1400" dirty="0">
                <a:latin typeface="Consolas" panose="020B0609020204030204" pitchFamily="49" charset="0"/>
              </a:rPr>
              <a:t>./ function1</a:t>
            </a:r>
          </a:p>
          <a:p>
            <a:r>
              <a:rPr lang="en-US" sz="1400" dirty="0">
                <a:latin typeface="Consolas" panose="020B0609020204030204" pitchFamily="49" charset="0"/>
              </a:rPr>
              <a:t>&gt;&gt; N(93)=9</a:t>
            </a:r>
            <a:endParaRPr lang="en-DK" sz="1400" dirty="0">
              <a:latin typeface="Consolas" panose="020B0609020204030204" pitchFamily="49" charset="0"/>
            </a:endParaRPr>
          </a:p>
        </p:txBody>
      </p:sp>
      <p:sp>
        <p:nvSpPr>
          <p:cNvPr id="5" name="TextBox 4">
            <a:extLst>
              <a:ext uri="{FF2B5EF4-FFF2-40B4-BE49-F238E27FC236}">
                <a16:creationId xmlns:a16="http://schemas.microsoft.com/office/drawing/2014/main" id="{1DC4685D-F63B-4833-62F4-5764713E78D7}"/>
              </a:ext>
            </a:extLst>
          </p:cNvPr>
          <p:cNvSpPr txBox="1"/>
          <p:nvPr/>
        </p:nvSpPr>
        <p:spPr>
          <a:xfrm>
            <a:off x="5850467" y="2073872"/>
            <a:ext cx="6180666" cy="3785652"/>
          </a:xfrm>
          <a:prstGeom prst="rect">
            <a:avLst/>
          </a:prstGeom>
          <a:solidFill>
            <a:schemeClr val="bg1">
              <a:lumMod val="95000"/>
            </a:schemeClr>
          </a:solidFill>
        </p:spPr>
        <p:txBody>
          <a:bodyPr wrap="square">
            <a:spAutoFit/>
          </a:bodyPr>
          <a:lstStyle/>
          <a:p>
            <a:pPr marL="228600" indent="-228600">
              <a:buFont typeface="+mj-lt"/>
              <a:buAutoNum type="arabicPeriod"/>
            </a:pPr>
            <a:r>
              <a:rPr lang="en-US" sz="1600" b="0" dirty="0">
                <a:solidFill>
                  <a:srgbClr val="AF00DB"/>
                </a:solidFill>
                <a:effectLst/>
                <a:latin typeface="Consolas" panose="020B0609020204030204" pitchFamily="49" charset="0"/>
              </a:rPr>
              <a:t>#include</a:t>
            </a:r>
            <a:r>
              <a:rPr lang="en-US" sz="1600" b="0" dirty="0">
                <a:solidFill>
                  <a:srgbClr val="0000FF"/>
                </a:solidFill>
                <a:effectLst/>
                <a:latin typeface="Consolas" panose="020B0609020204030204" pitchFamily="49" charset="0"/>
              </a:rPr>
              <a:t> </a:t>
            </a:r>
            <a:r>
              <a:rPr lang="en-US" sz="1600" b="0" dirty="0">
                <a:solidFill>
                  <a:srgbClr val="A31515"/>
                </a:solidFill>
                <a:effectLst/>
                <a:latin typeface="Consolas" panose="020B0609020204030204" pitchFamily="49" charset="0"/>
              </a:rPr>
              <a:t>&lt;</a:t>
            </a:r>
            <a:r>
              <a:rPr lang="en-US" sz="1600" b="0" dirty="0" err="1">
                <a:solidFill>
                  <a:srgbClr val="A31515"/>
                </a:solidFill>
                <a:effectLst/>
                <a:latin typeface="Consolas" panose="020B0609020204030204" pitchFamily="49" charset="0"/>
              </a:rPr>
              <a:t>stdio.h</a:t>
            </a:r>
            <a:r>
              <a:rPr lang="en-US" sz="1600" b="0" dirty="0">
                <a:solidFill>
                  <a:srgbClr val="A31515"/>
                </a:solidFill>
                <a:effectLst/>
                <a:latin typeface="Consolas" panose="020B0609020204030204" pitchFamily="49" charset="0"/>
              </a:rPr>
              <a:t>&gt;</a:t>
            </a:r>
          </a:p>
          <a:p>
            <a:pPr marL="228600" indent="-228600">
              <a:buFont typeface="+mj-lt"/>
              <a:buAutoNum type="arabicPeriod"/>
            </a:pPr>
            <a:r>
              <a:rPr lang="en-US" sz="1600" b="0" dirty="0">
                <a:solidFill>
                  <a:srgbClr val="AF00DB"/>
                </a:solidFill>
                <a:effectLst/>
                <a:latin typeface="Consolas" panose="020B0609020204030204" pitchFamily="49" charset="0"/>
              </a:rPr>
              <a:t>#include</a:t>
            </a:r>
            <a:r>
              <a:rPr lang="en-US" sz="1600" b="0" dirty="0">
                <a:solidFill>
                  <a:srgbClr val="0000FF"/>
                </a:solidFill>
                <a:effectLst/>
                <a:latin typeface="Consolas" panose="020B0609020204030204" pitchFamily="49" charset="0"/>
              </a:rPr>
              <a:t> </a:t>
            </a:r>
            <a:r>
              <a:rPr lang="en-US" sz="1600" b="0" dirty="0">
                <a:solidFill>
                  <a:srgbClr val="A31515"/>
                </a:solidFill>
                <a:effectLst/>
                <a:latin typeface="Consolas" panose="020B0609020204030204" pitchFamily="49" charset="0"/>
              </a:rPr>
              <a:t>&lt;</a:t>
            </a:r>
            <a:r>
              <a:rPr lang="en-US" sz="1600" b="0" dirty="0" err="1">
                <a:solidFill>
                  <a:srgbClr val="A31515"/>
                </a:solidFill>
                <a:effectLst/>
                <a:latin typeface="Consolas" panose="020B0609020204030204" pitchFamily="49" charset="0"/>
              </a:rPr>
              <a:t>stdlib.h</a:t>
            </a:r>
            <a:r>
              <a:rPr lang="en-US" sz="1600" b="0" dirty="0">
                <a:solidFill>
                  <a:srgbClr val="A31515"/>
                </a:solidFill>
                <a:effectLst/>
                <a:latin typeface="Consolas" panose="020B0609020204030204" pitchFamily="49" charset="0"/>
              </a:rPr>
              <a:t>&gt;</a:t>
            </a:r>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main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srand</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time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NULL</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dirty="0">
                <a:solidFill>
                  <a:srgbClr val="001080"/>
                </a:solidFill>
                <a:latin typeface="Consolas" panose="020B0609020204030204" pitchFamily="49" charset="0"/>
              </a:rPr>
              <a:t>a</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b</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b</a:t>
            </a:r>
            <a:r>
              <a:rPr lang="en-US" sz="1600" b="0" dirty="0">
                <a:solidFill>
                  <a:srgbClr val="000000"/>
                </a:solidFill>
                <a:effectLst/>
                <a:latin typeface="Consolas" panose="020B0609020204030204" pitchFamily="49" charset="0"/>
              </a:rPr>
              <a:t> = (</a:t>
            </a:r>
            <a:r>
              <a:rPr lang="en-US" sz="1600" b="0" dirty="0">
                <a:solidFill>
                  <a:srgbClr val="795E26"/>
                </a:solidFill>
                <a:effectLst/>
                <a:latin typeface="Consolas" panose="020B0609020204030204" pitchFamily="49" charset="0"/>
              </a:rPr>
              <a:t>rand</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100</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20</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malloc</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b</a:t>
            </a:r>
            <a:r>
              <a:rPr lang="en-US" sz="1600" b="0" dirty="0">
                <a:solidFill>
                  <a:srgbClr val="000000"/>
                </a:solidFill>
                <a:effectLst/>
                <a:latin typeface="Consolas" panose="020B0609020204030204" pitchFamily="49" charset="0"/>
              </a:rPr>
              <a:t> * </a:t>
            </a:r>
            <a:r>
              <a:rPr lang="en-US" sz="1600" b="0" dirty="0" err="1">
                <a:solidFill>
                  <a:srgbClr val="0000FF"/>
                </a:solidFill>
                <a:effectLst/>
                <a:latin typeface="Consolas" panose="020B0609020204030204" pitchFamily="49" charset="0"/>
              </a:rPr>
              <a:t>sizeof</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a:solidFill>
                  <a:srgbClr val="001080"/>
                </a:solidFill>
                <a:effectLst/>
                <a:latin typeface="Consolas" panose="020B0609020204030204" pitchFamily="49" charset="0"/>
              </a:rPr>
              <a:t>b</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795E26"/>
                </a:solidFill>
                <a:effectLst/>
                <a:latin typeface="Consolas" panose="020B0609020204030204" pitchFamily="49" charset="0"/>
              </a:rPr>
              <a:t>rand</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rand</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b</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a:solidFill>
                  <a:srgbClr val="001080"/>
                </a:solidFill>
                <a:effectLst/>
                <a:latin typeface="Consolas" panose="020B0609020204030204" pitchFamily="49" charset="0"/>
              </a:rPr>
              <a:t>b</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]&gt;</a:t>
            </a:r>
            <a:r>
              <a:rPr lang="en-US" sz="1600" b="0" dirty="0">
                <a:solidFill>
                  <a:srgbClr val="001080"/>
                </a:solidFill>
                <a:effectLst/>
                <a:latin typeface="Consolas" panose="020B0609020204030204" pitchFamily="49" charset="0"/>
              </a:rPr>
              <a:t>c</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printf</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"N(</a:t>
            </a:r>
            <a:r>
              <a:rPr lang="en-US" sz="1600" b="0" dirty="0">
                <a:solidFill>
                  <a:srgbClr val="001080"/>
                </a:solidFill>
                <a:effectLst/>
                <a:latin typeface="Consolas" panose="020B0609020204030204" pitchFamily="49" charset="0"/>
              </a:rPr>
              <a:t>%i</a:t>
            </a:r>
            <a:r>
              <a:rPr lang="en-US" sz="1600" b="0" dirty="0">
                <a:solidFill>
                  <a:srgbClr val="A31515"/>
                </a:solidFill>
                <a:effectLst/>
                <a:latin typeface="Consolas" panose="020B0609020204030204" pitchFamily="49" charset="0"/>
              </a:rPr>
              <a:t>)=</a:t>
            </a:r>
            <a:r>
              <a:rPr lang="en-US" sz="1600" b="0" dirty="0">
                <a:solidFill>
                  <a:srgbClr val="001080"/>
                </a:solidFill>
                <a:effectLst/>
                <a:latin typeface="Consolas" panose="020B0609020204030204" pitchFamily="49" charset="0"/>
              </a:rPr>
              <a:t>%i</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c</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d</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31519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0E31AE-77CD-E7FE-54A7-285B8D61D471}"/>
              </a:ext>
            </a:extLst>
          </p:cNvPr>
          <p:cNvSpPr>
            <a:spLocks noGrp="1"/>
          </p:cNvSpPr>
          <p:nvPr>
            <p:ph type="sldNum" sz="quarter" idx="4"/>
          </p:nvPr>
        </p:nvSpPr>
        <p:spPr/>
        <p:txBody>
          <a:bodyPr/>
          <a:lstStyle/>
          <a:p>
            <a:fld id="{D8D877B3-D348-4611-9BDB-C5374591D951}" type="slidenum">
              <a:rPr lang="en-US" smtClean="0"/>
              <a:pPr/>
              <a:t>7</a:t>
            </a:fld>
            <a:endParaRPr lang="en-US" dirty="0"/>
          </a:p>
        </p:txBody>
      </p:sp>
      <p:sp>
        <p:nvSpPr>
          <p:cNvPr id="3" name="Title 2">
            <a:extLst>
              <a:ext uri="{FF2B5EF4-FFF2-40B4-BE49-F238E27FC236}">
                <a16:creationId xmlns:a16="http://schemas.microsoft.com/office/drawing/2014/main" id="{26D47E2A-291E-3316-6702-79AF4C9F82AE}"/>
              </a:ext>
            </a:extLst>
          </p:cNvPr>
          <p:cNvSpPr>
            <a:spLocks noGrp="1"/>
          </p:cNvSpPr>
          <p:nvPr>
            <p:ph type="title"/>
          </p:nvPr>
        </p:nvSpPr>
        <p:spPr>
          <a:xfrm>
            <a:off x="587373" y="370290"/>
            <a:ext cx="11938561" cy="1474385"/>
          </a:xfrm>
        </p:spPr>
        <p:txBody>
          <a:bodyPr/>
          <a:lstStyle/>
          <a:p>
            <a:r>
              <a:rPr lang="da-DK" sz="3200" dirty="0"/>
              <a:t>functions1</a:t>
            </a:r>
            <a:br>
              <a:rPr lang="da-DK" sz="3200" dirty="0"/>
            </a:br>
            <a:r>
              <a:rPr lang="da-DK" sz="2400" dirty="0"/>
              <a:t>Tavle: </a:t>
            </a:r>
            <a:br>
              <a:rPr lang="da-DK" sz="2400" dirty="0"/>
            </a:br>
            <a:r>
              <a:rPr lang="da-DK" sz="2400" dirty="0"/>
              <a:t>Hvad betyder</a:t>
            </a:r>
            <a:r>
              <a:rPr lang="en-DK" sz="2400" dirty="0"/>
              <a:t> N(</a:t>
            </a:r>
            <a:r>
              <a:rPr lang="en-US" sz="2400" dirty="0"/>
              <a:t>xx</a:t>
            </a:r>
            <a:r>
              <a:rPr lang="en-DK" sz="2400" dirty="0"/>
              <a:t>)</a:t>
            </a:r>
            <a:r>
              <a:rPr lang="en-US" sz="2400" dirty="0"/>
              <a:t>=xx</a:t>
            </a:r>
            <a:r>
              <a:rPr lang="da-DK" sz="2400" dirty="0"/>
              <a:t>?</a:t>
            </a:r>
            <a:endParaRPr lang="en-DK" sz="3200" dirty="0"/>
          </a:p>
        </p:txBody>
      </p:sp>
      <p:sp>
        <p:nvSpPr>
          <p:cNvPr id="24" name="TextBox 23">
            <a:extLst>
              <a:ext uri="{FF2B5EF4-FFF2-40B4-BE49-F238E27FC236}">
                <a16:creationId xmlns:a16="http://schemas.microsoft.com/office/drawing/2014/main" id="{E2B3B92B-0BEE-FC07-7492-EB3051CD64A4}"/>
              </a:ext>
            </a:extLst>
          </p:cNvPr>
          <p:cNvSpPr txBox="1"/>
          <p:nvPr/>
        </p:nvSpPr>
        <p:spPr>
          <a:xfrm>
            <a:off x="977861" y="1856393"/>
            <a:ext cx="3898939" cy="2462213"/>
          </a:xfrm>
          <a:prstGeom prst="rect">
            <a:avLst/>
          </a:prstGeom>
          <a:noFill/>
        </p:spPr>
        <p:txBody>
          <a:bodyPr wrap="square">
            <a:spAutoFit/>
          </a:bodyPr>
          <a:lstStyle/>
          <a:p>
            <a:pPr marL="342900" indent="-342900">
              <a:buFont typeface="+mj-lt"/>
              <a:buAutoNum type="arabicPeriod"/>
            </a:pPr>
            <a:r>
              <a:rPr lang="en-US" sz="1400" dirty="0" err="1">
                <a:latin typeface="Consolas" panose="020B0609020204030204" pitchFamily="49" charset="0"/>
              </a:rPr>
              <a:t>Kommentarer</a:t>
            </a:r>
            <a:r>
              <a:rPr lang="en-US" sz="1400" dirty="0">
                <a:latin typeface="Consolas" panose="020B0609020204030204" pitchFamily="49" charset="0"/>
              </a:rPr>
              <a:t> </a:t>
            </a:r>
          </a:p>
          <a:p>
            <a:pPr marL="342900" indent="-342900">
              <a:buFont typeface="+mj-lt"/>
              <a:buAutoNum type="arabicPeriod"/>
            </a:pPr>
            <a:r>
              <a:rPr lang="en-US" sz="1400" dirty="0" err="1">
                <a:latin typeface="Consolas" panose="020B0609020204030204" pitchFamily="49" charset="0"/>
              </a:rPr>
              <a:t>sigende</a:t>
            </a:r>
            <a:r>
              <a:rPr lang="en-US" sz="1400" dirty="0">
                <a:latin typeface="Consolas" panose="020B0609020204030204" pitchFamily="49" charset="0"/>
              </a:rPr>
              <a:t> </a:t>
            </a:r>
            <a:r>
              <a:rPr lang="en-US" sz="1400" dirty="0" err="1">
                <a:latin typeface="Consolas" panose="020B0609020204030204" pitchFamily="49" charset="0"/>
              </a:rPr>
              <a:t>navne</a:t>
            </a:r>
            <a:endParaRPr lang="en-US" sz="1400" dirty="0">
              <a:latin typeface="Consolas" panose="020B0609020204030204" pitchFamily="49" charset="0"/>
            </a:endParaRPr>
          </a:p>
          <a:p>
            <a:pPr marL="342900" indent="-342900">
              <a:buFont typeface="+mj-lt"/>
              <a:buAutoNum type="arabicPeriod"/>
            </a:pPr>
            <a:endParaRPr lang="en-US" sz="1400" dirty="0">
              <a:latin typeface="Consolas" panose="020B0609020204030204" pitchFamily="49" charset="0"/>
            </a:endParaRPr>
          </a:p>
          <a:p>
            <a:endParaRPr lang="en-US" sz="1400" dirty="0">
              <a:latin typeface="Consolas" panose="020B0609020204030204" pitchFamily="49" charset="0"/>
            </a:endParaRPr>
          </a:p>
          <a:p>
            <a:r>
              <a:rPr lang="en-US" sz="1400" dirty="0">
                <a:latin typeface="Consolas" panose="020B0609020204030204" pitchFamily="49" charset="0"/>
              </a:rPr>
              <a:t>[Terminal]: </a:t>
            </a:r>
          </a:p>
          <a:p>
            <a:endParaRPr lang="en-US" sz="1400" dirty="0">
              <a:latin typeface="Consolas" panose="020B0609020204030204" pitchFamily="49" charset="0"/>
            </a:endParaRPr>
          </a:p>
          <a:p>
            <a:r>
              <a:rPr lang="en-US" sz="1400" dirty="0">
                <a:latin typeface="Consolas" panose="020B0609020204030204" pitchFamily="49" charset="0"/>
              </a:rPr>
              <a:t>$ </a:t>
            </a:r>
            <a:r>
              <a:rPr lang="en-US" sz="1400" dirty="0" err="1">
                <a:latin typeface="Consolas" panose="020B0609020204030204" pitchFamily="49" charset="0"/>
              </a:rPr>
              <a:t>gcc</a:t>
            </a:r>
            <a:r>
              <a:rPr lang="en-US" sz="1400" dirty="0">
                <a:latin typeface="Consolas" panose="020B0609020204030204" pitchFamily="49" charset="0"/>
              </a:rPr>
              <a:t> –o function2 function1.c</a:t>
            </a:r>
          </a:p>
          <a:p>
            <a:r>
              <a:rPr lang="en-US" sz="1400" dirty="0">
                <a:latin typeface="Consolas" panose="020B0609020204030204" pitchFamily="49" charset="0"/>
              </a:rPr>
              <a:t>&amp; ./ function1</a:t>
            </a:r>
          </a:p>
          <a:p>
            <a:r>
              <a:rPr lang="en-US" sz="1400" dirty="0">
                <a:latin typeface="Consolas" panose="020B0609020204030204" pitchFamily="49" charset="0"/>
              </a:rPr>
              <a:t>&gt;&gt; N(211)=15</a:t>
            </a:r>
          </a:p>
          <a:p>
            <a:r>
              <a:rPr lang="en-US" sz="1400" dirty="0">
                <a:latin typeface="Consolas" panose="020B0609020204030204" pitchFamily="49" charset="0"/>
              </a:rPr>
              <a:t>&gt;&gt; N(93)=9</a:t>
            </a:r>
            <a:endParaRPr lang="en-DK" sz="1400" dirty="0">
              <a:latin typeface="Consolas" panose="020B0609020204030204" pitchFamily="49" charset="0"/>
            </a:endParaRPr>
          </a:p>
          <a:p>
            <a:endParaRPr lang="en-DK" sz="1400" dirty="0">
              <a:latin typeface="Consolas" panose="020B0609020204030204" pitchFamily="49" charset="0"/>
            </a:endParaRPr>
          </a:p>
        </p:txBody>
      </p:sp>
      <p:sp>
        <p:nvSpPr>
          <p:cNvPr id="5" name="TextBox 4">
            <a:extLst>
              <a:ext uri="{FF2B5EF4-FFF2-40B4-BE49-F238E27FC236}">
                <a16:creationId xmlns:a16="http://schemas.microsoft.com/office/drawing/2014/main" id="{1DC4685D-F63B-4833-62F4-5764713E78D7}"/>
              </a:ext>
            </a:extLst>
          </p:cNvPr>
          <p:cNvSpPr txBox="1"/>
          <p:nvPr/>
        </p:nvSpPr>
        <p:spPr>
          <a:xfrm>
            <a:off x="5588001" y="96596"/>
            <a:ext cx="5949656" cy="5847755"/>
          </a:xfrm>
          <a:prstGeom prst="rect">
            <a:avLst/>
          </a:prstGeom>
          <a:solidFill>
            <a:schemeClr val="bg1">
              <a:lumMod val="95000"/>
            </a:schemeClr>
          </a:solidFill>
        </p:spPr>
        <p:txBody>
          <a:bodyPr wrap="square">
            <a:spAutoFit/>
          </a:bodyPr>
          <a:lstStyle/>
          <a:p>
            <a:pPr marL="228600" indent="-228600">
              <a:buFont typeface="+mj-lt"/>
              <a:buAutoNum type="arabicPeriod"/>
            </a:pPr>
            <a:r>
              <a:rPr lang="en-US" sz="1100" b="0" dirty="0">
                <a:solidFill>
                  <a:srgbClr val="AF00DB"/>
                </a:solidFill>
                <a:effectLst/>
                <a:latin typeface="Consolas" panose="020B0609020204030204" pitchFamily="49" charset="0"/>
              </a:rPr>
              <a:t>#include</a:t>
            </a:r>
            <a:r>
              <a:rPr lang="en-US" sz="1100" b="0" dirty="0">
                <a:solidFill>
                  <a:srgbClr val="0000FF"/>
                </a:solidFill>
                <a:effectLst/>
                <a:latin typeface="Consolas" panose="020B0609020204030204" pitchFamily="49" charset="0"/>
              </a:rPr>
              <a:t> </a:t>
            </a:r>
            <a:r>
              <a:rPr lang="en-US" sz="1100" b="0" dirty="0">
                <a:solidFill>
                  <a:srgbClr val="A31515"/>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A31515"/>
                </a:solidFill>
                <a:effectLst/>
                <a:latin typeface="Consolas" panose="020B0609020204030204" pitchFamily="49" charset="0"/>
              </a:rPr>
              <a:t>&gt;</a:t>
            </a:r>
            <a:r>
              <a:rPr lang="en-US" sz="1100" b="0" dirty="0">
                <a:solidFill>
                  <a:srgbClr val="0000FF"/>
                </a:solidFill>
                <a:effectLst/>
                <a:latin typeface="Consolas" panose="020B0609020204030204" pitchFamily="49" charset="0"/>
              </a:rPr>
              <a:t>  </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printf</a:t>
            </a:r>
            <a:r>
              <a:rPr lang="en-US" sz="1100" b="0" dirty="0">
                <a:solidFill>
                  <a:srgbClr val="008000"/>
                </a:solidFill>
                <a:effectLst/>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AF00DB"/>
                </a:solidFill>
                <a:effectLst/>
                <a:latin typeface="Consolas" panose="020B0609020204030204" pitchFamily="49" charset="0"/>
              </a:rPr>
              <a:t>#include</a:t>
            </a:r>
            <a:r>
              <a:rPr lang="en-US" sz="1100" b="0" dirty="0">
                <a:solidFill>
                  <a:srgbClr val="0000FF"/>
                </a:solidFill>
                <a:effectLst/>
                <a:latin typeface="Consolas" panose="020B0609020204030204" pitchFamily="49" charset="0"/>
              </a:rPr>
              <a:t> </a:t>
            </a:r>
            <a:r>
              <a:rPr lang="en-US" sz="1100" b="0" dirty="0">
                <a:solidFill>
                  <a:srgbClr val="A31515"/>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stdlib.h</a:t>
            </a:r>
            <a:r>
              <a:rPr lang="en-US" sz="1100" b="0" dirty="0">
                <a:solidFill>
                  <a:srgbClr val="A31515"/>
                </a:solidFill>
                <a:effectLst/>
                <a:latin typeface="Consolas" panose="020B0609020204030204" pitchFamily="49" charset="0"/>
              </a:rPr>
              <a:t>&gt;</a:t>
            </a:r>
            <a:r>
              <a:rPr lang="en-US" sz="1100" b="0" dirty="0">
                <a:solidFill>
                  <a:srgbClr val="0000FF"/>
                </a:solidFill>
                <a:effectLst/>
                <a:latin typeface="Consolas" panose="020B0609020204030204" pitchFamily="49" charset="0"/>
              </a:rPr>
              <a:t> </a:t>
            </a:r>
            <a:r>
              <a:rPr lang="en-US" sz="1100" b="0" dirty="0">
                <a:solidFill>
                  <a:srgbClr val="008000"/>
                </a:solidFill>
                <a:effectLst/>
                <a:latin typeface="Consolas" panose="020B0609020204030204" pitchFamily="49" charset="0"/>
              </a:rPr>
              <a:t>/* rand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AF00DB"/>
                </a:solidFill>
                <a:effectLst/>
                <a:latin typeface="Consolas" panose="020B0609020204030204" pitchFamily="49" charset="0"/>
              </a:rPr>
              <a:t>#include</a:t>
            </a:r>
            <a:r>
              <a:rPr lang="en-US" sz="1100" b="0" dirty="0">
                <a:solidFill>
                  <a:srgbClr val="0000FF"/>
                </a:solidFill>
                <a:effectLst/>
                <a:latin typeface="Consolas" panose="020B0609020204030204" pitchFamily="49" charset="0"/>
              </a:rPr>
              <a:t> </a:t>
            </a:r>
            <a:r>
              <a:rPr lang="en-US" sz="1100" b="0" dirty="0">
                <a:solidFill>
                  <a:srgbClr val="A31515"/>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time.h</a:t>
            </a:r>
            <a:r>
              <a:rPr lang="en-US" sz="1100" b="0" dirty="0">
                <a:solidFill>
                  <a:srgbClr val="A31515"/>
                </a:solidFill>
                <a:effectLst/>
                <a:latin typeface="Consolas" panose="020B0609020204030204" pitchFamily="49" charset="0"/>
              </a:rPr>
              <a:t>&gt;</a:t>
            </a:r>
            <a:r>
              <a:rPr lang="en-US" sz="1100" b="0" dirty="0">
                <a:solidFill>
                  <a:srgbClr val="0000FF"/>
                </a:solidFill>
                <a:effectLst/>
                <a:latin typeface="Consolas" panose="020B0609020204030204" pitchFamily="49" charset="0"/>
              </a:rPr>
              <a:t> </a:t>
            </a:r>
            <a:r>
              <a:rPr lang="en-US" sz="1100" b="0" dirty="0">
                <a:solidFill>
                  <a:srgbClr val="008000"/>
                </a:solidFill>
                <a:effectLst/>
                <a:latin typeface="Consolas" panose="020B0609020204030204" pitchFamily="49" charset="0"/>
              </a:rPr>
              <a:t>/* time*/</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795E26"/>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8000"/>
                </a:solidFill>
                <a:effectLst/>
                <a:latin typeface="Consolas" panose="020B0609020204030204" pitchFamily="49" charset="0"/>
              </a:rPr>
              <a:t>    /* allocate variables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array</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length</a:t>
            </a:r>
            <a:r>
              <a:rPr lang="en-US" sz="1100" b="0" dirty="0">
                <a:solidFill>
                  <a:srgbClr val="000000"/>
                </a:solidFill>
                <a:effectLst/>
                <a:latin typeface="Consolas" panose="020B0609020204030204" pitchFamily="49" charset="0"/>
              </a:rPr>
              <a:t>, </a:t>
            </a:r>
            <a:r>
              <a:rPr lang="en-US" sz="1100" b="0" dirty="0" err="1">
                <a:solidFill>
                  <a:srgbClr val="001080"/>
                </a:solidFill>
                <a:effectLst/>
                <a:latin typeface="Consolas" panose="020B0609020204030204" pitchFamily="49" charset="0"/>
              </a:rPr>
              <a:t>random_element</a:t>
            </a:r>
            <a:r>
              <a:rPr lang="en-US" sz="1100" b="0" dirty="0">
                <a:solidFill>
                  <a:srgbClr val="000000"/>
                </a:solidFill>
                <a:effectLst/>
                <a:latin typeface="Consolas" panose="020B0609020204030204" pitchFamily="49" charset="0"/>
              </a:rPr>
              <a:t>, </a:t>
            </a:r>
            <a:r>
              <a:rPr lang="en-US" sz="1100" b="0" dirty="0" err="1">
                <a:solidFill>
                  <a:srgbClr val="001080"/>
                </a:solidFill>
                <a:effectLst/>
                <a:latin typeface="Consolas" panose="020B0609020204030204" pitchFamily="49" charset="0"/>
              </a:rPr>
              <a:t>values_above_element</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MAX_LEN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100</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MIN_LEN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20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dirty="0">
                <a:solidFill>
                  <a:srgbClr val="000000"/>
                </a:solidFill>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8000"/>
                </a:solidFill>
                <a:effectLst/>
                <a:latin typeface="Consolas" panose="020B0609020204030204" pitchFamily="49" charset="0"/>
              </a:rPr>
              <a:t>    /* </a:t>
            </a:r>
            <a:r>
              <a:rPr lang="en-US" sz="1100" b="0" dirty="0" err="1">
                <a:solidFill>
                  <a:srgbClr val="008000"/>
                </a:solidFill>
                <a:effectLst/>
                <a:latin typeface="Consolas" panose="020B0609020204030204" pitchFamily="49" charset="0"/>
              </a:rPr>
              <a:t>ændre</a:t>
            </a:r>
            <a:r>
              <a:rPr lang="en-US" sz="1100" b="0" dirty="0">
                <a:solidFill>
                  <a:srgbClr val="008000"/>
                </a:solidFill>
                <a:effectLst/>
                <a:latin typeface="Consolas" panose="020B0609020204030204" pitchFamily="49" charset="0"/>
              </a:rPr>
              <a:t> seed (vi </a:t>
            </a:r>
            <a:r>
              <a:rPr lang="en-US" sz="1100" b="0" dirty="0" err="1">
                <a:solidFill>
                  <a:srgbClr val="008000"/>
                </a:solidFill>
                <a:effectLst/>
                <a:latin typeface="Consolas" panose="020B0609020204030204" pitchFamily="49" charset="0"/>
              </a:rPr>
              <a:t>får</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tilfældige</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tal</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hver</a:t>
            </a:r>
            <a:r>
              <a:rPr lang="en-US" sz="1100" b="0" dirty="0">
                <a:solidFill>
                  <a:srgbClr val="008000"/>
                </a:solidFill>
                <a:effectLst/>
                <a:latin typeface="Consolas" panose="020B0609020204030204" pitchFamily="49" charset="0"/>
              </a:rPr>
              <a:t> gang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95E26"/>
                </a:solidFill>
                <a:effectLst/>
                <a:latin typeface="Consolas" panose="020B0609020204030204" pitchFamily="49" charset="0"/>
              </a:rPr>
              <a:t>srand</a:t>
            </a:r>
            <a:r>
              <a:rPr lang="en-US" sz="1100" b="0" dirty="0">
                <a:solidFill>
                  <a:srgbClr val="000000"/>
                </a:solidFill>
                <a:effectLst/>
                <a:latin typeface="Consolas" panose="020B0609020204030204" pitchFamily="49" charset="0"/>
              </a:rPr>
              <a:t>(</a:t>
            </a:r>
            <a:r>
              <a:rPr lang="en-US" sz="1100" b="0" dirty="0">
                <a:solidFill>
                  <a:srgbClr val="795E26"/>
                </a:solidFill>
                <a:effectLst/>
                <a:latin typeface="Consolas" panose="020B0609020204030204" pitchFamily="49" charset="0"/>
              </a:rPr>
              <a:t>time</a:t>
            </a:r>
            <a:r>
              <a:rPr lang="en-US" sz="1100" b="0" dirty="0">
                <a:solidFill>
                  <a:srgbClr val="000000"/>
                </a:solidFill>
                <a:effectLst/>
                <a:latin typeface="Consolas" panose="020B0609020204030204" pitchFamily="49" charset="0"/>
              </a:rPr>
              <a:t>(</a:t>
            </a:r>
            <a:r>
              <a:rPr lang="en-US" sz="1100" b="0" dirty="0">
                <a:solidFill>
                  <a:srgbClr val="0000FF"/>
                </a:solidFill>
                <a:effectLst/>
                <a:latin typeface="Consolas" panose="020B0609020204030204" pitchFamily="49" charset="0"/>
              </a:rPr>
              <a:t>NULL</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dirty="0">
                <a:solidFill>
                  <a:srgbClr val="000000"/>
                </a:solidFill>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8000"/>
                </a:solidFill>
                <a:effectLst/>
                <a:latin typeface="Consolas" panose="020B0609020204030204" pitchFamily="49" charset="0"/>
              </a:rPr>
              <a:t>    /* </a:t>
            </a:r>
            <a:r>
              <a:rPr lang="en-US" sz="1100" b="0" dirty="0" err="1">
                <a:solidFill>
                  <a:srgbClr val="008000"/>
                </a:solidFill>
                <a:effectLst/>
                <a:latin typeface="Consolas" panose="020B0609020204030204" pitchFamily="49" charset="0"/>
              </a:rPr>
              <a:t>alloker</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en</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dynamisk</a:t>
            </a:r>
            <a:r>
              <a:rPr lang="en-US" sz="1100" b="0" dirty="0">
                <a:solidFill>
                  <a:srgbClr val="008000"/>
                </a:solidFill>
                <a:effectLst/>
                <a:latin typeface="Consolas" panose="020B0609020204030204" pitchFamily="49" charset="0"/>
              </a:rPr>
              <a:t> array </a:t>
            </a:r>
            <a:r>
              <a:rPr lang="en-US" sz="1100" b="0" dirty="0" err="1">
                <a:solidFill>
                  <a:srgbClr val="008000"/>
                </a:solidFill>
                <a:effectLst/>
                <a:latin typeface="Consolas" panose="020B0609020204030204" pitchFamily="49" charset="0"/>
              </a:rPr>
              <a:t>mellem</a:t>
            </a:r>
            <a:r>
              <a:rPr lang="en-US" sz="1100" b="0" dirty="0">
                <a:solidFill>
                  <a:srgbClr val="008000"/>
                </a:solidFill>
                <a:effectLst/>
                <a:latin typeface="Consolas" panose="020B0609020204030204" pitchFamily="49" charset="0"/>
              </a:rPr>
              <a:t> 20 og 119 i </a:t>
            </a:r>
            <a:r>
              <a:rPr lang="en-US" sz="1100" b="0" dirty="0" err="1">
                <a:solidFill>
                  <a:srgbClr val="008000"/>
                </a:solidFill>
                <a:effectLst/>
                <a:latin typeface="Consolas" panose="020B0609020204030204" pitchFamily="49" charset="0"/>
              </a:rPr>
              <a:t>længde</a:t>
            </a:r>
            <a:r>
              <a:rPr lang="en-US" sz="1100" b="0" dirty="0">
                <a:solidFill>
                  <a:srgbClr val="008000"/>
                </a:solidFill>
                <a:effectLst/>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length</a:t>
            </a:r>
            <a:r>
              <a:rPr lang="en-US" sz="1100" b="0" dirty="0">
                <a:solidFill>
                  <a:srgbClr val="000000"/>
                </a:solidFill>
                <a:effectLst/>
                <a:latin typeface="Consolas" panose="020B0609020204030204" pitchFamily="49" charset="0"/>
              </a:rPr>
              <a:t> = (</a:t>
            </a:r>
            <a:r>
              <a:rPr lang="en-US" sz="1100" b="0" dirty="0">
                <a:solidFill>
                  <a:srgbClr val="795E26"/>
                </a:solidFill>
                <a:effectLst/>
                <a:latin typeface="Consolas" panose="020B0609020204030204" pitchFamily="49" charset="0"/>
              </a:rPr>
              <a:t>rand</a:t>
            </a:r>
            <a:r>
              <a:rPr lang="en-US" sz="1100" b="0" dirty="0">
                <a:solidFill>
                  <a:srgbClr val="000000"/>
                </a:solidFill>
                <a:effectLst/>
                <a:latin typeface="Consolas" panose="020B0609020204030204" pitchFamily="49" charset="0"/>
              </a:rPr>
              <a:t>() % </a:t>
            </a:r>
            <a:r>
              <a:rPr lang="en-US" sz="1100" b="0" dirty="0">
                <a:solidFill>
                  <a:srgbClr val="001080"/>
                </a:solidFill>
                <a:effectLst/>
                <a:latin typeface="Consolas" panose="020B0609020204030204" pitchFamily="49" charset="0"/>
              </a:rPr>
              <a:t>MAX_LEN</a:t>
            </a:r>
            <a:r>
              <a:rPr lang="en-US" sz="1100" b="0" dirty="0">
                <a:solidFill>
                  <a:srgbClr val="000000"/>
                </a:solidFill>
                <a:effectLst/>
                <a:latin typeface="Consolas" panose="020B0609020204030204" pitchFamily="49" charset="0"/>
              </a:rPr>
              <a:t>-</a:t>
            </a:r>
            <a:r>
              <a:rPr lang="en-US" sz="1100" b="0" dirty="0">
                <a:solidFill>
                  <a:srgbClr val="001080"/>
                </a:solidFill>
                <a:effectLst/>
                <a:latin typeface="Consolas" panose="020B0609020204030204" pitchFamily="49" charset="0"/>
              </a:rPr>
              <a:t>MIN_LEN</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 + </a:t>
            </a:r>
            <a:r>
              <a:rPr lang="en-US" sz="1100" b="0" dirty="0">
                <a:solidFill>
                  <a:srgbClr val="001080"/>
                </a:solidFill>
                <a:effectLst/>
                <a:latin typeface="Consolas" panose="020B0609020204030204" pitchFamily="49" charset="0"/>
              </a:rPr>
              <a:t>MIN_LEN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array</a:t>
            </a:r>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795E26"/>
                </a:solidFill>
                <a:effectLst/>
                <a:latin typeface="Consolas" panose="020B0609020204030204" pitchFamily="49" charset="0"/>
              </a:rPr>
              <a:t>malloc</a:t>
            </a:r>
            <a:r>
              <a:rPr lang="en-US" sz="1100" b="0" dirty="0">
                <a:solidFill>
                  <a:srgbClr val="000000"/>
                </a:solidFill>
                <a:effectLst/>
                <a:latin typeface="Consolas" panose="020B0609020204030204" pitchFamily="49" charset="0"/>
              </a:rPr>
              <a:t>(</a:t>
            </a:r>
            <a:r>
              <a:rPr lang="en-US" sz="1100" b="0" dirty="0">
                <a:solidFill>
                  <a:srgbClr val="001080"/>
                </a:solidFill>
                <a:effectLst/>
                <a:latin typeface="Consolas" panose="020B0609020204030204" pitchFamily="49" charset="0"/>
              </a:rPr>
              <a:t>length</a:t>
            </a:r>
            <a:r>
              <a:rPr lang="en-US" sz="1100" b="0" dirty="0">
                <a:solidFill>
                  <a:srgbClr val="000000"/>
                </a:solidFill>
                <a:effectLst/>
                <a:latin typeface="Consolas" panose="020B0609020204030204" pitchFamily="49" charset="0"/>
              </a:rPr>
              <a:t> * </a:t>
            </a:r>
            <a:r>
              <a:rPr lang="en-US" sz="1100" b="0" dirty="0" err="1">
                <a:solidFill>
                  <a:srgbClr val="0000FF"/>
                </a:solidFill>
                <a:effectLst/>
                <a:latin typeface="Consolas" panose="020B0609020204030204" pitchFamily="49" charset="0"/>
              </a:rPr>
              <a:t>sizeof</a:t>
            </a:r>
            <a:r>
              <a:rPr lang="en-US" sz="1100" b="0" dirty="0">
                <a:solidFill>
                  <a:srgbClr val="000000"/>
                </a:solidFill>
                <a:effectLst/>
                <a:latin typeface="Consolas" panose="020B0609020204030204" pitchFamily="49" charset="0"/>
              </a:rPr>
              <a:t>(</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dirty="0">
                <a:solidFill>
                  <a:srgbClr val="000000"/>
                </a:solidFill>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AF00DB"/>
                </a:solidFill>
                <a:effectLst/>
                <a:latin typeface="Consolas" panose="020B0609020204030204" pitchFamily="49" charset="0"/>
              </a:rPr>
              <a:t>for</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 &lt; </a:t>
            </a:r>
            <a:r>
              <a:rPr lang="en-US" sz="1100" b="0" dirty="0">
                <a:solidFill>
                  <a:srgbClr val="001080"/>
                </a:solidFill>
                <a:effectLst/>
                <a:latin typeface="Consolas" panose="020B0609020204030204" pitchFamily="49" charset="0"/>
              </a:rPr>
              <a:t>length</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array</a:t>
            </a:r>
            <a:r>
              <a:rPr lang="en-US" sz="1100" b="0" dirty="0">
                <a:solidFill>
                  <a:srgbClr val="000000"/>
                </a:solidFill>
                <a:effectLst/>
                <a:latin typeface="Consolas" panose="020B0609020204030204" pitchFamily="49" charset="0"/>
              </a:rPr>
              <a:t>[</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 = </a:t>
            </a:r>
            <a:r>
              <a:rPr lang="en-US" sz="1100" b="0" dirty="0">
                <a:solidFill>
                  <a:srgbClr val="795E26"/>
                </a:solidFill>
                <a:effectLst/>
                <a:latin typeface="Consolas" panose="020B0609020204030204" pitchFamily="49" charset="0"/>
              </a:rPr>
              <a:t>rand</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300</a:t>
            </a:r>
            <a:r>
              <a:rPr lang="en-US" sz="1100" b="0" dirty="0">
                <a:solidFill>
                  <a:srgbClr val="000000"/>
                </a:solidFill>
                <a:effectLst/>
                <a:latin typeface="Consolas" panose="020B0609020204030204" pitchFamily="49" charset="0"/>
              </a:rPr>
              <a:t>;</a:t>
            </a:r>
            <a:r>
              <a:rPr lang="en-US" sz="1100" b="0" dirty="0">
                <a:solidFill>
                  <a:srgbClr val="008000"/>
                </a:solidFill>
                <a:effectLst/>
                <a:latin typeface="Consolas" panose="020B0609020204030204" pitchFamily="49" charset="0"/>
              </a:rPr>
              <a:t> /* </a:t>
            </a:r>
            <a:r>
              <a:rPr lang="en-US" sz="1100" b="0" dirty="0" err="1">
                <a:solidFill>
                  <a:srgbClr val="008000"/>
                </a:solidFill>
                <a:effectLst/>
                <a:latin typeface="Consolas" panose="020B0609020204030204" pitchFamily="49" charset="0"/>
              </a:rPr>
              <a:t>tilfældige</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tal</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mellem</a:t>
            </a:r>
            <a:r>
              <a:rPr lang="en-US" sz="1100" b="0" dirty="0">
                <a:solidFill>
                  <a:srgbClr val="008000"/>
                </a:solidFill>
                <a:effectLst/>
                <a:latin typeface="Consolas" panose="020B0609020204030204" pitchFamily="49" charset="0"/>
              </a:rPr>
              <a:t> 0 og 299 */</a:t>
            </a:r>
          </a:p>
          <a:p>
            <a:pPr marL="228600" indent="-228600">
              <a:buFont typeface="+mj-lt"/>
              <a:buAutoNum type="arabicPeriod"/>
            </a:pPr>
            <a:r>
              <a:rPr lang="en-US" sz="1100" dirty="0">
                <a:solidFill>
                  <a:srgbClr val="008000"/>
                </a:solidFill>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8000"/>
                </a:solidFill>
                <a:effectLst/>
                <a:latin typeface="Consolas" panose="020B0609020204030204" pitchFamily="49" charset="0"/>
              </a:rPr>
              <a:t>    /* </a:t>
            </a:r>
            <a:r>
              <a:rPr lang="en-US" sz="1100" b="0" dirty="0" err="1">
                <a:solidFill>
                  <a:srgbClr val="008000"/>
                </a:solidFill>
                <a:effectLst/>
                <a:latin typeface="Consolas" panose="020B0609020204030204" pitchFamily="49" charset="0"/>
              </a:rPr>
              <a:t>vælg</a:t>
            </a:r>
            <a:r>
              <a:rPr lang="en-US" sz="1100" b="0" dirty="0">
                <a:solidFill>
                  <a:srgbClr val="008000"/>
                </a:solidFill>
                <a:effectLst/>
                <a:latin typeface="Consolas" panose="020B0609020204030204" pitchFamily="49" charset="0"/>
              </a:rPr>
              <a:t> et </a:t>
            </a:r>
            <a:r>
              <a:rPr lang="en-US" sz="1100" b="0" dirty="0" err="1">
                <a:solidFill>
                  <a:srgbClr val="008000"/>
                </a:solidFill>
                <a:effectLst/>
                <a:latin typeface="Consolas" panose="020B0609020204030204" pitchFamily="49" charset="0"/>
              </a:rPr>
              <a:t>tilfældigt</a:t>
            </a:r>
            <a:r>
              <a:rPr lang="en-US" sz="1100" b="0" dirty="0">
                <a:solidFill>
                  <a:srgbClr val="008000"/>
                </a:solidFill>
                <a:effectLst/>
                <a:latin typeface="Consolas" panose="020B0609020204030204" pitchFamily="49" charset="0"/>
              </a:rPr>
              <a:t> element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001080"/>
                </a:solidFill>
                <a:effectLst/>
                <a:latin typeface="Consolas" panose="020B0609020204030204" pitchFamily="49" charset="0"/>
              </a:rPr>
              <a:t>random_element</a:t>
            </a:r>
            <a:r>
              <a:rPr lang="en-US" sz="1100" b="0" dirty="0">
                <a:solidFill>
                  <a:srgbClr val="000000"/>
                </a:solidFill>
                <a:effectLst/>
                <a:latin typeface="Consolas" panose="020B0609020204030204" pitchFamily="49" charset="0"/>
              </a:rPr>
              <a:t> = </a:t>
            </a:r>
            <a:r>
              <a:rPr lang="en-US" sz="1100" b="0" dirty="0">
                <a:solidFill>
                  <a:srgbClr val="001080"/>
                </a:solidFill>
                <a:effectLst/>
                <a:latin typeface="Consolas" panose="020B0609020204030204" pitchFamily="49" charset="0"/>
              </a:rPr>
              <a:t>array</a:t>
            </a:r>
            <a:r>
              <a:rPr lang="en-US" sz="1100" b="0" dirty="0">
                <a:solidFill>
                  <a:srgbClr val="000000"/>
                </a:solidFill>
                <a:effectLst/>
                <a:latin typeface="Consolas" panose="020B0609020204030204" pitchFamily="49" charset="0"/>
              </a:rPr>
              <a:t>[</a:t>
            </a:r>
            <a:r>
              <a:rPr lang="en-US" sz="1100" b="0" dirty="0">
                <a:solidFill>
                  <a:srgbClr val="795E26"/>
                </a:solidFill>
                <a:effectLst/>
                <a:latin typeface="Consolas" panose="020B0609020204030204" pitchFamily="49" charset="0"/>
              </a:rPr>
              <a:t>rand</a:t>
            </a:r>
            <a:r>
              <a:rPr lang="en-US" sz="1100" b="0" dirty="0">
                <a:solidFill>
                  <a:srgbClr val="000000"/>
                </a:solidFill>
                <a:effectLst/>
                <a:latin typeface="Consolas" panose="020B0609020204030204" pitchFamily="49" charset="0"/>
              </a:rPr>
              <a:t>()%</a:t>
            </a:r>
            <a:r>
              <a:rPr lang="en-US" sz="1100" b="0" dirty="0">
                <a:solidFill>
                  <a:srgbClr val="001080"/>
                </a:solidFill>
                <a:effectLst/>
                <a:latin typeface="Consolas" panose="020B0609020204030204" pitchFamily="49" charset="0"/>
              </a:rPr>
              <a:t>length</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8000"/>
                </a:solidFill>
                <a:effectLst/>
                <a:latin typeface="Consolas" panose="020B0609020204030204" pitchFamily="49" charset="0"/>
              </a:rPr>
              <a:t>    /* </a:t>
            </a:r>
            <a:r>
              <a:rPr lang="en-US" sz="1100" b="0" dirty="0" err="1">
                <a:solidFill>
                  <a:srgbClr val="008000"/>
                </a:solidFill>
                <a:effectLst/>
                <a:latin typeface="Consolas" panose="020B0609020204030204" pitchFamily="49" charset="0"/>
              </a:rPr>
              <a:t>tæl</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antallet</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af</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elementer</a:t>
            </a:r>
            <a:r>
              <a:rPr lang="en-US" sz="1100" b="0" dirty="0">
                <a:solidFill>
                  <a:srgbClr val="008000"/>
                </a:solidFill>
                <a:effectLst/>
                <a:latin typeface="Consolas" panose="020B0609020204030204" pitchFamily="49" charset="0"/>
              </a:rPr>
              <a:t> i </a:t>
            </a:r>
            <a:r>
              <a:rPr lang="en-US" sz="1100" b="0" dirty="0" err="1">
                <a:solidFill>
                  <a:srgbClr val="008000"/>
                </a:solidFill>
                <a:effectLst/>
                <a:latin typeface="Consolas" panose="020B0609020204030204" pitchFamily="49" charset="0"/>
              </a:rPr>
              <a:t>arrayet</a:t>
            </a:r>
            <a:r>
              <a:rPr lang="en-US" sz="1100" b="0" dirty="0">
                <a:solidFill>
                  <a:srgbClr val="008000"/>
                </a:solidFill>
                <a:effectLst/>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8000"/>
                </a:solidFill>
                <a:effectLst/>
                <a:latin typeface="Consolas" panose="020B0609020204030204" pitchFamily="49" charset="0"/>
              </a:rPr>
              <a:t>     * over det </a:t>
            </a:r>
            <a:r>
              <a:rPr lang="en-US" sz="1100" b="0" dirty="0" err="1">
                <a:solidFill>
                  <a:srgbClr val="008000"/>
                </a:solidFill>
                <a:effectLst/>
                <a:latin typeface="Consolas" panose="020B0609020204030204" pitchFamily="49" charset="0"/>
              </a:rPr>
              <a:t>tilfældige</a:t>
            </a:r>
            <a:r>
              <a:rPr lang="en-US" sz="1100" b="0" dirty="0">
                <a:solidFill>
                  <a:srgbClr val="008000"/>
                </a:solidFill>
                <a:effectLst/>
                <a:latin typeface="Consolas" panose="020B0609020204030204" pitchFamily="49" charset="0"/>
              </a:rPr>
              <a:t> element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AF00DB"/>
                </a:solidFill>
                <a:effectLst/>
                <a:latin typeface="Consolas" panose="020B0609020204030204" pitchFamily="49" charset="0"/>
              </a:rPr>
              <a:t>for</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 &lt; </a:t>
            </a:r>
            <a:r>
              <a:rPr lang="en-US" sz="1100" b="0" dirty="0">
                <a:solidFill>
                  <a:srgbClr val="001080"/>
                </a:solidFill>
                <a:effectLst/>
                <a:latin typeface="Consolas" panose="020B0609020204030204" pitchFamily="49" charset="0"/>
              </a:rPr>
              <a:t>length</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AF00DB"/>
                </a:solidFill>
                <a:effectLst/>
                <a:latin typeface="Consolas" panose="020B0609020204030204" pitchFamily="49" charset="0"/>
              </a:rPr>
              <a:t>if</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array</a:t>
            </a:r>
            <a:r>
              <a:rPr lang="en-US" sz="1100" b="0" dirty="0">
                <a:solidFill>
                  <a:srgbClr val="000000"/>
                </a:solidFill>
                <a:effectLst/>
                <a:latin typeface="Consolas" panose="020B0609020204030204" pitchFamily="49" charset="0"/>
              </a:rPr>
              <a:t>[</a:t>
            </a:r>
            <a:r>
              <a:rPr lang="en-US" sz="1100" b="0" dirty="0">
                <a:solidFill>
                  <a:srgbClr val="001080"/>
                </a:solidFill>
                <a:effectLst/>
                <a:latin typeface="Consolas" panose="020B0609020204030204" pitchFamily="49" charset="0"/>
              </a:rPr>
              <a:t>i</a:t>
            </a:r>
            <a:r>
              <a:rPr lang="en-US" sz="1100" b="0" dirty="0">
                <a:solidFill>
                  <a:srgbClr val="000000"/>
                </a:solidFill>
                <a:effectLst/>
                <a:latin typeface="Consolas" panose="020B0609020204030204" pitchFamily="49" charset="0"/>
              </a:rPr>
              <a:t>]&gt;</a:t>
            </a:r>
            <a:r>
              <a:rPr lang="en-US" sz="1100" b="0" dirty="0" err="1">
                <a:solidFill>
                  <a:srgbClr val="001080"/>
                </a:solidFill>
                <a:effectLst/>
                <a:latin typeface="Consolas" panose="020B0609020204030204" pitchFamily="49" charset="0"/>
              </a:rPr>
              <a:t>random_element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001080"/>
                </a:solidFill>
                <a:effectLst/>
                <a:latin typeface="Consolas" panose="020B0609020204030204" pitchFamily="49" charset="0"/>
              </a:rPr>
              <a:t>values_above_element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dirty="0">
                <a:solidFill>
                  <a:srgbClr val="000000"/>
                </a:solidFill>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8000"/>
                </a:solidFill>
                <a:effectLst/>
                <a:latin typeface="Consolas" panose="020B0609020204030204" pitchFamily="49" charset="0"/>
              </a:rPr>
              <a:t>    /* </a:t>
            </a:r>
            <a:r>
              <a:rPr lang="en-US" sz="1100" b="0" dirty="0" err="1">
                <a:solidFill>
                  <a:srgbClr val="008000"/>
                </a:solidFill>
                <a:effectLst/>
                <a:latin typeface="Consolas" panose="020B0609020204030204" pitchFamily="49" charset="0"/>
              </a:rPr>
              <a:t>Skriv</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antallet</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af</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elementer</a:t>
            </a:r>
            <a:r>
              <a:rPr lang="en-US" sz="1100" b="0" dirty="0">
                <a:solidFill>
                  <a:srgbClr val="008000"/>
                </a:solidFill>
                <a:effectLst/>
                <a:latin typeface="Consolas" panose="020B0609020204030204" pitchFamily="49" charset="0"/>
              </a:rPr>
              <a:t> i </a:t>
            </a:r>
            <a:r>
              <a:rPr lang="en-US" sz="1100" b="0" dirty="0" err="1">
                <a:solidFill>
                  <a:srgbClr val="008000"/>
                </a:solidFill>
                <a:effectLst/>
                <a:latin typeface="Consolas" panose="020B0609020204030204" pitchFamily="49" charset="0"/>
              </a:rPr>
              <a:t>arrayet</a:t>
            </a:r>
            <a:r>
              <a:rPr lang="en-US" sz="1100" b="0" dirty="0">
                <a:solidFill>
                  <a:srgbClr val="008000"/>
                </a:solidFill>
                <a:effectLst/>
                <a:latin typeface="Consolas" panose="020B0609020204030204" pitchFamily="49" charset="0"/>
              </a:rPr>
              <a:t>, over det random element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95E26"/>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A31515"/>
                </a:solidFill>
                <a:effectLst/>
                <a:latin typeface="Consolas" panose="020B0609020204030204" pitchFamily="49" charset="0"/>
              </a:rPr>
              <a:t>"N(</a:t>
            </a:r>
            <a:r>
              <a:rPr lang="en-US" sz="1100" b="0" dirty="0">
                <a:solidFill>
                  <a:srgbClr val="001080"/>
                </a:solidFill>
                <a:effectLst/>
                <a:latin typeface="Consolas" panose="020B0609020204030204" pitchFamily="49" charset="0"/>
              </a:rPr>
              <a:t>%i</a:t>
            </a:r>
            <a:r>
              <a:rPr lang="en-US" sz="1100" b="0" dirty="0">
                <a:solidFill>
                  <a:srgbClr val="A31515"/>
                </a:solidFill>
                <a:effectLst/>
                <a:latin typeface="Consolas" panose="020B0609020204030204" pitchFamily="49" charset="0"/>
              </a:rPr>
              <a:t>)=</a:t>
            </a:r>
            <a:r>
              <a:rPr lang="en-US" sz="1100" b="0" dirty="0">
                <a:solidFill>
                  <a:srgbClr val="001080"/>
                </a:solidFill>
                <a:effectLst/>
                <a:latin typeface="Consolas" panose="020B0609020204030204" pitchFamily="49" charset="0"/>
              </a:rPr>
              <a:t>%i</a:t>
            </a:r>
            <a:r>
              <a:rPr lang="en-US" sz="1100" b="0" dirty="0">
                <a:solidFill>
                  <a:srgbClr val="A31515"/>
                </a:solidFill>
                <a:effectLst/>
                <a:latin typeface="Consolas" panose="020B0609020204030204" pitchFamily="49" charset="0"/>
              </a:rPr>
              <a:t>"</a:t>
            </a:r>
            <a:r>
              <a:rPr lang="en-US" sz="1100" b="0" dirty="0">
                <a:solidFill>
                  <a:srgbClr val="000000"/>
                </a:solidFill>
                <a:effectLst/>
                <a:latin typeface="Consolas" panose="020B0609020204030204" pitchFamily="49" charset="0"/>
              </a:rPr>
              <a:t>,</a:t>
            </a:r>
            <a:r>
              <a:rPr lang="en-US" sz="1100" b="0" dirty="0" err="1">
                <a:solidFill>
                  <a:srgbClr val="001080"/>
                </a:solidFill>
                <a:effectLst/>
                <a:latin typeface="Consolas" panose="020B0609020204030204" pitchFamily="49" charset="0"/>
              </a:rPr>
              <a:t>random_element</a:t>
            </a:r>
            <a:r>
              <a:rPr lang="en-US" sz="1100" b="0" dirty="0" err="1">
                <a:solidFill>
                  <a:srgbClr val="000000"/>
                </a:solidFill>
                <a:effectLst/>
                <a:latin typeface="Consolas" panose="020B0609020204030204" pitchFamily="49" charset="0"/>
              </a:rPr>
              <a:t>,</a:t>
            </a:r>
            <a:r>
              <a:rPr lang="en-US" sz="1100" b="0" dirty="0" err="1">
                <a:solidFill>
                  <a:srgbClr val="001080"/>
                </a:solidFill>
                <a:effectLst/>
                <a:latin typeface="Consolas" panose="020B0609020204030204" pitchFamily="49" charset="0"/>
              </a:rPr>
              <a:t>values_above_element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AF00DB"/>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909445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8</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r>
              <a:rPr lang="en-US" dirty="0"/>
              <a:t>Repetition </a:t>
            </a:r>
            <a:r>
              <a:rPr lang="en-US" dirty="0" err="1"/>
              <a:t>fra</a:t>
            </a:r>
            <a:r>
              <a:rPr lang="en-US" dirty="0"/>
              <a:t> </a:t>
            </a:r>
            <a:r>
              <a:rPr lang="en-US" dirty="0" err="1"/>
              <a:t>tidligere</a:t>
            </a:r>
            <a:r>
              <a:rPr lang="en-US" dirty="0"/>
              <a:t> </a:t>
            </a:r>
            <a:r>
              <a:rPr lang="en-US" dirty="0" err="1"/>
              <a:t>kursusgange</a:t>
            </a:r>
            <a:endParaRPr lang="en-US" dirty="0"/>
          </a:p>
          <a:p>
            <a:r>
              <a:rPr lang="en-US" b="1" dirty="0" err="1"/>
              <a:t>Funktioners</a:t>
            </a:r>
            <a:r>
              <a:rPr lang="en-US" b="1" dirty="0"/>
              <a:t> </a:t>
            </a:r>
            <a:r>
              <a:rPr lang="en-US" b="1" dirty="0" err="1"/>
              <a:t>opbygning</a:t>
            </a:r>
            <a:endParaRPr lang="en-US" b="1" dirty="0"/>
          </a:p>
          <a:p>
            <a:r>
              <a:rPr lang="en-US" dirty="0" err="1"/>
              <a:t>Viden</a:t>
            </a:r>
            <a:r>
              <a:rPr lang="en-US" dirty="0"/>
              <a:t> om input og output </a:t>
            </a:r>
            <a:r>
              <a:rPr lang="en-US" dirty="0" err="1"/>
              <a:t>fra</a:t>
            </a:r>
            <a:r>
              <a:rPr lang="en-US" dirty="0"/>
              <a:t> </a:t>
            </a:r>
            <a:r>
              <a:rPr lang="en-US" dirty="0" err="1"/>
              <a:t>funktioner</a:t>
            </a:r>
            <a:endParaRPr lang="en-US" dirty="0"/>
          </a:p>
          <a:p>
            <a:r>
              <a:rPr lang="en-US" dirty="0" err="1"/>
              <a:t>Viden</a:t>
            </a:r>
            <a:r>
              <a:rPr lang="en-US" dirty="0"/>
              <a:t> om type-declaration and definition</a:t>
            </a:r>
          </a:p>
          <a:p>
            <a:r>
              <a:rPr lang="en-US" dirty="0"/>
              <a:t>Header filer</a:t>
            </a:r>
          </a:p>
          <a:p>
            <a:r>
              <a:rPr lang="en-US" dirty="0" err="1"/>
              <a:t>Rekursive</a:t>
            </a:r>
            <a:r>
              <a:rPr lang="en-US" dirty="0"/>
              <a:t> </a:t>
            </a:r>
            <a:r>
              <a:rPr lang="en-US" dirty="0" err="1"/>
              <a:t>Funktioner</a:t>
            </a:r>
            <a:endParaRPr lang="en-US" dirty="0"/>
          </a:p>
          <a:p>
            <a:endParaRPr lang="en-US" dirty="0"/>
          </a:p>
          <a:p>
            <a:endParaRPr lang="en-US" dirty="0"/>
          </a:p>
          <a:p>
            <a:pPr marL="0" indent="0">
              <a:buNone/>
            </a:pPr>
            <a:endParaRPr lang="en-US"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2682284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1843400-EE53-BEC1-E353-1461E7CB8A2C}"/>
              </a:ext>
            </a:extLst>
          </p:cNvPr>
          <p:cNvSpPr>
            <a:spLocks noGrp="1"/>
          </p:cNvSpPr>
          <p:nvPr>
            <p:ph type="sldNum" sz="quarter" idx="10"/>
          </p:nvPr>
        </p:nvSpPr>
        <p:spPr/>
        <p:txBody>
          <a:bodyPr/>
          <a:lstStyle/>
          <a:p>
            <a:fld id="{D8D877B3-D348-4611-9BDB-C5374591D951}" type="slidenum">
              <a:rPr lang="en-US" smtClean="0"/>
              <a:pPr/>
              <a:t>9</a:t>
            </a:fld>
            <a:endParaRPr lang="en-US" dirty="0"/>
          </a:p>
        </p:txBody>
      </p:sp>
      <p:sp>
        <p:nvSpPr>
          <p:cNvPr id="4" name="Title 3">
            <a:extLst>
              <a:ext uri="{FF2B5EF4-FFF2-40B4-BE49-F238E27FC236}">
                <a16:creationId xmlns:a16="http://schemas.microsoft.com/office/drawing/2014/main" id="{E14FEFEC-B4E9-538C-9D7C-73FB75CA70DB}"/>
              </a:ext>
            </a:extLst>
          </p:cNvPr>
          <p:cNvSpPr>
            <a:spLocks noGrp="1"/>
          </p:cNvSpPr>
          <p:nvPr>
            <p:ph type="title"/>
          </p:nvPr>
        </p:nvSpPr>
        <p:spPr/>
        <p:txBody>
          <a:bodyPr/>
          <a:lstStyle/>
          <a:p>
            <a:r>
              <a:rPr lang="en-US" dirty="0" err="1"/>
              <a:t>Funktioner</a:t>
            </a:r>
            <a:endParaRPr lang="en-DK" dirty="0"/>
          </a:p>
        </p:txBody>
      </p:sp>
      <p:pic>
        <p:nvPicPr>
          <p:cNvPr id="6" name="Billede 2">
            <a:extLst>
              <a:ext uri="{FF2B5EF4-FFF2-40B4-BE49-F238E27FC236}">
                <a16:creationId xmlns:a16="http://schemas.microsoft.com/office/drawing/2014/main" id="{53E061DD-2373-5CDA-4B0A-9BC74136F556}"/>
              </a:ext>
            </a:extLst>
          </p:cNvPr>
          <p:cNvPicPr>
            <a:picLocks noChangeAspect="1"/>
          </p:cNvPicPr>
          <p:nvPr/>
        </p:nvPicPr>
        <p:blipFill>
          <a:blip r:embed="rId2"/>
          <a:stretch>
            <a:fillRect/>
          </a:stretch>
        </p:blipFill>
        <p:spPr>
          <a:xfrm>
            <a:off x="6008693" y="359273"/>
            <a:ext cx="5411178" cy="1118512"/>
          </a:xfrm>
          <a:prstGeom prst="rect">
            <a:avLst/>
          </a:prstGeom>
        </p:spPr>
      </p:pic>
      <p:sp>
        <p:nvSpPr>
          <p:cNvPr id="8" name="Text Placeholder 7">
            <a:extLst>
              <a:ext uri="{FF2B5EF4-FFF2-40B4-BE49-F238E27FC236}">
                <a16:creationId xmlns:a16="http://schemas.microsoft.com/office/drawing/2014/main" id="{97719E1C-4DBF-1239-E5BA-AFEC30CB45BE}"/>
              </a:ext>
            </a:extLst>
          </p:cNvPr>
          <p:cNvSpPr>
            <a:spLocks noGrp="1"/>
          </p:cNvSpPr>
          <p:nvPr>
            <p:ph type="body" sz="quarter" idx="12"/>
          </p:nvPr>
        </p:nvSpPr>
        <p:spPr/>
        <p:txBody>
          <a:bodyPr/>
          <a:lstStyle/>
          <a:p>
            <a:r>
              <a:rPr lang="da-DK" dirty="0" err="1"/>
              <a:t>findmax.c</a:t>
            </a:r>
            <a:endParaRPr lang="da-DK" dirty="0"/>
          </a:p>
          <a:p>
            <a:endParaRPr lang="en-DK" dirty="0"/>
          </a:p>
        </p:txBody>
      </p:sp>
      <p:sp>
        <p:nvSpPr>
          <p:cNvPr id="9" name="TextBox 8">
            <a:extLst>
              <a:ext uri="{FF2B5EF4-FFF2-40B4-BE49-F238E27FC236}">
                <a16:creationId xmlns:a16="http://schemas.microsoft.com/office/drawing/2014/main" id="{A31D835A-9ED0-CB49-4FF0-6DA920FD44B5}"/>
              </a:ext>
            </a:extLst>
          </p:cNvPr>
          <p:cNvSpPr txBox="1"/>
          <p:nvPr/>
        </p:nvSpPr>
        <p:spPr>
          <a:xfrm>
            <a:off x="6008693" y="1737786"/>
            <a:ext cx="5309880" cy="4154984"/>
          </a:xfrm>
          <a:prstGeom prst="rect">
            <a:avLst/>
          </a:prstGeom>
          <a:solidFill>
            <a:schemeClr val="bg1">
              <a:lumMod val="95000"/>
            </a:schemeClr>
          </a:solidFill>
        </p:spPr>
        <p:txBody>
          <a:bodyPr wrap="square">
            <a:spAutoFit/>
          </a:bodyPr>
          <a:lstStyle/>
          <a:p>
            <a:pPr marL="228600" indent="-228600">
              <a:buFont typeface="+mj-lt"/>
              <a:buAutoNum type="arabicPeriod"/>
            </a:pPr>
            <a:r>
              <a:rPr lang="en-US" sz="1200" b="0" dirty="0">
                <a:solidFill>
                  <a:srgbClr val="AF00DB"/>
                </a:solidFill>
                <a:effectLst/>
                <a:latin typeface="Consolas" panose="020B0609020204030204" pitchFamily="49" charset="0"/>
              </a:rPr>
              <a:t>#include</a:t>
            </a:r>
            <a:r>
              <a:rPr lang="en-US" sz="1200" b="0" dirty="0">
                <a:solidFill>
                  <a:srgbClr val="0000FF"/>
                </a:solidFill>
                <a:effectLst/>
                <a:latin typeface="Consolas" panose="020B0609020204030204" pitchFamily="49" charset="0"/>
              </a:rPr>
              <a:t> </a:t>
            </a:r>
            <a:r>
              <a:rPr lang="en-US" sz="1200" b="0" dirty="0">
                <a:solidFill>
                  <a:srgbClr val="A31515"/>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stdio.h</a:t>
            </a:r>
            <a:r>
              <a:rPr lang="en-US" sz="1200" b="0" dirty="0">
                <a:solidFill>
                  <a:srgbClr val="A31515"/>
                </a:solidFill>
                <a:effectLst/>
                <a:latin typeface="Consolas" panose="020B0609020204030204" pitchFamily="49" charset="0"/>
              </a:rPr>
              <a:t>&gt;</a:t>
            </a:r>
            <a:endParaRPr lang="en-US" sz="1200" b="0" dirty="0">
              <a:solidFill>
                <a:srgbClr val="008000"/>
              </a:solidFill>
              <a:effectLst/>
              <a:latin typeface="Consolas" panose="020B0609020204030204" pitchFamily="49" charset="0"/>
            </a:endParaRPr>
          </a:p>
          <a:p>
            <a:pPr marL="228600" indent="-228600">
              <a:buFont typeface="+mj-lt"/>
              <a:buAutoNum type="arabicPeriod"/>
            </a:pPr>
            <a:r>
              <a:rPr lang="en-US" sz="1200" b="0" dirty="0">
                <a:solidFill>
                  <a:srgbClr val="008000"/>
                </a:solidFill>
                <a:effectLst/>
                <a:latin typeface="Consolas" panose="020B0609020204030204" pitchFamily="49" charset="0"/>
              </a:rPr>
              <a:t>/* function declaration (</a:t>
            </a:r>
            <a:r>
              <a:rPr lang="en-US" sz="1200" b="0" dirty="0" err="1">
                <a:solidFill>
                  <a:srgbClr val="008000"/>
                </a:solidFill>
                <a:effectLst/>
                <a:latin typeface="Consolas" panose="020B0609020204030204" pitchFamily="49" charset="0"/>
              </a:rPr>
              <a:t>jeg</a:t>
            </a:r>
            <a:r>
              <a:rPr lang="en-US" sz="1200" b="0" dirty="0">
                <a:solidFill>
                  <a:srgbClr val="008000"/>
                </a:solidFill>
                <a:effectLst/>
                <a:latin typeface="Consolas" panose="020B0609020204030204" pitchFamily="49" charset="0"/>
              </a:rPr>
              <a:t> lover </a:t>
            </a:r>
            <a:r>
              <a:rPr lang="en-US" sz="1200" b="0" dirty="0" err="1">
                <a:solidFill>
                  <a:srgbClr val="008000"/>
                </a:solidFill>
                <a:effectLst/>
                <a:latin typeface="Consolas" panose="020B0609020204030204" pitchFamily="49" charset="0"/>
              </a:rPr>
              <a:t>programmet</a:t>
            </a:r>
            <a:r>
              <a:rPr lang="en-US" sz="1200" b="0" dirty="0">
                <a:solidFill>
                  <a:srgbClr val="008000"/>
                </a:solidFill>
                <a:effectLst/>
                <a:latin typeface="Consolas" panose="020B0609020204030204" pitchFamily="49" charset="0"/>
              </a:rPr>
              <a:t> at</a:t>
            </a:r>
          </a:p>
          <a:p>
            <a:pPr marL="228600" indent="-228600">
              <a:buFont typeface="+mj-lt"/>
              <a:buAutoNum type="arabicPeriod"/>
            </a:pPr>
            <a:r>
              <a:rPr lang="en-US" sz="1200" dirty="0">
                <a:solidFill>
                  <a:srgbClr val="008000"/>
                </a:solidFill>
                <a:latin typeface="Consolas" panose="020B0609020204030204" pitchFamily="49" charset="0"/>
              </a:rPr>
              <a:t> * </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funktionen</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find_max</a:t>
            </a:r>
            <a:r>
              <a:rPr lang="en-US" sz="1200" b="0" dirty="0">
                <a:solidFill>
                  <a:srgbClr val="008000"/>
                </a:solidFill>
                <a:effectLst/>
                <a:latin typeface="Consolas" panose="020B0609020204030204" pitchFamily="49" charset="0"/>
              </a:rPr>
              <a:t> er </a:t>
            </a:r>
            <a:r>
              <a:rPr lang="en-US" sz="1200" b="0" dirty="0" err="1">
                <a:solidFill>
                  <a:srgbClr val="008000"/>
                </a:solidFill>
                <a:effectLst/>
                <a:latin typeface="Consolas" panose="020B0609020204030204" pitchFamily="49" charset="0"/>
              </a:rPr>
              <a:t>defineret</a:t>
            </a:r>
            <a:r>
              <a:rPr lang="en-US" sz="1200" b="0" dirty="0">
                <a:solidFill>
                  <a:srgbClr val="008000"/>
                </a:solidFill>
                <a:effectLst/>
                <a:latin typeface="Consolas" panose="020B0609020204030204" pitchFamily="49" charset="0"/>
              </a:rPr>
              <a:t> et </a:t>
            </a:r>
            <a:r>
              <a:rPr lang="en-US" sz="1200" b="0" dirty="0" err="1">
                <a:solidFill>
                  <a:srgbClr val="008000"/>
                </a:solidFill>
                <a:effectLst/>
                <a:latin typeface="Consolas" panose="020B0609020204030204" pitchFamily="49" charset="0"/>
              </a:rPr>
              <a:t>sted</a:t>
            </a:r>
            <a:r>
              <a:rPr lang="en-US" sz="1200" b="0" dirty="0">
                <a:solidFill>
                  <a:srgbClr val="008000"/>
                </a:solidFill>
                <a:effectLst/>
                <a:latin typeface="Consolas" panose="020B0609020204030204" pitchFamily="49" charset="0"/>
              </a:rPr>
              <a:t>)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find_max</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num1</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num2</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95E26"/>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a</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13.1</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b</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17.1</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8000"/>
                </a:solidFill>
                <a:effectLst/>
                <a:latin typeface="Consolas" panose="020B0609020204030204" pitchFamily="49" charset="0"/>
              </a:rPr>
              <a:t>    /* function call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a:t>
            </a:r>
            <a:r>
              <a:rPr lang="en-US" sz="1200" b="0" dirty="0">
                <a:solidFill>
                  <a:srgbClr val="000000"/>
                </a:solidFill>
                <a:effectLst/>
                <a:latin typeface="Consolas" panose="020B0609020204030204" pitchFamily="49" charset="0"/>
              </a:rPr>
              <a:t> = </a:t>
            </a:r>
            <a:r>
              <a:rPr lang="en-US" sz="1200" b="0" dirty="0" err="1">
                <a:solidFill>
                  <a:srgbClr val="795E26"/>
                </a:solidFill>
                <a:effectLst/>
                <a:latin typeface="Consolas" panose="020B0609020204030204" pitchFamily="49" charset="0"/>
              </a:rPr>
              <a:t>find_max</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a</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b</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a:t>
            </a:r>
            <a:r>
              <a:rPr lang="en-US" sz="1200" b="0" dirty="0">
                <a:solidFill>
                  <a:srgbClr val="001080"/>
                </a:solidFill>
                <a:effectLst/>
                <a:latin typeface="Consolas" panose="020B0609020204030204" pitchFamily="49" charset="0"/>
              </a:rPr>
              <a:t>%f</a:t>
            </a:r>
            <a:r>
              <a:rPr lang="en-US" sz="1200" b="0" dirty="0">
                <a:solidFill>
                  <a:srgbClr val="A31515"/>
                </a:solidFill>
                <a:effectLst/>
                <a:latin typeface="Consolas" panose="020B0609020204030204" pitchFamily="49" charset="0"/>
              </a:rPr>
              <a:t>, b=</a:t>
            </a:r>
            <a:r>
              <a:rPr lang="en-US" sz="1200" b="0" dirty="0">
                <a:solidFill>
                  <a:srgbClr val="001080"/>
                </a:solidFill>
                <a:effectLst/>
                <a:latin typeface="Consolas" panose="020B0609020204030204" pitchFamily="49" charset="0"/>
              </a:rPr>
              <a:t>%f</a:t>
            </a:r>
            <a:r>
              <a:rPr lang="en-US" sz="1200" b="0" dirty="0">
                <a:solidFill>
                  <a:srgbClr val="A31515"/>
                </a:solidFill>
                <a:effectLst/>
                <a:latin typeface="Consolas" panose="020B0609020204030204" pitchFamily="49" charset="0"/>
              </a:rPr>
              <a:t>, max(</a:t>
            </a:r>
            <a:r>
              <a:rPr lang="en-US" sz="1200" b="0" dirty="0" err="1">
                <a:solidFill>
                  <a:srgbClr val="A31515"/>
                </a:solidFill>
                <a:effectLst/>
                <a:latin typeface="Consolas" panose="020B0609020204030204" pitchFamily="49" charset="0"/>
              </a:rPr>
              <a:t>a,b</a:t>
            </a:r>
            <a:r>
              <a:rPr lang="en-US" sz="1200" b="0" dirty="0">
                <a:solidFill>
                  <a:srgbClr val="A31515"/>
                </a:solidFill>
                <a:effectLst/>
                <a:latin typeface="Consolas" panose="020B0609020204030204" pitchFamily="49" charset="0"/>
              </a:rPr>
              <a:t>)=</a:t>
            </a:r>
            <a:r>
              <a:rPr lang="en-US" sz="1200" b="0" dirty="0">
                <a:solidFill>
                  <a:srgbClr val="001080"/>
                </a:solidFill>
                <a:effectLst/>
                <a:latin typeface="Consolas" panose="020B0609020204030204" pitchFamily="49" charset="0"/>
              </a:rPr>
              <a:t>%f</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a</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b</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c</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8000"/>
                </a:solidFill>
                <a:effectLst/>
                <a:latin typeface="Consolas" panose="020B0609020204030204" pitchFamily="49" charset="0"/>
              </a:rPr>
              <a:t>/* function definition (Vi </a:t>
            </a:r>
            <a:r>
              <a:rPr lang="en-US" sz="1200" b="0" dirty="0" err="1">
                <a:solidFill>
                  <a:srgbClr val="008000"/>
                </a:solidFill>
                <a:effectLst/>
                <a:latin typeface="Consolas" panose="020B0609020204030204" pitchFamily="49" charset="0"/>
              </a:rPr>
              <a:t>definerer</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programmet</a:t>
            </a:r>
            <a:r>
              <a:rPr lang="en-US" sz="1200" b="0" dirty="0">
                <a:solidFill>
                  <a:srgbClr val="008000"/>
                </a:solidFill>
                <a:effectLst/>
                <a:latin typeface="Consolas" panose="020B0609020204030204" pitchFamily="49" charset="0"/>
              </a:rPr>
              <a:t> her)*/</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find_max</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num1</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num2</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8000"/>
                </a:solidFill>
                <a:effectLst/>
                <a:latin typeface="Consolas" panose="020B0609020204030204" pitchFamily="49" charset="0"/>
              </a:rPr>
              <a:t>    /* return the maximum of 2 values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num1</a:t>
            </a:r>
            <a:r>
              <a:rPr lang="en-US" sz="1200" b="0" dirty="0">
                <a:solidFill>
                  <a:srgbClr val="000000"/>
                </a:solidFill>
                <a:effectLst/>
                <a:latin typeface="Consolas" panose="020B0609020204030204" pitchFamily="49" charset="0"/>
              </a:rPr>
              <a:t>&gt;</a:t>
            </a:r>
            <a:r>
              <a:rPr lang="en-US" sz="1200" b="0" dirty="0">
                <a:solidFill>
                  <a:srgbClr val="001080"/>
                </a:solidFill>
                <a:effectLst/>
                <a:latin typeface="Consolas" panose="020B0609020204030204" pitchFamily="49" charset="0"/>
              </a:rPr>
              <a:t>num2</a:t>
            </a:r>
            <a:r>
              <a:rPr lang="en-US" sz="1200" b="0" dirty="0">
                <a:solidFill>
                  <a:srgbClr val="000000"/>
                </a:solidFill>
                <a:effectLst/>
                <a:latin typeface="Consolas" panose="020B0609020204030204" pitchFamily="49" charset="0"/>
              </a:rPr>
              <a:t>) ? </a:t>
            </a:r>
            <a:r>
              <a:rPr lang="en-US" sz="1200" b="0" dirty="0">
                <a:solidFill>
                  <a:srgbClr val="001080"/>
                </a:solidFill>
                <a:effectLst/>
                <a:latin typeface="Consolas" panose="020B0609020204030204" pitchFamily="49" charset="0"/>
              </a:rPr>
              <a:t>num1</a:t>
            </a:r>
            <a:r>
              <a:rPr lang="en-US" sz="1200" b="0" dirty="0">
                <a:solidFill>
                  <a:srgbClr val="000000"/>
                </a:solidFill>
                <a:effectLst/>
                <a:latin typeface="Consolas" panose="020B0609020204030204" pitchFamily="49" charset="0"/>
              </a:rPr>
              <a:t> : </a:t>
            </a:r>
            <a:r>
              <a:rPr lang="en-US" sz="1200" b="0" dirty="0">
                <a:solidFill>
                  <a:srgbClr val="001080"/>
                </a:solidFill>
                <a:effectLst/>
                <a:latin typeface="Consolas" panose="020B0609020204030204" pitchFamily="49" charset="0"/>
              </a:rPr>
              <a:t>num2</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sp>
        <p:nvSpPr>
          <p:cNvPr id="11" name="Rectangle 10">
            <a:extLst>
              <a:ext uri="{FF2B5EF4-FFF2-40B4-BE49-F238E27FC236}">
                <a16:creationId xmlns:a16="http://schemas.microsoft.com/office/drawing/2014/main" id="{EE590B8B-5038-BFBD-0B68-B50931DC3498}"/>
              </a:ext>
            </a:extLst>
          </p:cNvPr>
          <p:cNvSpPr/>
          <p:nvPr/>
        </p:nvSpPr>
        <p:spPr>
          <a:xfrm>
            <a:off x="5845620" y="1959985"/>
            <a:ext cx="4719918" cy="707417"/>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13" name="Rectangle 12">
            <a:extLst>
              <a:ext uri="{FF2B5EF4-FFF2-40B4-BE49-F238E27FC236}">
                <a16:creationId xmlns:a16="http://schemas.microsoft.com/office/drawing/2014/main" id="{F7871741-AA76-2D96-511A-58FEB6C37E86}"/>
              </a:ext>
            </a:extLst>
          </p:cNvPr>
          <p:cNvSpPr/>
          <p:nvPr/>
        </p:nvSpPr>
        <p:spPr>
          <a:xfrm>
            <a:off x="5998019" y="4680773"/>
            <a:ext cx="5091953" cy="1193794"/>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14" name="Rectangle 13">
            <a:extLst>
              <a:ext uri="{FF2B5EF4-FFF2-40B4-BE49-F238E27FC236}">
                <a16:creationId xmlns:a16="http://schemas.microsoft.com/office/drawing/2014/main" id="{5ECFED23-6F33-AEFA-42A4-186830A3BCE4}"/>
              </a:ext>
            </a:extLst>
          </p:cNvPr>
          <p:cNvSpPr/>
          <p:nvPr/>
        </p:nvSpPr>
        <p:spPr>
          <a:xfrm>
            <a:off x="6609329" y="3631904"/>
            <a:ext cx="1710550" cy="191948"/>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1690966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587374" y="359273"/>
            <a:ext cx="9588472" cy="1485402"/>
          </a:xfrm>
        </p:spPr>
        <p:txBody>
          <a:bodyPr/>
          <a:lstStyle/>
          <a:p>
            <a:r>
              <a:rPr lang="da-DK" dirty="0"/>
              <a:t>Funktioner</a:t>
            </a:r>
          </a:p>
        </p:txBody>
      </p:sp>
      <p:sp>
        <p:nvSpPr>
          <p:cNvPr id="7" name="Pladsholder til tekst 3">
            <a:extLst>
              <a:ext uri="{FF2B5EF4-FFF2-40B4-BE49-F238E27FC236}">
                <a16:creationId xmlns:a16="http://schemas.microsoft.com/office/drawing/2014/main" id="{4DA133E7-1663-4225-8269-5D2351387CA5}"/>
              </a:ext>
            </a:extLst>
          </p:cNvPr>
          <p:cNvSpPr>
            <a:spLocks noGrp="1"/>
          </p:cNvSpPr>
          <p:nvPr>
            <p:ph type="body" sz="quarter" idx="12"/>
          </p:nvPr>
        </p:nvSpPr>
        <p:spPr>
          <a:xfrm>
            <a:off x="587375" y="1844675"/>
            <a:ext cx="10620094" cy="4195398"/>
          </a:xfrm>
        </p:spPr>
        <p:txBody>
          <a:bodyPr>
            <a:normAutofit lnSpcReduction="10000"/>
          </a:bodyPr>
          <a:lstStyle/>
          <a:p>
            <a:pPr marL="0" indent="0">
              <a:lnSpc>
                <a:spcPct val="107000"/>
              </a:lnSpc>
              <a:spcAft>
                <a:spcPts val="800"/>
              </a:spcAft>
              <a:buNone/>
            </a:pPr>
            <a:r>
              <a:rPr lang="da-DK" sz="2000" b="1" dirty="0"/>
              <a:t>En funktion er en gruppe udsagn, der sammen udfører en opgave. </a:t>
            </a:r>
          </a:p>
          <a:p>
            <a:pPr marL="0" indent="0">
              <a:lnSpc>
                <a:spcPct val="107000"/>
              </a:lnSpc>
              <a:spcAft>
                <a:spcPts val="800"/>
              </a:spcAft>
              <a:buNone/>
            </a:pPr>
            <a:r>
              <a:rPr lang="da-DK" sz="2000" dirty="0"/>
              <a:t>Et hvert </a:t>
            </a:r>
            <a:r>
              <a:rPr lang="da-DK" sz="2000" dirty="0" err="1"/>
              <a:t>C-program</a:t>
            </a:r>
            <a:r>
              <a:rPr lang="da-DK" sz="2000" dirty="0"/>
              <a:t> har mindst en funktion: </a:t>
            </a:r>
            <a:r>
              <a:rPr lang="da-DK" sz="2000" dirty="0" err="1"/>
              <a:t>main</a:t>
            </a:r>
            <a:r>
              <a:rPr lang="da-DK" sz="2000" dirty="0"/>
              <a:t>()</a:t>
            </a:r>
          </a:p>
          <a:p>
            <a:pPr marL="0" indent="0">
              <a:lnSpc>
                <a:spcPct val="107000"/>
              </a:lnSpc>
              <a:spcAft>
                <a:spcPts val="800"/>
              </a:spcAft>
              <a:buNone/>
            </a:pPr>
            <a:r>
              <a:rPr lang="da-DK" sz="2000" dirty="0"/>
              <a:t>Den generelle form for en funktionsdefinition:</a:t>
            </a:r>
          </a:p>
          <a:p>
            <a:pPr marL="0" indent="0">
              <a:lnSpc>
                <a:spcPct val="107000"/>
              </a:lnSpc>
              <a:spcAft>
                <a:spcPts val="800"/>
              </a:spcAft>
              <a:buNone/>
            </a:pPr>
            <a:endParaRPr lang="da-DK" sz="2000" dirty="0"/>
          </a:p>
          <a:p>
            <a:pPr marL="0" indent="0">
              <a:lnSpc>
                <a:spcPct val="107000"/>
              </a:lnSpc>
              <a:spcAft>
                <a:spcPts val="800"/>
              </a:spcAft>
              <a:buNone/>
            </a:pPr>
            <a:endParaRPr lang="da-DK" sz="2000" dirty="0"/>
          </a:p>
          <a:p>
            <a:pPr marL="0" indent="0">
              <a:lnSpc>
                <a:spcPct val="107000"/>
              </a:lnSpc>
              <a:spcAft>
                <a:spcPts val="800"/>
              </a:spcAft>
              <a:buNone/>
            </a:pPr>
            <a:endParaRPr lang="da-DK" sz="2000" dirty="0"/>
          </a:p>
          <a:p>
            <a:pPr marL="0" indent="0">
              <a:lnSpc>
                <a:spcPct val="107000"/>
              </a:lnSpc>
              <a:spcAft>
                <a:spcPts val="800"/>
              </a:spcAft>
              <a:buNone/>
            </a:pPr>
            <a:r>
              <a:rPr lang="da-DK" sz="2000" dirty="0"/>
              <a:t>Bibliotek-header &lt;</a:t>
            </a:r>
            <a:r>
              <a:rPr lang="da-DK" sz="2000" dirty="0" err="1"/>
              <a:t>stdio.h</a:t>
            </a:r>
            <a:r>
              <a:rPr lang="da-DK" sz="2000" dirty="0"/>
              <a:t>&gt; (</a:t>
            </a:r>
            <a:r>
              <a:rPr lang="en-US" sz="2000" dirty="0"/>
              <a:t>Standard Input and Output Library</a:t>
            </a:r>
            <a:r>
              <a:rPr lang="da-DK" sz="2000" dirty="0"/>
              <a:t>) indeholder </a:t>
            </a:r>
            <a:r>
              <a:rPr lang="da-DK" sz="2000" b="1" dirty="0"/>
              <a:t>funktion-deklarations</a:t>
            </a:r>
            <a:r>
              <a:rPr lang="da-DK" sz="2000" dirty="0"/>
              <a:t>, dit program kan bruge. </a:t>
            </a:r>
          </a:p>
          <a:p>
            <a:pPr>
              <a:lnSpc>
                <a:spcPct val="107000"/>
              </a:lnSpc>
              <a:spcAft>
                <a:spcPts val="800"/>
              </a:spcAft>
              <a:buFont typeface="Arial" panose="020B0604020202020204" pitchFamily="34" charset="0"/>
              <a:buChar char="•"/>
            </a:pPr>
            <a:r>
              <a:rPr lang="da-DK" sz="2000" dirty="0" err="1"/>
              <a:t>printf</a:t>
            </a:r>
            <a:r>
              <a:rPr lang="da-DK" sz="2000" dirty="0"/>
              <a:t>, </a:t>
            </a:r>
            <a:r>
              <a:rPr lang="da-DK" sz="2000" dirty="0" err="1"/>
              <a:t>scanf</a:t>
            </a:r>
            <a:r>
              <a:rPr lang="da-DK" sz="2000" dirty="0"/>
              <a:t>, osv.. </a:t>
            </a:r>
          </a:p>
          <a:p>
            <a:pPr marL="0" indent="0">
              <a:lnSpc>
                <a:spcPct val="107000"/>
              </a:lnSpc>
              <a:spcAft>
                <a:spcPts val="800"/>
              </a:spcAft>
              <a:buNone/>
            </a:pPr>
            <a:endParaRPr lang="da-DK" sz="2000" dirty="0"/>
          </a:p>
          <a:p>
            <a:pPr marL="0" indent="0">
              <a:lnSpc>
                <a:spcPct val="107000"/>
              </a:lnSpc>
              <a:spcAft>
                <a:spcPts val="800"/>
              </a:spcAft>
              <a:buNone/>
            </a:pPr>
            <a:endParaRPr lang="da-DK" sz="2000" dirty="0"/>
          </a:p>
        </p:txBody>
      </p:sp>
      <p:pic>
        <p:nvPicPr>
          <p:cNvPr id="3" name="Billede 2">
            <a:extLst>
              <a:ext uri="{FF2B5EF4-FFF2-40B4-BE49-F238E27FC236}">
                <a16:creationId xmlns:a16="http://schemas.microsoft.com/office/drawing/2014/main" id="{71265444-1475-45F7-87FC-BA761550D6CF}"/>
              </a:ext>
            </a:extLst>
          </p:cNvPr>
          <p:cNvPicPr>
            <a:picLocks noChangeAspect="1"/>
          </p:cNvPicPr>
          <p:nvPr/>
        </p:nvPicPr>
        <p:blipFill>
          <a:blip r:embed="rId2"/>
          <a:stretch>
            <a:fillRect/>
          </a:stretch>
        </p:blipFill>
        <p:spPr>
          <a:xfrm>
            <a:off x="2479525" y="3330077"/>
            <a:ext cx="5804170" cy="1199745"/>
          </a:xfrm>
          <a:prstGeom prst="rect">
            <a:avLst/>
          </a:prstGeom>
        </p:spPr>
      </p:pic>
    </p:spTree>
    <p:extLst>
      <p:ext uri="{BB962C8B-B14F-4D97-AF65-F5344CB8AC3E}">
        <p14:creationId xmlns:p14="http://schemas.microsoft.com/office/powerpoint/2010/main" val="2153325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0DC1CBAD-5535-4422-882C-4A87EED48CDD}"/>
              </a:ext>
            </a:extLst>
          </p:cNvPr>
          <p:cNvSpPr>
            <a:spLocks noGrp="1"/>
          </p:cNvSpPr>
          <p:nvPr>
            <p:ph type="sldNum" sz="quarter" idx="10"/>
          </p:nvPr>
        </p:nvSpPr>
        <p:spPr/>
        <p:txBody>
          <a:bodyPr/>
          <a:lstStyle/>
          <a:p>
            <a:fld id="{D8D877B3-D348-4611-9BDB-C5374591D951}" type="slidenum">
              <a:rPr lang="en-US" smtClean="0"/>
              <a:pPr/>
              <a:t>11</a:t>
            </a:fld>
            <a:endParaRPr lang="en-US" dirty="0"/>
          </a:p>
        </p:txBody>
      </p:sp>
      <p:sp>
        <p:nvSpPr>
          <p:cNvPr id="4" name="Titel 3">
            <a:extLst>
              <a:ext uri="{FF2B5EF4-FFF2-40B4-BE49-F238E27FC236}">
                <a16:creationId xmlns:a16="http://schemas.microsoft.com/office/drawing/2014/main" id="{F279D28B-7FD3-4C56-8106-4641D28448F2}"/>
              </a:ext>
            </a:extLst>
          </p:cNvPr>
          <p:cNvSpPr>
            <a:spLocks noGrp="1"/>
          </p:cNvSpPr>
          <p:nvPr>
            <p:ph type="title"/>
          </p:nvPr>
        </p:nvSpPr>
        <p:spPr>
          <a:xfrm>
            <a:off x="587374" y="359273"/>
            <a:ext cx="10301536" cy="1469527"/>
          </a:xfrm>
        </p:spPr>
        <p:txBody>
          <a:bodyPr/>
          <a:lstStyle/>
          <a:p>
            <a:r>
              <a:rPr lang="da-DK" dirty="0"/>
              <a:t>Hvorfor anvende funktioner?</a:t>
            </a:r>
          </a:p>
        </p:txBody>
      </p:sp>
      <p:sp>
        <p:nvSpPr>
          <p:cNvPr id="5" name="Pladsholder til tekst 4">
            <a:extLst>
              <a:ext uri="{FF2B5EF4-FFF2-40B4-BE49-F238E27FC236}">
                <a16:creationId xmlns:a16="http://schemas.microsoft.com/office/drawing/2014/main" id="{7C33DE81-44D1-474E-861F-4B92C802B0E7}"/>
              </a:ext>
            </a:extLst>
          </p:cNvPr>
          <p:cNvSpPr>
            <a:spLocks noGrp="1"/>
          </p:cNvSpPr>
          <p:nvPr>
            <p:ph type="body" sz="quarter" idx="12"/>
          </p:nvPr>
        </p:nvSpPr>
        <p:spPr>
          <a:xfrm>
            <a:off x="587375" y="1828800"/>
            <a:ext cx="11017251" cy="4066674"/>
          </a:xfrm>
        </p:spPr>
        <p:txBody>
          <a:bodyPr>
            <a:normAutofit/>
          </a:bodyPr>
          <a:lstStyle/>
          <a:p>
            <a:pPr marL="0" indent="0">
              <a:buNone/>
            </a:pPr>
            <a:r>
              <a:rPr lang="da-DK" sz="2000" dirty="0"/>
              <a:t>Funktioner bruges af følgende årsager:</a:t>
            </a:r>
          </a:p>
          <a:p>
            <a:pPr lvl="1">
              <a:buFont typeface="Arial" panose="020B0604020202020204" pitchFamily="34" charset="0"/>
              <a:buChar char="•"/>
            </a:pPr>
            <a:r>
              <a:rPr lang="da-DK" sz="2000" dirty="0"/>
              <a:t>Bedre læsbarheden af kildekode</a:t>
            </a:r>
          </a:p>
          <a:p>
            <a:pPr lvl="1">
              <a:buFont typeface="Arial" panose="020B0604020202020204" pitchFamily="34" charset="0"/>
              <a:buChar char="•"/>
            </a:pPr>
            <a:r>
              <a:rPr lang="da-DK" sz="2000" dirty="0"/>
              <a:t>Genanvendeligheden af koden </a:t>
            </a:r>
          </a:p>
          <a:p>
            <a:pPr lvl="1">
              <a:buFont typeface="Arial" panose="020B0604020202020204" pitchFamily="34" charset="0"/>
              <a:buChar char="•"/>
            </a:pPr>
            <a:r>
              <a:rPr lang="da-DK" sz="2000" dirty="0"/>
              <a:t>Lettere </a:t>
            </a:r>
            <a:r>
              <a:rPr lang="da-DK" sz="2000" dirty="0" err="1"/>
              <a:t>debugging</a:t>
            </a:r>
            <a:r>
              <a:rPr lang="da-DK" sz="2000" dirty="0"/>
              <a:t> af kodekoden, fejlen findes "kun" et sted</a:t>
            </a:r>
          </a:p>
          <a:p>
            <a:pPr lvl="1">
              <a:buFont typeface="Arial" panose="020B0604020202020204" pitchFamily="34" charset="0"/>
              <a:buChar char="•"/>
            </a:pPr>
            <a:r>
              <a:rPr lang="da-DK" sz="2000" dirty="0"/>
              <a:t>Reducerer kildekodens længde</a:t>
            </a:r>
          </a:p>
        </p:txBody>
      </p:sp>
    </p:spTree>
    <p:extLst>
      <p:ext uri="{BB962C8B-B14F-4D97-AF65-F5344CB8AC3E}">
        <p14:creationId xmlns:p14="http://schemas.microsoft.com/office/powerpoint/2010/main" val="3636122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0E31AE-77CD-E7FE-54A7-285B8D61D471}"/>
              </a:ext>
            </a:extLst>
          </p:cNvPr>
          <p:cNvSpPr>
            <a:spLocks noGrp="1"/>
          </p:cNvSpPr>
          <p:nvPr>
            <p:ph type="sldNum" sz="quarter" idx="4"/>
          </p:nvPr>
        </p:nvSpPr>
        <p:spPr/>
        <p:txBody>
          <a:bodyPr/>
          <a:lstStyle/>
          <a:p>
            <a:fld id="{D8D877B3-D348-4611-9BDB-C5374591D951}" type="slidenum">
              <a:rPr lang="en-US" smtClean="0"/>
              <a:pPr/>
              <a:t>12</a:t>
            </a:fld>
            <a:endParaRPr lang="en-US" dirty="0"/>
          </a:p>
        </p:txBody>
      </p:sp>
      <p:sp>
        <p:nvSpPr>
          <p:cNvPr id="3" name="Title 2">
            <a:extLst>
              <a:ext uri="{FF2B5EF4-FFF2-40B4-BE49-F238E27FC236}">
                <a16:creationId xmlns:a16="http://schemas.microsoft.com/office/drawing/2014/main" id="{26D47E2A-291E-3316-6702-79AF4C9F82AE}"/>
              </a:ext>
            </a:extLst>
          </p:cNvPr>
          <p:cNvSpPr>
            <a:spLocks noGrp="1"/>
          </p:cNvSpPr>
          <p:nvPr>
            <p:ph type="title"/>
          </p:nvPr>
        </p:nvSpPr>
        <p:spPr>
          <a:xfrm>
            <a:off x="587373" y="370290"/>
            <a:ext cx="11938561" cy="1474385"/>
          </a:xfrm>
        </p:spPr>
        <p:txBody>
          <a:bodyPr/>
          <a:lstStyle/>
          <a:p>
            <a:r>
              <a:rPr lang="da-DK" sz="3200" dirty="0"/>
              <a:t>functions1_with_functions</a:t>
            </a:r>
            <a:br>
              <a:rPr lang="da-DK" sz="3200" dirty="0"/>
            </a:br>
            <a:r>
              <a:rPr lang="da-DK" sz="2400" dirty="0"/>
              <a:t>Tavle: Hvad betyder</a:t>
            </a:r>
            <a:r>
              <a:rPr lang="en-DK" sz="2400" dirty="0"/>
              <a:t> N(</a:t>
            </a:r>
            <a:r>
              <a:rPr lang="en-US" sz="2400" dirty="0"/>
              <a:t>xx</a:t>
            </a:r>
            <a:r>
              <a:rPr lang="en-DK" sz="2400" dirty="0"/>
              <a:t>)</a:t>
            </a:r>
            <a:r>
              <a:rPr lang="en-US" sz="2400" dirty="0"/>
              <a:t>=xx</a:t>
            </a:r>
            <a:r>
              <a:rPr lang="da-DK" sz="2400" dirty="0"/>
              <a:t>?</a:t>
            </a:r>
            <a:endParaRPr lang="en-DK" sz="3200" dirty="0"/>
          </a:p>
        </p:txBody>
      </p:sp>
      <p:sp>
        <p:nvSpPr>
          <p:cNvPr id="24" name="TextBox 23">
            <a:extLst>
              <a:ext uri="{FF2B5EF4-FFF2-40B4-BE49-F238E27FC236}">
                <a16:creationId xmlns:a16="http://schemas.microsoft.com/office/drawing/2014/main" id="{E2B3B92B-0BEE-FC07-7492-EB3051CD64A4}"/>
              </a:ext>
            </a:extLst>
          </p:cNvPr>
          <p:cNvSpPr txBox="1"/>
          <p:nvPr/>
        </p:nvSpPr>
        <p:spPr>
          <a:xfrm>
            <a:off x="587373" y="1856393"/>
            <a:ext cx="4529233" cy="2246769"/>
          </a:xfrm>
          <a:prstGeom prst="rect">
            <a:avLst/>
          </a:prstGeom>
          <a:noFill/>
        </p:spPr>
        <p:txBody>
          <a:bodyPr wrap="square">
            <a:spAutoFit/>
          </a:bodyPr>
          <a:lstStyle/>
          <a:p>
            <a:pPr marL="342900" indent="-342900">
              <a:buFont typeface="+mj-lt"/>
              <a:buAutoNum type="arabicPeriod"/>
            </a:pPr>
            <a:r>
              <a:rPr lang="en-US" sz="1400" dirty="0" err="1">
                <a:latin typeface="Consolas" panose="020B0609020204030204" pitchFamily="49" charset="0"/>
              </a:rPr>
              <a:t>Kommentarer</a:t>
            </a:r>
            <a:r>
              <a:rPr lang="en-US" sz="1400" dirty="0">
                <a:latin typeface="Consolas" panose="020B0609020204030204" pitchFamily="49" charset="0"/>
              </a:rPr>
              <a:t> og </a:t>
            </a:r>
            <a:r>
              <a:rPr lang="en-US" sz="1400" dirty="0" err="1">
                <a:latin typeface="Consolas" panose="020B0609020204030204" pitchFamily="49" charset="0"/>
              </a:rPr>
              <a:t>bedre</a:t>
            </a:r>
            <a:r>
              <a:rPr lang="en-US" sz="1400" dirty="0">
                <a:latin typeface="Consolas" panose="020B0609020204030204" pitchFamily="49" charset="0"/>
              </a:rPr>
              <a:t> </a:t>
            </a:r>
            <a:r>
              <a:rPr lang="en-US" sz="1400" dirty="0" err="1">
                <a:latin typeface="Consolas" panose="020B0609020204030204" pitchFamily="49" charset="0"/>
              </a:rPr>
              <a:t>navngivning</a:t>
            </a:r>
            <a:r>
              <a:rPr lang="en-US" sz="1400" dirty="0">
                <a:latin typeface="Consolas" panose="020B0609020204030204" pitchFamily="49" charset="0"/>
              </a:rPr>
              <a:t> </a:t>
            </a:r>
            <a:r>
              <a:rPr lang="en-US" sz="1400" dirty="0" err="1">
                <a:latin typeface="Consolas" panose="020B0609020204030204" pitchFamily="49" charset="0"/>
              </a:rPr>
              <a:t>hjælper</a:t>
            </a:r>
            <a:endParaRPr lang="en-US" sz="1400" dirty="0">
              <a:latin typeface="Consolas" panose="020B0609020204030204" pitchFamily="49" charset="0"/>
            </a:endParaRPr>
          </a:p>
          <a:p>
            <a:pPr marL="342900" indent="-342900">
              <a:buFont typeface="+mj-lt"/>
              <a:buAutoNum type="arabicPeriod"/>
            </a:pPr>
            <a:endParaRPr lang="en-US" sz="1400" dirty="0">
              <a:latin typeface="Consolas" panose="020B0609020204030204" pitchFamily="49" charset="0"/>
            </a:endParaRPr>
          </a:p>
          <a:p>
            <a:endParaRPr lang="en-US" sz="1400" dirty="0">
              <a:latin typeface="Consolas" panose="020B0609020204030204" pitchFamily="49" charset="0"/>
            </a:endParaRPr>
          </a:p>
          <a:p>
            <a:r>
              <a:rPr lang="en-US" sz="1400" dirty="0">
                <a:latin typeface="Consolas" panose="020B0609020204030204" pitchFamily="49" charset="0"/>
              </a:rPr>
              <a:t>[Terminal]: </a:t>
            </a:r>
          </a:p>
          <a:p>
            <a:r>
              <a:rPr lang="en-US" sz="1400" dirty="0">
                <a:latin typeface="Consolas" panose="020B0609020204030204" pitchFamily="49" charset="0"/>
              </a:rPr>
              <a:t>$ </a:t>
            </a:r>
            <a:r>
              <a:rPr lang="en-US" sz="1400" dirty="0" err="1">
                <a:latin typeface="Consolas" panose="020B0609020204030204" pitchFamily="49" charset="0"/>
              </a:rPr>
              <a:t>gcc</a:t>
            </a:r>
            <a:r>
              <a:rPr lang="en-US" sz="1400" dirty="0">
                <a:latin typeface="Consolas" panose="020B0609020204030204" pitchFamily="49" charset="0"/>
              </a:rPr>
              <a:t> </a:t>
            </a:r>
            <a:r>
              <a:rPr lang="da-DK" sz="1400" dirty="0"/>
              <a:t>functions1_with_functions.c </a:t>
            </a:r>
          </a:p>
          <a:p>
            <a:r>
              <a:rPr lang="da-DK" sz="1400" dirty="0">
                <a:latin typeface="Consolas" panose="020B0609020204030204" pitchFamily="49" charset="0"/>
              </a:rPr>
              <a:t>$ </a:t>
            </a:r>
            <a:r>
              <a:rPr lang="en-US" sz="1400" dirty="0">
                <a:latin typeface="Consolas" panose="020B0609020204030204" pitchFamily="49" charset="0"/>
              </a:rPr>
              <a:t>a.exe </a:t>
            </a:r>
          </a:p>
          <a:p>
            <a:r>
              <a:rPr lang="en-US" sz="1400" dirty="0">
                <a:latin typeface="Consolas" panose="020B0609020204030204" pitchFamily="49" charset="0"/>
              </a:rPr>
              <a:t>&gt;&gt; N(211)=15</a:t>
            </a:r>
            <a:endParaRPr lang="da-DK" sz="1400" dirty="0"/>
          </a:p>
          <a:p>
            <a:r>
              <a:rPr lang="da-DK" sz="1400" dirty="0">
                <a:latin typeface="Consolas" panose="020B0609020204030204" pitchFamily="49" charset="0"/>
              </a:rPr>
              <a:t>$ </a:t>
            </a:r>
            <a:r>
              <a:rPr lang="en-US" sz="1400" dirty="0">
                <a:latin typeface="Consolas" panose="020B0609020204030204" pitchFamily="49" charset="0"/>
              </a:rPr>
              <a:t>a.exe </a:t>
            </a:r>
          </a:p>
          <a:p>
            <a:r>
              <a:rPr lang="en-US" sz="1400" dirty="0">
                <a:latin typeface="Consolas" panose="020B0609020204030204" pitchFamily="49" charset="0"/>
              </a:rPr>
              <a:t>&gt;&gt; N(93)=9</a:t>
            </a:r>
            <a:endParaRPr lang="en-DK" sz="1400" dirty="0">
              <a:latin typeface="Consolas" panose="020B0609020204030204" pitchFamily="49" charset="0"/>
            </a:endParaRPr>
          </a:p>
          <a:p>
            <a:endParaRPr lang="en-DK" sz="1400" dirty="0">
              <a:latin typeface="Consolas" panose="020B0609020204030204" pitchFamily="49" charset="0"/>
            </a:endParaRPr>
          </a:p>
        </p:txBody>
      </p:sp>
      <p:sp>
        <p:nvSpPr>
          <p:cNvPr id="5" name="TextBox 4">
            <a:extLst>
              <a:ext uri="{FF2B5EF4-FFF2-40B4-BE49-F238E27FC236}">
                <a16:creationId xmlns:a16="http://schemas.microsoft.com/office/drawing/2014/main" id="{1DC4685D-F63B-4833-62F4-5764713E78D7}"/>
              </a:ext>
            </a:extLst>
          </p:cNvPr>
          <p:cNvSpPr txBox="1"/>
          <p:nvPr/>
        </p:nvSpPr>
        <p:spPr>
          <a:xfrm>
            <a:off x="5031545" y="1535557"/>
            <a:ext cx="6717719" cy="4862870"/>
          </a:xfrm>
          <a:prstGeom prst="rect">
            <a:avLst/>
          </a:prstGeom>
          <a:solidFill>
            <a:schemeClr val="bg1">
              <a:lumMod val="95000"/>
            </a:schemeClr>
          </a:solidFill>
        </p:spPr>
        <p:txBody>
          <a:bodyPr wrap="square">
            <a:spAutoFit/>
          </a:bodyPr>
          <a:lstStyle/>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8000"/>
                </a:solidFill>
                <a:effectLst/>
                <a:latin typeface="Consolas" panose="020B0609020204030204" pitchFamily="49" charset="0"/>
              </a:rPr>
              <a:t>/* function declarations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createArray</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808080"/>
                </a:solidFill>
                <a:effectLst/>
                <a:latin typeface="Consolas" panose="020B0609020204030204" pitchFamily="49" charset="0"/>
              </a:rPr>
              <a:t>min_len</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808080"/>
                </a:solidFill>
                <a:effectLst/>
                <a:latin typeface="Consolas" panose="020B0609020204030204" pitchFamily="49" charset="0"/>
              </a:rPr>
              <a:t>max_len</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FF"/>
                </a:solidFill>
                <a:effectLst/>
                <a:latin typeface="Consolas" panose="020B0609020204030204" pitchFamily="49" charset="0"/>
              </a:rPr>
              <a:t>void</a:t>
            </a: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assignRandomValues</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808080"/>
                </a:solidFill>
                <a:effectLst/>
                <a:latin typeface="Consolas" panose="020B0609020204030204" pitchFamily="49" charset="0"/>
              </a:rPr>
              <a:t>arr</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808080"/>
                </a:solidFill>
                <a:effectLst/>
                <a:latin typeface="Consolas" panose="020B0609020204030204" pitchFamily="49" charset="0"/>
              </a:rPr>
              <a:t>max_value</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selectRandomValue</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808080"/>
                </a:solidFill>
                <a:effectLst/>
                <a:latin typeface="Consolas" panose="020B0609020204030204" pitchFamily="49" charset="0"/>
              </a:rPr>
              <a:t>arr</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countValuesAboveThreshold</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808080"/>
                </a:solidFill>
                <a:effectLst/>
                <a:latin typeface="Consolas" panose="020B0609020204030204" pitchFamily="49" charset="0"/>
              </a:rPr>
              <a:t>arr</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threshold</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dirty="0">
                <a:solidFill>
                  <a:srgbClr val="000000"/>
                </a:solidFill>
                <a:latin typeface="Consolas" panose="020B0609020204030204" pitchFamily="49" charset="0"/>
              </a:rPr>
              <a:t> </a:t>
            </a:r>
          </a:p>
          <a:p>
            <a:pPr marL="228600" indent="-228600">
              <a:buFont typeface="+mj-lt"/>
              <a:buAutoNum type="arabicPeriod"/>
            </a:pPr>
            <a:r>
              <a:rPr lang="en-US" sz="1000" b="0" dirty="0">
                <a:solidFill>
                  <a:srgbClr val="008000"/>
                </a:solidFill>
                <a:effectLst/>
                <a:latin typeface="Consolas" panose="020B0609020204030204" pitchFamily="49" charset="0"/>
              </a:rPr>
              <a:t>/* MAIN FUNCTION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74531F"/>
                </a:solidFill>
                <a:effectLst/>
                <a:latin typeface="Consolas" panose="020B0609020204030204" pitchFamily="49" charset="0"/>
              </a:rPr>
              <a:t>main</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8000"/>
                </a:solidFill>
                <a:effectLst/>
                <a:latin typeface="Consolas" panose="020B0609020204030204" pitchFamily="49" charset="0"/>
              </a:rPr>
              <a:t>    /* allocate variables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threshold</a:t>
            </a:r>
            <a:r>
              <a:rPr lang="en-US" sz="1000" b="0" dirty="0">
                <a:solidFill>
                  <a:srgbClr val="000000"/>
                </a:solidFill>
                <a:effectLst/>
                <a:latin typeface="Consolas" panose="020B0609020204030204" pitchFamily="49" charset="0"/>
              </a:rPr>
              <a:t>, </a:t>
            </a:r>
            <a:r>
              <a:rPr lang="en-US" sz="1000" b="0" dirty="0" err="1">
                <a:solidFill>
                  <a:srgbClr val="1F377F"/>
                </a:solidFill>
                <a:effectLst/>
                <a:latin typeface="Consolas" panose="020B0609020204030204" pitchFamily="49" charset="0"/>
              </a:rPr>
              <a:t>elements_above_threshold</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MAX_LEN</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100</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MIN_LEN</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20</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MAX_VAL</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300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8000"/>
                </a:solidFill>
                <a:effectLst/>
                <a:latin typeface="Consolas" panose="020B0609020204030204" pitchFamily="49" charset="0"/>
              </a:rPr>
              <a:t>// create new seed (</a:t>
            </a:r>
            <a:r>
              <a:rPr lang="en-US" sz="1000" b="0" dirty="0" err="1">
                <a:solidFill>
                  <a:srgbClr val="008000"/>
                </a:solidFill>
                <a:effectLst/>
                <a:latin typeface="Consolas" panose="020B0609020204030204" pitchFamily="49" charset="0"/>
              </a:rPr>
              <a:t>gør</a:t>
            </a:r>
            <a:r>
              <a:rPr lang="en-US" sz="1000" b="0" dirty="0">
                <a:solidFill>
                  <a:srgbClr val="008000"/>
                </a:solidFill>
                <a:effectLst/>
                <a:latin typeface="Consolas" panose="020B0609020204030204" pitchFamily="49" charset="0"/>
              </a:rPr>
              <a:t> at vi </a:t>
            </a:r>
            <a:r>
              <a:rPr lang="en-US" sz="1000" b="0" dirty="0" err="1">
                <a:solidFill>
                  <a:srgbClr val="008000"/>
                </a:solidFill>
                <a:effectLst/>
                <a:latin typeface="Consolas" panose="020B0609020204030204" pitchFamily="49" charset="0"/>
              </a:rPr>
              <a:t>får</a:t>
            </a: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tilfældige</a:t>
            </a: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tal</a:t>
            </a: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hver</a:t>
            </a:r>
            <a:r>
              <a:rPr lang="en-US" sz="1000" b="0" dirty="0">
                <a:solidFill>
                  <a:srgbClr val="008000"/>
                </a:solidFill>
                <a:effectLst/>
                <a:latin typeface="Consolas" panose="020B0609020204030204" pitchFamily="49" charset="0"/>
              </a:rPr>
              <a:t> gang)</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srand</a:t>
            </a:r>
            <a:r>
              <a:rPr lang="en-US" sz="1000" b="0" dirty="0">
                <a:solidFill>
                  <a:srgbClr val="000000"/>
                </a:solidFill>
                <a:effectLst/>
                <a:latin typeface="Consolas" panose="020B0609020204030204" pitchFamily="49" charset="0"/>
              </a:rPr>
              <a:t>(</a:t>
            </a:r>
            <a:r>
              <a:rPr lang="en-US" sz="1000" b="0" dirty="0">
                <a:solidFill>
                  <a:srgbClr val="74531F"/>
                </a:solidFill>
                <a:effectLst/>
                <a:latin typeface="Consolas" panose="020B0609020204030204" pitchFamily="49" charset="0"/>
              </a:rPr>
              <a:t>time</a:t>
            </a:r>
            <a:r>
              <a:rPr lang="en-US" sz="1000" b="0" dirty="0">
                <a:solidFill>
                  <a:srgbClr val="000000"/>
                </a:solidFill>
                <a:effectLst/>
                <a:latin typeface="Consolas" panose="020B0609020204030204" pitchFamily="49" charset="0"/>
              </a:rPr>
              <a:t>(</a:t>
            </a:r>
            <a:r>
              <a:rPr lang="en-US" sz="1000" b="0" dirty="0">
                <a:solidFill>
                  <a:srgbClr val="8A1BFF"/>
                </a:solidFill>
                <a:effectLst/>
                <a:latin typeface="Consolas" panose="020B0609020204030204" pitchFamily="49" charset="0"/>
              </a:rPr>
              <a:t>NULL</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8000"/>
                </a:solidFill>
                <a:effectLst/>
                <a:latin typeface="Consolas" panose="020B0609020204030204" pitchFamily="49" charset="0"/>
              </a:rPr>
              <a:t>    /* </a:t>
            </a:r>
            <a:r>
              <a:rPr lang="en-US" sz="1000" b="0" dirty="0" err="1">
                <a:solidFill>
                  <a:srgbClr val="008000"/>
                </a:solidFill>
                <a:effectLst/>
                <a:latin typeface="Consolas" panose="020B0609020204030204" pitchFamily="49" charset="0"/>
              </a:rPr>
              <a:t>funktionality</a:t>
            </a:r>
            <a:r>
              <a:rPr lang="en-US" sz="1000" b="0" dirty="0">
                <a:solidFill>
                  <a:srgbClr val="008000"/>
                </a:solidFill>
                <a:effectLst/>
                <a:latin typeface="Consolas" panose="020B0609020204030204" pitchFamily="49" charset="0"/>
              </a:rPr>
              <a:t>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 = </a:t>
            </a:r>
            <a:r>
              <a:rPr lang="en-US" sz="1000" b="0" dirty="0" err="1">
                <a:solidFill>
                  <a:srgbClr val="74531F"/>
                </a:solidFill>
                <a:effectLst/>
                <a:latin typeface="Consolas" panose="020B0609020204030204" pitchFamily="49" charset="0"/>
              </a:rPr>
              <a:t>createArray</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MIN_LEN</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MAX_LEN</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assignRandomValues</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MAX_VAL</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threshold</a:t>
            </a:r>
            <a:r>
              <a:rPr lang="en-US" sz="1000" b="0" dirty="0">
                <a:solidFill>
                  <a:srgbClr val="000000"/>
                </a:solidFill>
                <a:effectLst/>
                <a:latin typeface="Consolas" panose="020B0609020204030204" pitchFamily="49" charset="0"/>
              </a:rPr>
              <a:t> = </a:t>
            </a:r>
            <a:r>
              <a:rPr lang="en-US" sz="1000" b="0" dirty="0" err="1">
                <a:solidFill>
                  <a:srgbClr val="74531F"/>
                </a:solidFill>
                <a:effectLst/>
                <a:latin typeface="Consolas" panose="020B0609020204030204" pitchFamily="49" charset="0"/>
              </a:rPr>
              <a:t>selectRandomValue</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1F377F"/>
                </a:solidFill>
                <a:effectLst/>
                <a:latin typeface="Consolas" panose="020B0609020204030204" pitchFamily="49" charset="0"/>
              </a:rPr>
              <a:t>elements_above_threshold</a:t>
            </a:r>
            <a:r>
              <a:rPr lang="en-US" sz="1000" b="0" dirty="0">
                <a:solidFill>
                  <a:srgbClr val="000000"/>
                </a:solidFill>
                <a:effectLst/>
                <a:latin typeface="Consolas" panose="020B0609020204030204" pitchFamily="49" charset="0"/>
              </a:rPr>
              <a:t> = </a:t>
            </a:r>
            <a:r>
              <a:rPr lang="en-US" sz="1000" b="0" dirty="0" err="1">
                <a:solidFill>
                  <a:srgbClr val="74531F"/>
                </a:solidFill>
                <a:effectLst/>
                <a:latin typeface="Consolas" panose="020B0609020204030204" pitchFamily="49" charset="0"/>
              </a:rPr>
              <a:t>countValuesAboveThreshold</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length</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threshold</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dirty="0">
                <a:solidFill>
                  <a:srgbClr val="000000"/>
                </a:solidFill>
                <a:latin typeface="Consolas" panose="020B0609020204030204" pitchFamily="49" charset="0"/>
              </a:rPr>
              <a:t>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8000"/>
                </a:solidFill>
                <a:effectLst/>
                <a:latin typeface="Consolas" panose="020B0609020204030204" pitchFamily="49" charset="0"/>
              </a:rPr>
              <a:t>    /* </a:t>
            </a:r>
            <a:r>
              <a:rPr lang="en-US" sz="1000" b="0" dirty="0" err="1">
                <a:solidFill>
                  <a:srgbClr val="008000"/>
                </a:solidFill>
                <a:effectLst/>
                <a:latin typeface="Consolas" panose="020B0609020204030204" pitchFamily="49" charset="0"/>
              </a:rPr>
              <a:t>Skriv</a:t>
            </a: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antallet</a:t>
            </a: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af</a:t>
            </a: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elementer</a:t>
            </a:r>
            <a:r>
              <a:rPr lang="en-US" sz="1000" b="0" dirty="0">
                <a:solidFill>
                  <a:srgbClr val="008000"/>
                </a:solidFill>
                <a:effectLst/>
                <a:latin typeface="Consolas" panose="020B0609020204030204" pitchFamily="49" charset="0"/>
              </a:rPr>
              <a:t> i </a:t>
            </a:r>
            <a:r>
              <a:rPr lang="en-US" sz="1000" b="0" dirty="0" err="1">
                <a:solidFill>
                  <a:srgbClr val="008000"/>
                </a:solidFill>
                <a:effectLst/>
                <a:latin typeface="Consolas" panose="020B0609020204030204" pitchFamily="49" charset="0"/>
              </a:rPr>
              <a:t>arrayet</a:t>
            </a:r>
            <a:r>
              <a:rPr lang="en-US" sz="1000" b="0" dirty="0">
                <a:solidFill>
                  <a:srgbClr val="008000"/>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8000"/>
                </a:solidFill>
                <a:effectLst/>
                <a:latin typeface="Consolas" panose="020B0609020204030204" pitchFamily="49" charset="0"/>
              </a:rPr>
              <a:t>     * </a:t>
            </a:r>
            <a:r>
              <a:rPr lang="en-US" sz="1000" b="0" dirty="0" err="1">
                <a:solidFill>
                  <a:srgbClr val="008000"/>
                </a:solidFill>
                <a:effectLst/>
                <a:latin typeface="Consolas" panose="020B0609020204030204" pitchFamily="49" charset="0"/>
              </a:rPr>
              <a:t>som</a:t>
            </a:r>
            <a:r>
              <a:rPr lang="en-US" sz="1000" b="0" dirty="0">
                <a:solidFill>
                  <a:srgbClr val="008000"/>
                </a:solidFill>
                <a:effectLst/>
                <a:latin typeface="Consolas" panose="020B0609020204030204" pitchFamily="49" charset="0"/>
              </a:rPr>
              <a:t> er over det random element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N(</a:t>
            </a:r>
            <a:r>
              <a:rPr lang="en-US" sz="1000" b="0" dirty="0">
                <a:solidFill>
                  <a:srgbClr val="1F377F"/>
                </a:solidFill>
                <a:effectLst/>
                <a:latin typeface="Consolas" panose="020B0609020204030204" pitchFamily="49" charset="0"/>
              </a:rPr>
              <a:t>%i</a:t>
            </a:r>
            <a:r>
              <a:rPr lang="en-US" sz="1000" b="0" dirty="0">
                <a:solidFill>
                  <a:srgbClr val="A31515"/>
                </a:solidFill>
                <a:effectLst/>
                <a:latin typeface="Consolas" panose="020B0609020204030204" pitchFamily="49" charset="0"/>
              </a:rPr>
              <a:t>)=</a:t>
            </a:r>
            <a:r>
              <a:rPr lang="en-US" sz="1000" b="0" dirty="0">
                <a:solidFill>
                  <a:srgbClr val="1F377F"/>
                </a:solidFill>
                <a:effectLst/>
                <a:latin typeface="Consolas" panose="020B0609020204030204" pitchFamily="49" charset="0"/>
              </a:rPr>
              <a:t>%i</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threshold</a:t>
            </a:r>
            <a:r>
              <a:rPr lang="en-US" sz="1000" b="0" dirty="0">
                <a:solidFill>
                  <a:srgbClr val="000000"/>
                </a:solidFill>
                <a:effectLst/>
                <a:latin typeface="Consolas" panose="020B0609020204030204" pitchFamily="49" charset="0"/>
              </a:rPr>
              <a:t>, </a:t>
            </a:r>
            <a:r>
              <a:rPr lang="en-US" sz="1000" b="0" dirty="0" err="1">
                <a:solidFill>
                  <a:srgbClr val="1F377F"/>
                </a:solidFill>
                <a:effectLst/>
                <a:latin typeface="Consolas" panose="020B0609020204030204" pitchFamily="49" charset="0"/>
              </a:rPr>
              <a:t>elements_above_threshold</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74531F"/>
                </a:solidFill>
                <a:effectLst/>
                <a:latin typeface="Consolas" panose="020B0609020204030204" pitchFamily="49" charset="0"/>
              </a:rPr>
              <a:t>free</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8F08C4"/>
                </a:solidFill>
                <a:effectLst/>
                <a:latin typeface="Consolas" panose="020B0609020204030204" pitchFamily="49" charset="0"/>
              </a:rPr>
              <a:t>return</a:t>
            </a:r>
            <a:r>
              <a:rPr lang="en-US" sz="1000" b="0" dirty="0">
                <a:solidFill>
                  <a:srgbClr val="000000"/>
                </a:solidFill>
                <a:effectLst/>
                <a:latin typeface="Consolas" panose="020B0609020204030204" pitchFamily="49" charset="0"/>
              </a:rPr>
              <a:t> </a:t>
            </a:r>
            <a:r>
              <a:rPr lang="en-US" sz="1000" b="0" dirty="0">
                <a:solidFill>
                  <a:srgbClr val="098658"/>
                </a:solidFill>
                <a:effectLst/>
                <a:latin typeface="Consolas" panose="020B0609020204030204" pitchFamily="49" charset="0"/>
              </a:rPr>
              <a:t>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351685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C22FB1-482B-C907-8776-46D274584636}"/>
              </a:ext>
            </a:extLst>
          </p:cNvPr>
          <p:cNvSpPr>
            <a:spLocks noGrp="1"/>
          </p:cNvSpPr>
          <p:nvPr>
            <p:ph type="sldNum" sz="quarter" idx="4"/>
          </p:nvPr>
        </p:nvSpPr>
        <p:spPr/>
        <p:txBody>
          <a:bodyPr/>
          <a:lstStyle/>
          <a:p>
            <a:fld id="{D8D877B3-D348-4611-9BDB-C5374591D951}" type="slidenum">
              <a:rPr lang="en-US" smtClean="0"/>
              <a:pPr/>
              <a:t>13</a:t>
            </a:fld>
            <a:endParaRPr lang="en-US" dirty="0"/>
          </a:p>
        </p:txBody>
      </p:sp>
      <p:sp>
        <p:nvSpPr>
          <p:cNvPr id="4" name="Title 3">
            <a:extLst>
              <a:ext uri="{FF2B5EF4-FFF2-40B4-BE49-F238E27FC236}">
                <a16:creationId xmlns:a16="http://schemas.microsoft.com/office/drawing/2014/main" id="{25908D9C-00E6-0D1F-88F5-9F3354007BCB}"/>
              </a:ext>
            </a:extLst>
          </p:cNvPr>
          <p:cNvSpPr>
            <a:spLocks noGrp="1"/>
          </p:cNvSpPr>
          <p:nvPr>
            <p:ph type="title"/>
          </p:nvPr>
        </p:nvSpPr>
        <p:spPr>
          <a:xfrm>
            <a:off x="587374" y="370290"/>
            <a:ext cx="6855417" cy="1474385"/>
          </a:xfrm>
        </p:spPr>
        <p:txBody>
          <a:bodyPr/>
          <a:lstStyle/>
          <a:p>
            <a:r>
              <a:rPr lang="en-US" dirty="0" err="1"/>
              <a:t>Opgave</a:t>
            </a:r>
            <a:r>
              <a:rPr lang="en-US" dirty="0"/>
              <a:t>: functions2</a:t>
            </a:r>
            <a:endParaRPr lang="en-DK" dirty="0"/>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A5254B34-20F7-1511-4ED6-EFA11F9FF728}"/>
                  </a:ext>
                </a:extLst>
              </p:cNvPr>
              <p:cNvSpPr>
                <a:spLocks noGrp="1"/>
              </p:cNvSpPr>
              <p:nvPr>
                <p:ph type="body" sz="quarter" idx="12"/>
              </p:nvPr>
            </p:nvSpPr>
            <p:spPr>
              <a:xfrm>
                <a:off x="587375" y="2065337"/>
                <a:ext cx="7356475" cy="3704284"/>
              </a:xfrm>
            </p:spPr>
            <p:txBody>
              <a:bodyPr>
                <a:normAutofit fontScale="92500" lnSpcReduction="10000"/>
              </a:bodyPr>
              <a:lstStyle/>
              <a:p>
                <a:pPr marL="0" indent="0">
                  <a:buNone/>
                </a:pPr>
                <a:r>
                  <a:rPr lang="en-US" sz="1400" dirty="0"/>
                  <a:t>Lav et program functions2.c, </a:t>
                </a:r>
                <a:r>
                  <a:rPr lang="en-US" sz="1400" dirty="0" err="1"/>
                  <a:t>som</a:t>
                </a:r>
                <a:r>
                  <a:rPr lang="en-US" sz="1400" dirty="0"/>
                  <a:t> </a:t>
                </a:r>
                <a:r>
                  <a:rPr lang="en-US" sz="1400" dirty="0" err="1"/>
                  <a:t>har</a:t>
                </a:r>
                <a:r>
                  <a:rPr lang="en-US" sz="1400" dirty="0"/>
                  <a:t> </a:t>
                </a:r>
                <a:r>
                  <a:rPr lang="en-US" sz="1400" dirty="0" err="1"/>
                  <a:t>en</a:t>
                </a:r>
                <a:r>
                  <a:rPr lang="en-US" sz="1400" dirty="0"/>
                  <a:t> function der </a:t>
                </a:r>
                <a:r>
                  <a:rPr lang="en-US" sz="1400" dirty="0" err="1"/>
                  <a:t>kan</a:t>
                </a:r>
                <a:r>
                  <a:rPr lang="en-US" sz="1400" dirty="0"/>
                  <a:t> </a:t>
                </a:r>
                <a:r>
                  <a:rPr lang="en-US" sz="1400" dirty="0" err="1"/>
                  <a:t>udregne</a:t>
                </a:r>
                <a:r>
                  <a:rPr lang="en-US" sz="1400" dirty="0"/>
                  <a:t> BMI.</a:t>
                </a:r>
              </a:p>
              <a:p>
                <a:pPr marL="0" indent="0">
                  <a:buNone/>
                </a:pPr>
                <a14:m>
                  <m:oMathPara xmlns:m="http://schemas.openxmlformats.org/officeDocument/2006/math">
                    <m:oMathParaPr>
                      <m:jc m:val="centerGroup"/>
                    </m:oMathParaPr>
                    <m:oMath xmlns:m="http://schemas.openxmlformats.org/officeDocument/2006/math">
                      <m:r>
                        <a:rPr lang="en-US" sz="1400" i="1" dirty="0">
                          <a:latin typeface="Cambria Math" panose="02040503050406030204" pitchFamily="18" charset="0"/>
                        </a:rPr>
                        <m:t>𝑏𝑚𝑖</m:t>
                      </m:r>
                      <m:r>
                        <a:rPr lang="en-US" sz="1400" i="1" dirty="0">
                          <a:latin typeface="Cambria Math" panose="02040503050406030204" pitchFamily="18" charset="0"/>
                        </a:rPr>
                        <m:t>=</m:t>
                      </m:r>
                      <m:f>
                        <m:fPr>
                          <m:ctrlPr>
                            <a:rPr lang="en-US" sz="1400" i="1" dirty="0">
                              <a:latin typeface="Cambria Math" panose="02040503050406030204" pitchFamily="18" charset="0"/>
                            </a:rPr>
                          </m:ctrlPr>
                        </m:fPr>
                        <m:num>
                          <m:r>
                            <a:rPr lang="en-US" sz="1400" i="1" dirty="0">
                              <a:latin typeface="Cambria Math" panose="02040503050406030204" pitchFamily="18" charset="0"/>
                            </a:rPr>
                            <m:t>𝑤𝑒𝑖𝑔h𝑡</m:t>
                          </m:r>
                        </m:num>
                        <m:den>
                          <m:r>
                            <a:rPr lang="en-US" sz="1400" i="1" dirty="0">
                              <a:latin typeface="Cambria Math" panose="02040503050406030204" pitchFamily="18" charset="0"/>
                            </a:rPr>
                            <m:t>h𝑒𝑖𝑔h</m:t>
                          </m:r>
                          <m:sSup>
                            <m:sSupPr>
                              <m:ctrlPr>
                                <a:rPr lang="en-US" sz="1400" i="1" dirty="0">
                                  <a:latin typeface="Cambria Math" panose="02040503050406030204" pitchFamily="18" charset="0"/>
                                </a:rPr>
                              </m:ctrlPr>
                            </m:sSupPr>
                            <m:e>
                              <m:r>
                                <a:rPr lang="en-US" sz="1400" i="1" dirty="0">
                                  <a:latin typeface="Cambria Math" panose="02040503050406030204" pitchFamily="18" charset="0"/>
                                </a:rPr>
                                <m:t>𝑡</m:t>
                              </m:r>
                            </m:e>
                            <m:sup>
                              <m:r>
                                <a:rPr lang="en-US" sz="1400" i="1" dirty="0">
                                  <a:latin typeface="Cambria Math" panose="02040503050406030204" pitchFamily="18" charset="0"/>
                                </a:rPr>
                                <m:t>2</m:t>
                              </m:r>
                            </m:sup>
                          </m:sSup>
                        </m:den>
                      </m:f>
                    </m:oMath>
                  </m:oMathPara>
                </a14:m>
                <a:endParaRPr lang="en-US" sz="1400" dirty="0"/>
              </a:p>
              <a:p>
                <a:pPr marL="0" indent="0">
                  <a:buNone/>
                </a:pPr>
                <a:r>
                  <a:rPr lang="en-US" sz="1400" b="1" dirty="0" err="1"/>
                  <a:t>Fremgangsm</a:t>
                </a:r>
                <a:r>
                  <a:rPr lang="da-DK" sz="1400" b="1" dirty="0" err="1"/>
                  <a:t>åde</a:t>
                </a:r>
                <a:r>
                  <a:rPr lang="da-DK" sz="1400" b="1" dirty="0"/>
                  <a:t>:</a:t>
                </a:r>
                <a:endParaRPr lang="en-US" sz="1400" b="1" dirty="0"/>
              </a:p>
              <a:p>
                <a:pPr marL="681038" lvl="1" indent="-342900">
                  <a:buFont typeface="+mj-lt"/>
                  <a:buAutoNum type="arabicPeriod"/>
                </a:pPr>
                <a:r>
                  <a:rPr lang="en-US" dirty="0"/>
                  <a:t>Definer 2 variable </a:t>
                </a:r>
                <a:r>
                  <a:rPr lang="en-US" dirty="0">
                    <a:highlight>
                      <a:srgbClr val="FFFF00"/>
                    </a:highlight>
                  </a:rPr>
                  <a:t>weight = 31.1</a:t>
                </a:r>
                <a:r>
                  <a:rPr lang="en-US" dirty="0"/>
                  <a:t> og </a:t>
                </a:r>
                <a:r>
                  <a:rPr lang="en-US" dirty="0">
                    <a:highlight>
                      <a:srgbClr val="FFFF00"/>
                    </a:highlight>
                  </a:rPr>
                  <a:t>height = 1.31</a:t>
                </a:r>
                <a:r>
                  <a:rPr lang="en-US" dirty="0"/>
                  <a:t> </a:t>
                </a:r>
                <a:r>
                  <a:rPr lang="en-US" dirty="0" err="1"/>
                  <a:t>i</a:t>
                </a:r>
                <a:r>
                  <a:rPr lang="en-US" dirty="0"/>
                  <a:t> main.</a:t>
                </a:r>
              </a:p>
              <a:p>
                <a:pPr marL="681038" lvl="1" indent="-342900">
                  <a:buFont typeface="+mj-lt"/>
                  <a:buAutoNum type="arabicPeriod"/>
                </a:pPr>
                <a:r>
                  <a:rPr lang="en-US" dirty="0"/>
                  <a:t>Lav function definition </a:t>
                </a:r>
                <a:r>
                  <a:rPr lang="en-US" dirty="0">
                    <a:highlight>
                      <a:srgbClr val="FFFF00"/>
                    </a:highlight>
                  </a:rPr>
                  <a:t>float </a:t>
                </a:r>
                <a:r>
                  <a:rPr lang="en-US" dirty="0" err="1">
                    <a:highlight>
                      <a:srgbClr val="FFFF00"/>
                    </a:highlight>
                  </a:rPr>
                  <a:t>calculateBMI</a:t>
                </a:r>
                <a:r>
                  <a:rPr lang="en-US" dirty="0">
                    <a:highlight>
                      <a:srgbClr val="FFFF00"/>
                    </a:highlight>
                  </a:rPr>
                  <a:t>(...)</a:t>
                </a:r>
                <a:r>
                  <a:rPr lang="en-US" dirty="0"/>
                  <a:t> over int main()...</a:t>
                </a:r>
                <a:endParaRPr lang="en-US" b="1" dirty="0"/>
              </a:p>
              <a:p>
                <a:pPr marL="863600" lvl="2" indent="-342900">
                  <a:buFont typeface="+mj-lt"/>
                  <a:buAutoNum type="arabicPeriod"/>
                </a:pPr>
                <a:r>
                  <a:rPr lang="en-US" dirty="0"/>
                  <a:t>Hint: </a:t>
                </a:r>
                <a:r>
                  <a:rPr lang="en-US" dirty="0" err="1"/>
                  <a:t>Hvilke</a:t>
                </a:r>
                <a:r>
                  <a:rPr lang="en-US" dirty="0"/>
                  <a:t> </a:t>
                </a:r>
                <a:r>
                  <a:rPr lang="en-US" dirty="0" err="1"/>
                  <a:t>datatyper</a:t>
                </a:r>
                <a:r>
                  <a:rPr lang="en-US" dirty="0"/>
                  <a:t> </a:t>
                </a:r>
                <a:r>
                  <a:rPr lang="en-US" dirty="0" err="1"/>
                  <a:t>skal</a:t>
                </a:r>
                <a:r>
                  <a:rPr lang="en-US" dirty="0"/>
                  <a:t> input-parameters og </a:t>
                </a:r>
                <a:r>
                  <a:rPr lang="en-US" dirty="0" err="1"/>
                  <a:t>return_type</a:t>
                </a:r>
                <a:r>
                  <a:rPr lang="en-US" dirty="0"/>
                  <a:t> i </a:t>
                </a:r>
                <a:r>
                  <a:rPr lang="en-US" dirty="0" err="1"/>
                  <a:t>calculateBMI</a:t>
                </a:r>
                <a:r>
                  <a:rPr lang="en-US" dirty="0"/>
                  <a:t>?</a:t>
                </a:r>
                <a:endParaRPr lang="en-US" b="1" dirty="0"/>
              </a:p>
              <a:p>
                <a:pPr marL="681038" lvl="1" indent="-342900">
                  <a:buFont typeface="+mj-lt"/>
                  <a:buAutoNum type="arabicPeriod"/>
                </a:pPr>
                <a:r>
                  <a:rPr lang="en-US" dirty="0"/>
                  <a:t>I </a:t>
                </a:r>
                <a:r>
                  <a:rPr lang="en-US" dirty="0" err="1"/>
                  <a:t>funktionen</a:t>
                </a:r>
                <a:r>
                  <a:rPr lang="en-US" dirty="0"/>
                  <a:t> </a:t>
                </a:r>
                <a:r>
                  <a:rPr lang="en-US" dirty="0" err="1"/>
                  <a:t>calculateBMI</a:t>
                </a:r>
                <a:r>
                  <a:rPr lang="en-US" dirty="0"/>
                  <a:t>, </a:t>
                </a:r>
                <a:r>
                  <a:rPr lang="en-US" dirty="0" err="1"/>
                  <a:t>skal</a:t>
                </a:r>
                <a:r>
                  <a:rPr lang="en-US" dirty="0"/>
                  <a:t> i </a:t>
                </a:r>
                <a:r>
                  <a:rPr lang="en-US" dirty="0" err="1"/>
                  <a:t>implementerer</a:t>
                </a:r>
                <a:r>
                  <a:rPr lang="en-US" dirty="0"/>
                  <a:t> </a:t>
                </a:r>
                <a:r>
                  <a:rPr lang="en-US" dirty="0" err="1"/>
                  <a:t>algorithmen</a:t>
                </a:r>
                <a:r>
                  <a:rPr lang="en-US" dirty="0"/>
                  <a:t> for </a:t>
                </a:r>
                <a:r>
                  <a:rPr lang="en-US" dirty="0" err="1"/>
                  <a:t>bmi</a:t>
                </a:r>
                <a:r>
                  <a:rPr lang="en-US" dirty="0"/>
                  <a:t>, og </a:t>
                </a:r>
                <a:r>
                  <a:rPr lang="en-US" dirty="0" err="1"/>
                  <a:t>returnerer</a:t>
                </a:r>
                <a:r>
                  <a:rPr lang="en-US" dirty="0"/>
                  <a:t> </a:t>
                </a:r>
                <a:r>
                  <a:rPr lang="en-US" dirty="0" err="1"/>
                  <a:t>bmi</a:t>
                </a:r>
                <a:r>
                  <a:rPr lang="en-US" dirty="0"/>
                  <a:t> </a:t>
                </a:r>
                <a:r>
                  <a:rPr lang="en-US" i="1" dirty="0">
                    <a:highlight>
                      <a:srgbClr val="FFFF00"/>
                    </a:highlight>
                  </a:rPr>
                  <a:t>return </a:t>
                </a:r>
                <a:r>
                  <a:rPr lang="en-US" i="1" dirty="0" err="1">
                    <a:highlight>
                      <a:srgbClr val="FFFF00"/>
                    </a:highlight>
                  </a:rPr>
                  <a:t>bmi</a:t>
                </a:r>
                <a:r>
                  <a:rPr lang="en-US" i="1" dirty="0">
                    <a:highlight>
                      <a:srgbClr val="FFFF00"/>
                    </a:highlight>
                  </a:rPr>
                  <a:t>;</a:t>
                </a:r>
                <a:endParaRPr lang="en-US" i="1" dirty="0"/>
              </a:p>
              <a:p>
                <a:pPr marL="681038" lvl="1" indent="-342900">
                  <a:buFont typeface="+mj-lt"/>
                  <a:buAutoNum type="arabicPeriod"/>
                </a:pPr>
                <a:r>
                  <a:rPr lang="en-US" dirty="0"/>
                  <a:t>I main </a:t>
                </a:r>
                <a:r>
                  <a:rPr lang="en-US" dirty="0" err="1"/>
                  <a:t>skal</a:t>
                </a:r>
                <a:r>
                  <a:rPr lang="en-US" dirty="0"/>
                  <a:t> i </a:t>
                </a:r>
                <a:r>
                  <a:rPr lang="en-US" dirty="0" err="1"/>
                  <a:t>kalde</a:t>
                </a:r>
                <a:r>
                  <a:rPr lang="en-US" dirty="0"/>
                  <a:t> </a:t>
                </a:r>
                <a:r>
                  <a:rPr lang="en-US" dirty="0" err="1"/>
                  <a:t>functionen</a:t>
                </a:r>
                <a:r>
                  <a:rPr lang="en-US" dirty="0"/>
                  <a:t> </a:t>
                </a:r>
                <a:r>
                  <a:rPr lang="en-US" dirty="0" err="1"/>
                  <a:t>calculateBMI</a:t>
                </a:r>
                <a:r>
                  <a:rPr lang="en-US" dirty="0"/>
                  <a:t>, med height og weight </a:t>
                </a:r>
                <a:r>
                  <a:rPr lang="en-US" dirty="0" err="1"/>
                  <a:t>variablerne</a:t>
                </a:r>
                <a:r>
                  <a:rPr lang="en-US" dirty="0"/>
                  <a:t> </a:t>
                </a:r>
                <a:r>
                  <a:rPr lang="en-US" dirty="0" err="1"/>
                  <a:t>som</a:t>
                </a:r>
                <a:r>
                  <a:rPr lang="en-US" dirty="0"/>
                  <a:t> input parameter, og den </a:t>
                </a:r>
                <a:r>
                  <a:rPr lang="en-US" dirty="0" err="1"/>
                  <a:t>returnerende</a:t>
                </a:r>
                <a:r>
                  <a:rPr lang="en-US" dirty="0"/>
                  <a:t> </a:t>
                </a:r>
                <a:r>
                  <a:rPr lang="en-US" dirty="0" err="1"/>
                  <a:t>værdi</a:t>
                </a:r>
                <a:r>
                  <a:rPr lang="en-US" dirty="0"/>
                  <a:t> </a:t>
                </a:r>
                <a:r>
                  <a:rPr lang="en-US" dirty="0" err="1"/>
                  <a:t>skal</a:t>
                </a:r>
                <a:r>
                  <a:rPr lang="en-US" dirty="0"/>
                  <a:t> </a:t>
                </a:r>
                <a:r>
                  <a:rPr lang="en-US" dirty="0" err="1"/>
                  <a:t>gemmes</a:t>
                </a:r>
                <a:r>
                  <a:rPr lang="en-US" dirty="0"/>
                  <a:t> I </a:t>
                </a:r>
                <a:r>
                  <a:rPr lang="en-US" dirty="0" err="1"/>
                  <a:t>en</a:t>
                </a:r>
                <a:r>
                  <a:rPr lang="en-US" dirty="0"/>
                  <a:t> float </a:t>
                </a:r>
                <a:r>
                  <a:rPr lang="en-US" dirty="0" err="1"/>
                  <a:t>bmi</a:t>
                </a:r>
                <a:r>
                  <a:rPr lang="en-US" dirty="0"/>
                  <a:t> variable:</a:t>
                </a:r>
              </a:p>
              <a:p>
                <a:pPr marL="863600" lvl="2" indent="-342900">
                  <a:buFont typeface="+mj-lt"/>
                  <a:buAutoNum type="arabicPeriod"/>
                </a:pPr>
                <a:r>
                  <a:rPr lang="en-US" dirty="0">
                    <a:highlight>
                      <a:srgbClr val="FFFF00"/>
                    </a:highlight>
                  </a:rPr>
                  <a:t>float </a:t>
                </a:r>
                <a:r>
                  <a:rPr lang="en-US" dirty="0" err="1">
                    <a:highlight>
                      <a:srgbClr val="FFFF00"/>
                    </a:highlight>
                  </a:rPr>
                  <a:t>bmi</a:t>
                </a:r>
                <a:r>
                  <a:rPr lang="en-US" dirty="0">
                    <a:highlight>
                      <a:srgbClr val="FFFF00"/>
                    </a:highlight>
                  </a:rPr>
                  <a:t> = </a:t>
                </a:r>
                <a:r>
                  <a:rPr lang="en-US" dirty="0" err="1">
                    <a:highlight>
                      <a:srgbClr val="FFFF00"/>
                    </a:highlight>
                  </a:rPr>
                  <a:t>calculateBMI</a:t>
                </a:r>
                <a:r>
                  <a:rPr lang="en-US" dirty="0">
                    <a:highlight>
                      <a:srgbClr val="FFFF00"/>
                    </a:highlight>
                  </a:rPr>
                  <a:t>(height, weight)</a:t>
                </a:r>
              </a:p>
              <a:p>
                <a:pPr marL="681038" lvl="1" indent="-342900">
                  <a:buFont typeface="+mj-lt"/>
                  <a:buAutoNum type="arabicPeriod"/>
                </a:pPr>
                <a:r>
                  <a:rPr lang="en-US" dirty="0"/>
                  <a:t>Print </a:t>
                </a:r>
                <a:r>
                  <a:rPr lang="en-US" dirty="0" err="1"/>
                  <a:t>resultatet</a:t>
                </a:r>
                <a:r>
                  <a:rPr lang="en-US" dirty="0"/>
                  <a:t> </a:t>
                </a:r>
                <a:r>
                  <a:rPr lang="en-US" dirty="0" err="1"/>
                  <a:t>ud</a:t>
                </a:r>
                <a:r>
                  <a:rPr lang="en-US" dirty="0"/>
                  <a:t>.</a:t>
                </a:r>
              </a:p>
            </p:txBody>
          </p:sp>
        </mc:Choice>
        <mc:Fallback xmlns="">
          <p:sp>
            <p:nvSpPr>
              <p:cNvPr id="6" name="Text Placeholder 5">
                <a:extLst>
                  <a:ext uri="{FF2B5EF4-FFF2-40B4-BE49-F238E27FC236}">
                    <a16:creationId xmlns:a16="http://schemas.microsoft.com/office/drawing/2014/main" id="{A5254B34-20F7-1511-4ED6-EFA11F9FF728}"/>
                  </a:ext>
                </a:extLst>
              </p:cNvPr>
              <p:cNvSpPr>
                <a:spLocks noGrp="1" noRot="1" noChangeAspect="1" noMove="1" noResize="1" noEditPoints="1" noAdjustHandles="1" noChangeArrowheads="1" noChangeShapeType="1" noTextEdit="1"/>
              </p:cNvSpPr>
              <p:nvPr>
                <p:ph type="body" sz="quarter" idx="12"/>
              </p:nvPr>
            </p:nvSpPr>
            <p:spPr>
              <a:xfrm>
                <a:off x="587375" y="2065337"/>
                <a:ext cx="7356475" cy="3704284"/>
              </a:xfrm>
              <a:blipFill>
                <a:blip r:embed="rId2"/>
                <a:stretch>
                  <a:fillRect l="-1326" r="-414" b="-1318"/>
                </a:stretch>
              </a:blipFill>
            </p:spPr>
            <p:txBody>
              <a:bodyPr/>
              <a:lstStyle/>
              <a:p>
                <a:r>
                  <a:rPr lang="da-DK">
                    <a:noFill/>
                  </a:rPr>
                  <a:t> </a:t>
                </a:r>
              </a:p>
            </p:txBody>
          </p:sp>
        </mc:Fallback>
      </mc:AlternateContent>
      <p:sp>
        <p:nvSpPr>
          <p:cNvPr id="7" name="TextBox 6">
            <a:extLst>
              <a:ext uri="{FF2B5EF4-FFF2-40B4-BE49-F238E27FC236}">
                <a16:creationId xmlns:a16="http://schemas.microsoft.com/office/drawing/2014/main" id="{C9BAF2A8-AABB-A478-D4D9-1D53B8315B3C}"/>
              </a:ext>
            </a:extLst>
          </p:cNvPr>
          <p:cNvSpPr txBox="1"/>
          <p:nvPr/>
        </p:nvSpPr>
        <p:spPr>
          <a:xfrm>
            <a:off x="8088407" y="2756762"/>
            <a:ext cx="3966881" cy="1754326"/>
          </a:xfrm>
          <a:prstGeom prst="rect">
            <a:avLst/>
          </a:prstGeom>
          <a:solidFill>
            <a:schemeClr val="bg1">
              <a:lumMod val="95000"/>
            </a:schemeClr>
          </a:solidFill>
        </p:spPr>
        <p:txBody>
          <a:bodyPr wrap="square">
            <a:spAutoFit/>
          </a:bodyPr>
          <a:lstStyle/>
          <a:p>
            <a:pPr marL="228600" indent="-228600">
              <a:buFont typeface="+mj-lt"/>
              <a:buAutoNum type="arabicPeriod"/>
            </a:pPr>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stdio.h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dirty="0">
                <a:solidFill>
                  <a:srgbClr val="000000"/>
                </a:solidFill>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weight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80.0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height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1.80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bmi</a:t>
            </a:r>
            <a:r>
              <a:rPr lang="en-US" sz="1200" b="0" dirty="0">
                <a:solidFill>
                  <a:srgbClr val="000000"/>
                </a:solidFill>
                <a:effectLst/>
                <a:latin typeface="Consolas" panose="020B0609020204030204" pitchFamily="49" charset="0"/>
              </a:rPr>
              <a:t> = </a:t>
            </a:r>
            <a:r>
              <a:rPr lang="en-US" sz="1200" b="0" dirty="0">
                <a:solidFill>
                  <a:srgbClr val="1F377F"/>
                </a:solidFill>
                <a:effectLst/>
                <a:latin typeface="Consolas" panose="020B0609020204030204" pitchFamily="49" charset="0"/>
              </a:rPr>
              <a:t>weight</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height</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height</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a:t>
            </a:r>
          </a:p>
          <a:p>
            <a:pPr marL="228600" indent="-228600">
              <a:buFont typeface="+mj-lt"/>
              <a:buAutoNum type="arabicPeriod"/>
            </a:pPr>
            <a:r>
              <a:rPr lang="en-US" sz="1200" dirty="0">
                <a:solidFill>
                  <a:srgbClr val="008000"/>
                </a:solidFill>
                <a:latin typeface="Consolas" panose="020B0609020204030204" pitchFamily="49" charset="0"/>
              </a:rPr>
              <a:t>    </a:t>
            </a:r>
            <a:r>
              <a:rPr lang="en-US" sz="1200" b="0" dirty="0">
                <a:solidFill>
                  <a:srgbClr val="008000"/>
                </a:solidFill>
                <a:effectLst/>
                <a:latin typeface="Consolas" panose="020B0609020204030204" pitchFamily="49" charset="0"/>
              </a:rPr>
              <a:t>/*</a:t>
            </a:r>
            <a:r>
              <a:rPr lang="en-US" sz="1200" dirty="0">
                <a:solidFill>
                  <a:srgbClr val="008000"/>
                </a:solidFill>
                <a:latin typeface="Consolas" panose="020B0609020204030204" pitchFamily="49" charset="0"/>
              </a:rPr>
              <a:t> </a:t>
            </a:r>
            <a:r>
              <a:rPr lang="en-US" sz="1200" b="0" dirty="0">
                <a:solidFill>
                  <a:srgbClr val="008000"/>
                </a:solidFill>
                <a:effectLst/>
                <a:latin typeface="Consolas" panose="020B0609020204030204" pitchFamily="49" charset="0"/>
              </a:rPr>
              <a:t>Print patient information */</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BMI:</a:t>
            </a:r>
            <a:r>
              <a:rPr lang="en-US" sz="1200" b="0" dirty="0">
                <a:solidFill>
                  <a:srgbClr val="B776FB"/>
                </a:solidFill>
                <a:effectLst/>
                <a:latin typeface="Consolas" panose="020B0609020204030204" pitchFamily="49" charset="0"/>
              </a:rPr>
              <a:t>\t\t</a:t>
            </a:r>
            <a:r>
              <a:rPr lang="en-US" sz="1200" b="0" dirty="0">
                <a:solidFill>
                  <a:srgbClr val="1F377F"/>
                </a:solidFill>
                <a:effectLst/>
                <a:latin typeface="Consolas" panose="020B0609020204030204" pitchFamily="49" charset="0"/>
              </a:rPr>
              <a:t>%5.2f</a:t>
            </a:r>
            <a:r>
              <a:rPr lang="en-US" sz="1200" b="0" dirty="0">
                <a:solidFill>
                  <a:srgbClr val="A31515"/>
                </a:solidFill>
                <a:effectLst/>
                <a:latin typeface="Consolas" panose="020B0609020204030204" pitchFamily="49" charset="0"/>
              </a:rPr>
              <a:t> m</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bmi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39577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0DC1CBAD-5535-4422-882C-4A87EED48CDD}"/>
              </a:ext>
            </a:extLst>
          </p:cNvPr>
          <p:cNvSpPr>
            <a:spLocks noGrp="1"/>
          </p:cNvSpPr>
          <p:nvPr>
            <p:ph type="sldNum" sz="quarter" idx="10"/>
          </p:nvPr>
        </p:nvSpPr>
        <p:spPr/>
        <p:txBody>
          <a:bodyPr/>
          <a:lstStyle/>
          <a:p>
            <a:fld id="{D8D877B3-D348-4611-9BDB-C5374591D951}" type="slidenum">
              <a:rPr lang="en-US" smtClean="0"/>
              <a:pPr/>
              <a:t>14</a:t>
            </a:fld>
            <a:endParaRPr lang="en-US" dirty="0"/>
          </a:p>
        </p:txBody>
      </p:sp>
      <p:sp>
        <p:nvSpPr>
          <p:cNvPr id="4" name="Titel 3">
            <a:extLst>
              <a:ext uri="{FF2B5EF4-FFF2-40B4-BE49-F238E27FC236}">
                <a16:creationId xmlns:a16="http://schemas.microsoft.com/office/drawing/2014/main" id="{F279D28B-7FD3-4C56-8106-4641D28448F2}"/>
              </a:ext>
            </a:extLst>
          </p:cNvPr>
          <p:cNvSpPr>
            <a:spLocks noGrp="1"/>
          </p:cNvSpPr>
          <p:nvPr>
            <p:ph type="title"/>
          </p:nvPr>
        </p:nvSpPr>
        <p:spPr>
          <a:xfrm>
            <a:off x="587374" y="359273"/>
            <a:ext cx="6942139" cy="1469527"/>
          </a:xfrm>
        </p:spPr>
        <p:txBody>
          <a:bodyPr/>
          <a:lstStyle/>
          <a:p>
            <a:r>
              <a:rPr lang="da-DK" dirty="0"/>
              <a:t>Funktionsdefinition</a:t>
            </a:r>
          </a:p>
        </p:txBody>
      </p:sp>
      <p:sp>
        <p:nvSpPr>
          <p:cNvPr id="5" name="Pladsholder til tekst 4">
            <a:extLst>
              <a:ext uri="{FF2B5EF4-FFF2-40B4-BE49-F238E27FC236}">
                <a16:creationId xmlns:a16="http://schemas.microsoft.com/office/drawing/2014/main" id="{7C33DE81-44D1-474E-861F-4B92C802B0E7}"/>
              </a:ext>
            </a:extLst>
          </p:cNvPr>
          <p:cNvSpPr>
            <a:spLocks noGrp="1"/>
          </p:cNvSpPr>
          <p:nvPr>
            <p:ph type="body" sz="quarter" idx="12"/>
          </p:nvPr>
        </p:nvSpPr>
        <p:spPr>
          <a:xfrm>
            <a:off x="587375" y="1828800"/>
            <a:ext cx="5870575" cy="4066674"/>
          </a:xfrm>
        </p:spPr>
        <p:txBody>
          <a:bodyPr>
            <a:normAutofit/>
          </a:bodyPr>
          <a:lstStyle/>
          <a:p>
            <a:pPr marL="0" indent="0">
              <a:buNone/>
            </a:pPr>
            <a:r>
              <a:rPr lang="da-DK" sz="1200" dirty="0"/>
              <a:t>En funktionsdefinition består af </a:t>
            </a:r>
            <a:r>
              <a:rPr lang="da-DK" sz="1200" i="1" dirty="0" err="1">
                <a:highlight>
                  <a:srgbClr val="FFFF00"/>
                </a:highlight>
              </a:rPr>
              <a:t>function</a:t>
            </a:r>
            <a:r>
              <a:rPr lang="da-DK" sz="1200" i="1" dirty="0">
                <a:highlight>
                  <a:srgbClr val="FFFF00"/>
                </a:highlight>
              </a:rPr>
              <a:t> header </a:t>
            </a:r>
            <a:r>
              <a:rPr lang="da-DK" sz="1200" dirty="0"/>
              <a:t>og </a:t>
            </a:r>
            <a:r>
              <a:rPr lang="da-DK" sz="1200" i="1" dirty="0" err="1">
                <a:highlight>
                  <a:srgbClr val="FFFF00"/>
                </a:highlight>
              </a:rPr>
              <a:t>function</a:t>
            </a:r>
            <a:r>
              <a:rPr lang="da-DK" sz="1200" i="1" dirty="0">
                <a:highlight>
                  <a:srgbClr val="FFFF00"/>
                </a:highlight>
              </a:rPr>
              <a:t> body</a:t>
            </a:r>
            <a:r>
              <a:rPr lang="da-DK" sz="1200" dirty="0"/>
              <a:t>. </a:t>
            </a:r>
          </a:p>
          <a:p>
            <a:pPr marL="0" indent="0">
              <a:buNone/>
            </a:pPr>
            <a:r>
              <a:rPr lang="da-DK" sz="1200" b="1" dirty="0" err="1"/>
              <a:t>Function</a:t>
            </a:r>
            <a:r>
              <a:rPr lang="da-DK" sz="1200" b="1" dirty="0"/>
              <a:t> Header:</a:t>
            </a:r>
          </a:p>
          <a:p>
            <a:pPr>
              <a:buFont typeface="Arial" panose="020B0604020202020204" pitchFamily="34" charset="0"/>
              <a:buChar char="•"/>
            </a:pPr>
            <a:r>
              <a:rPr lang="da-DK" sz="1200" b="1" dirty="0" err="1"/>
              <a:t>return_type</a:t>
            </a:r>
            <a:r>
              <a:rPr lang="da-DK" sz="1200" b="1" dirty="0"/>
              <a:t> </a:t>
            </a:r>
            <a:r>
              <a:rPr lang="da-DK" sz="1200" dirty="0"/>
              <a:t>- </a:t>
            </a:r>
            <a:r>
              <a:rPr lang="da-DK" sz="1200" dirty="0" err="1"/>
              <a:t>Return_type</a:t>
            </a:r>
            <a:r>
              <a:rPr lang="da-DK" sz="1200" dirty="0"/>
              <a:t> er datatypen for den værdi, funktionen returnerer. </a:t>
            </a:r>
          </a:p>
          <a:p>
            <a:pPr lvl="1">
              <a:buFont typeface="Arial" panose="020B0604020202020204" pitchFamily="34" charset="0"/>
              <a:buChar char="•"/>
            </a:pPr>
            <a:r>
              <a:rPr lang="da-DK" sz="1000" dirty="0" err="1"/>
              <a:t>return_type</a:t>
            </a:r>
            <a:r>
              <a:rPr lang="da-DK" sz="1000" dirty="0"/>
              <a:t> nøgleordet </a:t>
            </a:r>
            <a:r>
              <a:rPr lang="da-DK" sz="1000" i="1" dirty="0" err="1">
                <a:highlight>
                  <a:srgbClr val="C0C0C0"/>
                </a:highlight>
              </a:rPr>
              <a:t>void</a:t>
            </a:r>
            <a:r>
              <a:rPr lang="da-DK" sz="1000" i="1" dirty="0"/>
              <a:t>: en </a:t>
            </a:r>
            <a:r>
              <a:rPr lang="da-DK" sz="1000" dirty="0"/>
              <a:t>funktion som ikke returnerer en værdi.</a:t>
            </a:r>
          </a:p>
          <a:p>
            <a:pPr lvl="1">
              <a:buFont typeface="Arial" panose="020B0604020202020204" pitchFamily="34" charset="0"/>
              <a:buChar char="•"/>
            </a:pPr>
            <a:r>
              <a:rPr lang="da-DK" sz="1000" dirty="0" err="1"/>
              <a:t>return_type</a:t>
            </a:r>
            <a:r>
              <a:rPr lang="da-DK" sz="1000" dirty="0"/>
              <a:t> nøgleordet </a:t>
            </a:r>
            <a:r>
              <a:rPr lang="da-DK" sz="1000" dirty="0">
                <a:solidFill>
                  <a:srgbClr val="FF0000"/>
                </a:solidFill>
                <a:highlight>
                  <a:srgbClr val="C0C0C0"/>
                </a:highlight>
              </a:rPr>
              <a:t>*</a:t>
            </a:r>
            <a:r>
              <a:rPr lang="da-DK" sz="1000" i="1" dirty="0" err="1">
                <a:highlight>
                  <a:srgbClr val="C0C0C0"/>
                </a:highlight>
              </a:rPr>
              <a:t>void</a:t>
            </a:r>
            <a:r>
              <a:rPr lang="da-DK" sz="1000" i="1" dirty="0"/>
              <a:t>: en </a:t>
            </a:r>
            <a:r>
              <a:rPr lang="da-DK" sz="1000" dirty="0"/>
              <a:t>funktion som returnerer en pointer af alle datatyper. </a:t>
            </a:r>
            <a:r>
              <a:rPr lang="da-DK" sz="800" dirty="0" err="1"/>
              <a:t>void</a:t>
            </a:r>
            <a:r>
              <a:rPr lang="da-DK" sz="800" dirty="0"/>
              <a:t>* </a:t>
            </a:r>
            <a:r>
              <a:rPr lang="da-DK" sz="800" dirty="0" err="1"/>
              <a:t>malloc</a:t>
            </a:r>
            <a:r>
              <a:rPr lang="da-DK" sz="800" dirty="0"/>
              <a:t>(...)</a:t>
            </a:r>
            <a:endParaRPr lang="da-DK" sz="1000" dirty="0"/>
          </a:p>
          <a:p>
            <a:pPr>
              <a:buFont typeface="Arial" panose="020B0604020202020204" pitchFamily="34" charset="0"/>
              <a:buChar char="•"/>
            </a:pPr>
            <a:r>
              <a:rPr lang="da-DK" sz="1200" b="1" dirty="0" err="1"/>
              <a:t>function_name</a:t>
            </a:r>
            <a:r>
              <a:rPr lang="da-DK" sz="1200" dirty="0"/>
              <a:t> - Dette er det faktiske navn på funktionen. </a:t>
            </a:r>
            <a:r>
              <a:rPr lang="da-DK" sz="1200" dirty="0" err="1"/>
              <a:t>function-identifier</a:t>
            </a:r>
            <a:endParaRPr lang="da-DK" sz="1200" dirty="0"/>
          </a:p>
          <a:p>
            <a:pPr>
              <a:buFont typeface="Arial" panose="020B0604020202020204" pitchFamily="34" charset="0"/>
              <a:buChar char="•"/>
            </a:pPr>
            <a:r>
              <a:rPr lang="da-DK" sz="1200" b="1" dirty="0" err="1"/>
              <a:t>parameter_list</a:t>
            </a:r>
            <a:r>
              <a:rPr lang="da-DK" sz="1200" b="1" dirty="0"/>
              <a:t> </a:t>
            </a:r>
            <a:r>
              <a:rPr lang="da-DK" sz="1200" dirty="0"/>
              <a:t>- En parameter er som en pladsholder. Når en funktion kaldes, overfører du en værdi til parameteren. </a:t>
            </a:r>
          </a:p>
          <a:p>
            <a:pPr lvl="1">
              <a:buFont typeface="Arial" panose="020B0604020202020204" pitchFamily="34" charset="0"/>
              <a:buChar char="•"/>
            </a:pPr>
            <a:r>
              <a:rPr lang="da-DK" sz="1000" dirty="0"/>
              <a:t>En parameter værdi kaldes </a:t>
            </a:r>
            <a:r>
              <a:rPr lang="da-DK" sz="1000" i="1" dirty="0" err="1"/>
              <a:t>actual</a:t>
            </a:r>
            <a:r>
              <a:rPr lang="da-DK" sz="1000" i="1" dirty="0"/>
              <a:t> parameter </a:t>
            </a:r>
            <a:r>
              <a:rPr lang="da-DK" sz="1000" dirty="0"/>
              <a:t>eller </a:t>
            </a:r>
            <a:r>
              <a:rPr lang="da-DK" sz="1000" i="1" dirty="0" err="1"/>
              <a:t>actual</a:t>
            </a:r>
            <a:r>
              <a:rPr lang="da-DK" sz="1000" i="1" dirty="0"/>
              <a:t> argument</a:t>
            </a:r>
            <a:r>
              <a:rPr lang="da-DK" sz="1000" dirty="0"/>
              <a:t>. </a:t>
            </a:r>
          </a:p>
          <a:p>
            <a:pPr lvl="1">
              <a:buFont typeface="Arial" panose="020B0604020202020204" pitchFamily="34" charset="0"/>
              <a:buChar char="•"/>
            </a:pPr>
            <a:r>
              <a:rPr lang="da-DK" sz="1000" dirty="0"/>
              <a:t>Parameterlisten fortæller om parameter rækkefølgen, datatype og parameter navnet.</a:t>
            </a:r>
          </a:p>
          <a:p>
            <a:pPr marL="0" indent="0">
              <a:buNone/>
            </a:pPr>
            <a:endParaRPr lang="da-DK" sz="1200" dirty="0"/>
          </a:p>
          <a:p>
            <a:pPr marL="0" indent="0">
              <a:buNone/>
            </a:pPr>
            <a:r>
              <a:rPr lang="da-DK" sz="1200" b="1" dirty="0" err="1"/>
              <a:t>function_body</a:t>
            </a:r>
            <a:r>
              <a:rPr lang="da-DK" sz="1200" b="1" dirty="0"/>
              <a:t> </a:t>
            </a:r>
            <a:r>
              <a:rPr lang="da-DK" sz="1200" dirty="0"/>
              <a:t>- Funktionens krop omgrænset af {}, og indeholder en samling udsagn, der definerer, hvad funktionen gør.</a:t>
            </a:r>
          </a:p>
        </p:txBody>
      </p:sp>
      <p:pic>
        <p:nvPicPr>
          <p:cNvPr id="7" name="Billede 6">
            <a:extLst>
              <a:ext uri="{FF2B5EF4-FFF2-40B4-BE49-F238E27FC236}">
                <a16:creationId xmlns:a16="http://schemas.microsoft.com/office/drawing/2014/main" id="{DC566821-3DD9-4C87-8414-BC7084698F0A}"/>
              </a:ext>
            </a:extLst>
          </p:cNvPr>
          <p:cNvPicPr>
            <a:picLocks noChangeAspect="1"/>
          </p:cNvPicPr>
          <p:nvPr/>
        </p:nvPicPr>
        <p:blipFill>
          <a:blip r:embed="rId3"/>
          <a:stretch>
            <a:fillRect/>
          </a:stretch>
        </p:blipFill>
        <p:spPr>
          <a:xfrm>
            <a:off x="6744366" y="2437475"/>
            <a:ext cx="4796835" cy="991525"/>
          </a:xfrm>
          <a:prstGeom prst="rect">
            <a:avLst/>
          </a:prstGeom>
        </p:spPr>
      </p:pic>
      <p:sp>
        <p:nvSpPr>
          <p:cNvPr id="2" name="TextBox 1">
            <a:extLst>
              <a:ext uri="{FF2B5EF4-FFF2-40B4-BE49-F238E27FC236}">
                <a16:creationId xmlns:a16="http://schemas.microsoft.com/office/drawing/2014/main" id="{C9105297-8E62-2025-1B85-56324C82C4DC}"/>
              </a:ext>
            </a:extLst>
          </p:cNvPr>
          <p:cNvSpPr txBox="1"/>
          <p:nvPr/>
        </p:nvSpPr>
        <p:spPr>
          <a:xfrm>
            <a:off x="6744366" y="3582713"/>
            <a:ext cx="5309880" cy="1384995"/>
          </a:xfrm>
          <a:prstGeom prst="rect">
            <a:avLst/>
          </a:prstGeom>
          <a:solidFill>
            <a:schemeClr val="bg1">
              <a:lumMod val="95000"/>
            </a:schemeClr>
          </a:solidFill>
        </p:spPr>
        <p:txBody>
          <a:bodyPr wrap="square">
            <a:spAutoFit/>
          </a:bodyPr>
          <a:lstStyle/>
          <a:p>
            <a:pPr marL="228600" indent="-228600">
              <a:buFont typeface="+mj-lt"/>
              <a:buAutoNum type="arabicPeriod"/>
            </a:pPr>
            <a:r>
              <a:rPr lang="en-US" sz="1200" b="0" dirty="0">
                <a:solidFill>
                  <a:srgbClr val="008000"/>
                </a:solidFill>
                <a:effectLst/>
                <a:latin typeface="Consolas" panose="020B0609020204030204" pitchFamily="49" charset="0"/>
              </a:rPr>
              <a:t>/* function definition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find_max</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num1</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double</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num2</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8000"/>
                </a:solidFill>
                <a:effectLst/>
                <a:latin typeface="Consolas" panose="020B0609020204030204" pitchFamily="49" charset="0"/>
              </a:rPr>
              <a:t>    /* return the maximum of 2 values *</a:t>
            </a:r>
          </a:p>
          <a:p>
            <a:pPr marL="228600" indent="-228600">
              <a:buFont typeface="+mj-lt"/>
              <a:buAutoNum type="arabicPeriod"/>
            </a:pPr>
            <a:r>
              <a:rPr lang="en-US" sz="1200" dirty="0">
                <a:solidFill>
                  <a:srgbClr val="008000"/>
                </a:solidFill>
                <a:latin typeface="Consolas" panose="020B0609020204030204" pitchFamily="49" charset="0"/>
              </a:rPr>
              <a:t>    </a:t>
            </a:r>
            <a:r>
              <a:rPr lang="en-US" sz="1200" dirty="0">
                <a:solidFill>
                  <a:srgbClr val="000000"/>
                </a:solidFill>
                <a:latin typeface="Consolas" panose="020B0609020204030204" pitchFamily="49" charset="0"/>
              </a:rPr>
              <a:t>double </a:t>
            </a:r>
            <a:r>
              <a:rPr lang="en-US" sz="1200" dirty="0" err="1">
                <a:solidFill>
                  <a:srgbClr val="000000"/>
                </a:solidFill>
                <a:latin typeface="Consolas" panose="020B0609020204030204" pitchFamily="49" charset="0"/>
              </a:rPr>
              <a:t>highest_value</a:t>
            </a:r>
            <a:r>
              <a:rPr lang="en-US" sz="1200" dirty="0">
                <a:solidFill>
                  <a:srgbClr val="000000"/>
                </a:solidFill>
                <a:latin typeface="Consolas" panose="020B0609020204030204" pitchFamily="49" charset="0"/>
              </a:rPr>
              <a:t> = (</a:t>
            </a:r>
            <a:r>
              <a:rPr lang="en-US" sz="1200" dirty="0">
                <a:solidFill>
                  <a:srgbClr val="001080"/>
                </a:solidFill>
                <a:latin typeface="Consolas" panose="020B0609020204030204" pitchFamily="49" charset="0"/>
              </a:rPr>
              <a:t>num1</a:t>
            </a:r>
            <a:r>
              <a:rPr lang="en-US" sz="1200" dirty="0">
                <a:solidFill>
                  <a:srgbClr val="000000"/>
                </a:solidFill>
                <a:latin typeface="Consolas" panose="020B0609020204030204" pitchFamily="49" charset="0"/>
              </a:rPr>
              <a:t>&gt;</a:t>
            </a:r>
            <a:r>
              <a:rPr lang="en-US" sz="1200" dirty="0">
                <a:solidFill>
                  <a:srgbClr val="001080"/>
                </a:solidFill>
                <a:latin typeface="Consolas" panose="020B0609020204030204" pitchFamily="49" charset="0"/>
              </a:rPr>
              <a:t>num2</a:t>
            </a:r>
            <a:r>
              <a:rPr lang="en-US" sz="1200" dirty="0">
                <a:solidFill>
                  <a:srgbClr val="000000"/>
                </a:solidFill>
                <a:latin typeface="Consolas" panose="020B0609020204030204" pitchFamily="49" charset="0"/>
              </a:rPr>
              <a:t>) ? </a:t>
            </a:r>
            <a:r>
              <a:rPr lang="en-US" sz="1200" dirty="0">
                <a:solidFill>
                  <a:srgbClr val="001080"/>
                </a:solidFill>
                <a:latin typeface="Consolas" panose="020B0609020204030204" pitchFamily="49" charset="0"/>
              </a:rPr>
              <a:t>num1</a:t>
            </a:r>
            <a:r>
              <a:rPr lang="en-US" sz="1200" dirty="0">
                <a:solidFill>
                  <a:srgbClr val="000000"/>
                </a:solidFill>
                <a:latin typeface="Consolas" panose="020B0609020204030204" pitchFamily="49" charset="0"/>
              </a:rPr>
              <a:t> : </a:t>
            </a:r>
            <a:r>
              <a:rPr lang="en-US" sz="1200" dirty="0">
                <a:solidFill>
                  <a:srgbClr val="001080"/>
                </a:solidFill>
                <a:latin typeface="Consolas" panose="020B0609020204030204" pitchFamily="49" charset="0"/>
              </a:rPr>
              <a:t>num2</a:t>
            </a:r>
            <a:r>
              <a:rPr lang="en-US" sz="1200" dirty="0">
                <a:solidFill>
                  <a:srgbClr val="000000"/>
                </a:solidFill>
                <a:latin typeface="Consolas" panose="020B0609020204030204" pitchFamily="49" charset="0"/>
              </a:rPr>
              <a:t>;</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dirty="0" err="1">
                <a:solidFill>
                  <a:srgbClr val="000000"/>
                </a:solidFill>
                <a:latin typeface="Consolas" panose="020B0609020204030204" pitchFamily="49" charset="0"/>
              </a:rPr>
              <a:t>highest_value</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51228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el 3"/>
          <p:cNvSpPr>
            <a:spLocks noGrp="1"/>
          </p:cNvSpPr>
          <p:nvPr>
            <p:ph type="title"/>
          </p:nvPr>
        </p:nvSpPr>
        <p:spPr>
          <a:xfrm>
            <a:off x="587374" y="359273"/>
            <a:ext cx="9588472" cy="1485402"/>
          </a:xfrm>
        </p:spPr>
        <p:txBody>
          <a:bodyPr/>
          <a:lstStyle/>
          <a:p>
            <a:r>
              <a:rPr lang="da-DK" dirty="0"/>
              <a:t>Funktioner – </a:t>
            </a:r>
            <a:r>
              <a:rPr lang="da-DK" dirty="0" err="1"/>
              <a:t>rule</a:t>
            </a:r>
            <a:r>
              <a:rPr lang="da-DK" dirty="0"/>
              <a:t> of </a:t>
            </a:r>
            <a:r>
              <a:rPr lang="da-DK" dirty="0" err="1"/>
              <a:t>thumb</a:t>
            </a:r>
            <a:endParaRPr lang="da-DK" dirty="0"/>
          </a:p>
        </p:txBody>
      </p:sp>
      <p:sp>
        <p:nvSpPr>
          <p:cNvPr id="7" name="Pladsholder til tekst 3">
            <a:extLst>
              <a:ext uri="{FF2B5EF4-FFF2-40B4-BE49-F238E27FC236}">
                <a16:creationId xmlns:a16="http://schemas.microsoft.com/office/drawing/2014/main" id="{4DA133E7-1663-4225-8269-5D2351387CA5}"/>
              </a:ext>
            </a:extLst>
          </p:cNvPr>
          <p:cNvSpPr>
            <a:spLocks noGrp="1"/>
          </p:cNvSpPr>
          <p:nvPr>
            <p:ph type="body" sz="quarter" idx="12"/>
          </p:nvPr>
        </p:nvSpPr>
        <p:spPr>
          <a:xfrm>
            <a:off x="587375" y="1844675"/>
            <a:ext cx="10620094" cy="4195398"/>
          </a:xfrm>
        </p:spPr>
        <p:txBody>
          <a:bodyPr>
            <a:normAutofit/>
          </a:bodyPr>
          <a:lstStyle/>
          <a:p>
            <a:pPr marL="0" indent="0" algn="ctr">
              <a:lnSpc>
                <a:spcPct val="107000"/>
              </a:lnSpc>
              <a:spcAft>
                <a:spcPts val="800"/>
              </a:spcAft>
              <a:buNone/>
            </a:pPr>
            <a:r>
              <a:rPr lang="en-US" sz="2000" dirty="0"/>
              <a:t>En function </a:t>
            </a:r>
            <a:r>
              <a:rPr lang="en-US" sz="2000" dirty="0" err="1"/>
              <a:t>til</a:t>
            </a:r>
            <a:r>
              <a:rPr lang="en-US" sz="2000" dirty="0"/>
              <a:t> </a:t>
            </a:r>
            <a:r>
              <a:rPr lang="en-US" sz="2000" dirty="0" err="1"/>
              <a:t>en</a:t>
            </a:r>
            <a:r>
              <a:rPr lang="en-US" sz="2000" dirty="0"/>
              <a:t> </a:t>
            </a:r>
            <a:r>
              <a:rPr lang="en-US" sz="2000" dirty="0" err="1"/>
              <a:t>opgave</a:t>
            </a:r>
            <a:r>
              <a:rPr lang="en-US" sz="2000" dirty="0"/>
              <a:t>!</a:t>
            </a:r>
          </a:p>
          <a:p>
            <a:pPr marL="0" indent="0" algn="ctr">
              <a:lnSpc>
                <a:spcPct val="107000"/>
              </a:lnSpc>
              <a:spcAft>
                <a:spcPts val="800"/>
              </a:spcAft>
              <a:buNone/>
            </a:pPr>
            <a:r>
              <a:rPr lang="en-US" sz="2000" dirty="0"/>
              <a:t>i.e. </a:t>
            </a:r>
          </a:p>
          <a:p>
            <a:pPr marL="0" indent="0" algn="ctr">
              <a:lnSpc>
                <a:spcPct val="107000"/>
              </a:lnSpc>
              <a:spcAft>
                <a:spcPts val="800"/>
              </a:spcAft>
              <a:buNone/>
            </a:pPr>
            <a:r>
              <a:rPr lang="en-US" sz="2000" dirty="0"/>
              <a:t>Main(): Holder </a:t>
            </a:r>
            <a:r>
              <a:rPr lang="en-US" sz="2000" dirty="0" err="1"/>
              <a:t>styr</a:t>
            </a:r>
            <a:r>
              <a:rPr lang="en-US" sz="2000" dirty="0"/>
              <a:t> </a:t>
            </a:r>
            <a:r>
              <a:rPr lang="en-US" sz="2000" dirty="0" err="1"/>
              <a:t>på</a:t>
            </a:r>
            <a:r>
              <a:rPr lang="en-US" sz="2000" dirty="0"/>
              <a:t> </a:t>
            </a:r>
            <a:r>
              <a:rPr lang="en-US" sz="2000" dirty="0" err="1"/>
              <a:t>programet</a:t>
            </a:r>
            <a:endParaRPr lang="en-US" sz="2000" dirty="0"/>
          </a:p>
          <a:p>
            <a:pPr marL="0" indent="0" algn="ctr">
              <a:lnSpc>
                <a:spcPct val="107000"/>
              </a:lnSpc>
              <a:spcAft>
                <a:spcPts val="800"/>
              </a:spcAft>
              <a:buNone/>
            </a:pPr>
            <a:r>
              <a:rPr lang="en-US" sz="2000" dirty="0" err="1"/>
              <a:t>printPatientInfo</a:t>
            </a:r>
            <a:r>
              <a:rPr lang="en-US" sz="2000" dirty="0"/>
              <a:t>(...): printer patient information </a:t>
            </a:r>
            <a:r>
              <a:rPr lang="en-US" sz="2000" dirty="0" err="1"/>
              <a:t>ud</a:t>
            </a:r>
            <a:endParaRPr lang="en-US" sz="2000" dirty="0"/>
          </a:p>
          <a:p>
            <a:pPr marL="0" indent="0" algn="ctr">
              <a:lnSpc>
                <a:spcPct val="107000"/>
              </a:lnSpc>
              <a:spcAft>
                <a:spcPts val="800"/>
              </a:spcAft>
              <a:buNone/>
            </a:pPr>
            <a:r>
              <a:rPr lang="en-US" sz="2000" dirty="0" err="1"/>
              <a:t>osv</a:t>
            </a:r>
            <a:r>
              <a:rPr lang="en-US" sz="2000" dirty="0"/>
              <a:t>.</a:t>
            </a:r>
          </a:p>
          <a:p>
            <a:pPr marL="0" indent="0" algn="ctr">
              <a:lnSpc>
                <a:spcPct val="107000"/>
              </a:lnSpc>
              <a:spcAft>
                <a:spcPts val="800"/>
              </a:spcAft>
              <a:buNone/>
            </a:pPr>
            <a:endParaRPr lang="da-DK" sz="2000" dirty="0"/>
          </a:p>
          <a:p>
            <a:pPr marL="0" indent="0">
              <a:lnSpc>
                <a:spcPct val="107000"/>
              </a:lnSpc>
              <a:spcAft>
                <a:spcPts val="800"/>
              </a:spcAft>
              <a:buNone/>
            </a:pPr>
            <a:endParaRPr lang="da-DK" sz="2000" dirty="0"/>
          </a:p>
          <a:p>
            <a:pPr marL="0" indent="0">
              <a:lnSpc>
                <a:spcPct val="107000"/>
              </a:lnSpc>
              <a:spcAft>
                <a:spcPts val="800"/>
              </a:spcAft>
              <a:buNone/>
            </a:pPr>
            <a:endParaRPr lang="da-DK" sz="2000" dirty="0"/>
          </a:p>
        </p:txBody>
      </p:sp>
    </p:spTree>
    <p:extLst>
      <p:ext uri="{BB962C8B-B14F-4D97-AF65-F5344CB8AC3E}">
        <p14:creationId xmlns:p14="http://schemas.microsoft.com/office/powerpoint/2010/main" val="3748966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16</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r>
              <a:rPr lang="en-US" dirty="0"/>
              <a:t>Repetition </a:t>
            </a:r>
            <a:r>
              <a:rPr lang="en-US" dirty="0" err="1"/>
              <a:t>fra</a:t>
            </a:r>
            <a:r>
              <a:rPr lang="en-US" dirty="0"/>
              <a:t> </a:t>
            </a:r>
            <a:r>
              <a:rPr lang="en-US" dirty="0" err="1"/>
              <a:t>tidligere</a:t>
            </a:r>
            <a:r>
              <a:rPr lang="en-US" dirty="0"/>
              <a:t> </a:t>
            </a:r>
            <a:r>
              <a:rPr lang="en-US" dirty="0" err="1"/>
              <a:t>kursusgange</a:t>
            </a:r>
            <a:endParaRPr lang="en-US" dirty="0"/>
          </a:p>
          <a:p>
            <a:r>
              <a:rPr lang="en-US" b="1" dirty="0" err="1"/>
              <a:t>F</a:t>
            </a:r>
            <a:r>
              <a:rPr lang="en-US" dirty="0" err="1"/>
              <a:t>unktioners</a:t>
            </a:r>
            <a:r>
              <a:rPr lang="en-US" dirty="0"/>
              <a:t> </a:t>
            </a:r>
            <a:r>
              <a:rPr lang="en-US" dirty="0" err="1"/>
              <a:t>opbygning</a:t>
            </a:r>
            <a:endParaRPr lang="en-US" dirty="0"/>
          </a:p>
          <a:p>
            <a:r>
              <a:rPr lang="en-US" b="1" dirty="0" err="1"/>
              <a:t>Viden</a:t>
            </a:r>
            <a:r>
              <a:rPr lang="en-US" b="1" dirty="0"/>
              <a:t> om input og output </a:t>
            </a:r>
            <a:r>
              <a:rPr lang="en-US" b="1" dirty="0" err="1"/>
              <a:t>fra</a:t>
            </a:r>
            <a:r>
              <a:rPr lang="en-US" b="1" dirty="0"/>
              <a:t> </a:t>
            </a:r>
            <a:r>
              <a:rPr lang="en-US" b="1" dirty="0" err="1"/>
              <a:t>funktioner</a:t>
            </a:r>
            <a:endParaRPr lang="en-US" b="1" dirty="0"/>
          </a:p>
          <a:p>
            <a:r>
              <a:rPr lang="en-US" dirty="0" err="1"/>
              <a:t>Viden</a:t>
            </a:r>
            <a:r>
              <a:rPr lang="en-US" dirty="0"/>
              <a:t> om type-declaration and definition</a:t>
            </a:r>
          </a:p>
          <a:p>
            <a:r>
              <a:rPr lang="en-US" dirty="0"/>
              <a:t>Header filer</a:t>
            </a:r>
          </a:p>
          <a:p>
            <a:r>
              <a:rPr lang="en-US" dirty="0" err="1"/>
              <a:t>Rekursive</a:t>
            </a:r>
            <a:r>
              <a:rPr lang="en-US" dirty="0"/>
              <a:t> </a:t>
            </a:r>
            <a:r>
              <a:rPr lang="en-US" dirty="0" err="1"/>
              <a:t>Funktioner</a:t>
            </a:r>
            <a:endParaRPr lang="en-US" dirty="0"/>
          </a:p>
          <a:p>
            <a:endParaRPr lang="en-US" dirty="0"/>
          </a:p>
          <a:p>
            <a:endParaRPr lang="en-US" dirty="0"/>
          </a:p>
          <a:p>
            <a:pPr marL="0" indent="0">
              <a:buNone/>
            </a:pPr>
            <a:endParaRPr lang="en-US"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2598011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21C0762F-52F1-48B1-B8CE-8C61A1A3FE8E}"/>
              </a:ext>
            </a:extLst>
          </p:cNvPr>
          <p:cNvSpPr>
            <a:spLocks noGrp="1"/>
          </p:cNvSpPr>
          <p:nvPr>
            <p:ph type="sldNum" sz="quarter" idx="10"/>
          </p:nvPr>
        </p:nvSpPr>
        <p:spPr/>
        <p:txBody>
          <a:bodyPr/>
          <a:lstStyle/>
          <a:p>
            <a:fld id="{D8D877B3-D348-4611-9BDB-C5374591D951}" type="slidenum">
              <a:rPr lang="en-US" smtClean="0"/>
              <a:pPr/>
              <a:t>17</a:t>
            </a:fld>
            <a:endParaRPr lang="en-US" dirty="0"/>
          </a:p>
        </p:txBody>
      </p:sp>
      <p:sp>
        <p:nvSpPr>
          <p:cNvPr id="8" name="Titel 3">
            <a:extLst>
              <a:ext uri="{FF2B5EF4-FFF2-40B4-BE49-F238E27FC236}">
                <a16:creationId xmlns:a16="http://schemas.microsoft.com/office/drawing/2014/main" id="{07907CA3-B4DD-4BA7-8C51-5511B92620E6}"/>
              </a:ext>
            </a:extLst>
          </p:cNvPr>
          <p:cNvSpPr>
            <a:spLocks noGrp="1"/>
          </p:cNvSpPr>
          <p:nvPr>
            <p:ph type="title"/>
          </p:nvPr>
        </p:nvSpPr>
        <p:spPr>
          <a:xfrm>
            <a:off x="587374" y="359274"/>
            <a:ext cx="9687593" cy="1486306"/>
          </a:xfrm>
        </p:spPr>
        <p:txBody>
          <a:bodyPr/>
          <a:lstStyle/>
          <a:p>
            <a:r>
              <a:rPr lang="da-DK" dirty="0"/>
              <a:t>Returnere ét resultat fra en funktion</a:t>
            </a:r>
          </a:p>
        </p:txBody>
      </p:sp>
      <p:sp>
        <p:nvSpPr>
          <p:cNvPr id="9" name="Pladsholder til tekst 4">
            <a:extLst>
              <a:ext uri="{FF2B5EF4-FFF2-40B4-BE49-F238E27FC236}">
                <a16:creationId xmlns:a16="http://schemas.microsoft.com/office/drawing/2014/main" id="{0F5D0C12-575C-48E8-BF55-BAEE8A7871A5}"/>
              </a:ext>
            </a:extLst>
          </p:cNvPr>
          <p:cNvSpPr>
            <a:spLocks noGrp="1"/>
          </p:cNvSpPr>
          <p:nvPr>
            <p:ph type="body" sz="quarter" idx="12"/>
          </p:nvPr>
        </p:nvSpPr>
        <p:spPr>
          <a:xfrm>
            <a:off x="6096001" y="1845579"/>
            <a:ext cx="5508626" cy="4049896"/>
          </a:xfrm>
        </p:spPr>
        <p:txBody>
          <a:bodyPr>
            <a:normAutofit/>
          </a:bodyPr>
          <a:lstStyle/>
          <a:p>
            <a:pPr marL="0" indent="0">
              <a:buNone/>
            </a:pPr>
            <a:r>
              <a:rPr lang="da-DK" sz="2000" dirty="0"/>
              <a:t>Vi kan kun returnere ét element af en datatype fra en funktion </a:t>
            </a:r>
            <a:r>
              <a:rPr lang="da-DK" sz="2000" i="1" dirty="0" err="1"/>
              <a:t>return_type</a:t>
            </a:r>
            <a:r>
              <a:rPr lang="da-DK" sz="2000" dirty="0"/>
              <a:t>.</a:t>
            </a:r>
          </a:p>
          <a:p>
            <a:pPr marL="0" indent="0">
              <a:buNone/>
            </a:pPr>
            <a:endParaRPr lang="da-DK" sz="2000" dirty="0"/>
          </a:p>
          <a:p>
            <a:pPr marL="0" indent="0">
              <a:buNone/>
            </a:pPr>
            <a:endParaRPr lang="da-DK" sz="2000" dirty="0"/>
          </a:p>
          <a:p>
            <a:pPr marL="0" indent="0">
              <a:buNone/>
            </a:pPr>
            <a:r>
              <a:rPr lang="da-DK" sz="2000" dirty="0"/>
              <a:t>Hvad gør vi hvis vi </a:t>
            </a:r>
            <a:r>
              <a:rPr lang="da-DK" sz="2000" b="1" i="1" u="sng" dirty="0"/>
              <a:t>VIRKELIG GERNE</a:t>
            </a:r>
            <a:r>
              <a:rPr lang="da-DK" sz="2000" b="1" i="1" dirty="0"/>
              <a:t> </a:t>
            </a:r>
            <a:r>
              <a:rPr lang="da-DK" sz="2000" dirty="0"/>
              <a:t>vil returnerer mere end 1 værdi? </a:t>
            </a:r>
          </a:p>
          <a:p>
            <a:pPr>
              <a:buFont typeface="Arial" panose="020B0604020202020204" pitchFamily="34" charset="0"/>
              <a:buChar char="•"/>
            </a:pPr>
            <a:r>
              <a:rPr lang="da-DK" sz="2000" dirty="0"/>
              <a:t>muligheder</a:t>
            </a:r>
          </a:p>
          <a:p>
            <a:pPr lvl="1">
              <a:buFont typeface="Arial" panose="020B0604020202020204" pitchFamily="34" charset="0"/>
              <a:buChar char="•"/>
            </a:pPr>
            <a:r>
              <a:rPr lang="da-DK" dirty="0"/>
              <a:t>return </a:t>
            </a:r>
            <a:r>
              <a:rPr lang="da-DK" dirty="0" err="1"/>
              <a:t>Struct</a:t>
            </a:r>
            <a:endParaRPr lang="da-DK" dirty="0"/>
          </a:p>
          <a:p>
            <a:pPr lvl="1">
              <a:buFont typeface="Arial" panose="020B0604020202020204" pitchFamily="34" charset="0"/>
              <a:buChar char="•"/>
            </a:pPr>
            <a:r>
              <a:rPr lang="da-DK" dirty="0"/>
              <a:t>return by reference</a:t>
            </a:r>
          </a:p>
          <a:p>
            <a:pPr lvl="1">
              <a:buFont typeface="Arial" panose="020B0604020202020204" pitchFamily="34" charset="0"/>
              <a:buChar char="•"/>
            </a:pPr>
            <a:r>
              <a:rPr lang="da-DK" dirty="0"/>
              <a:t>array pointer</a:t>
            </a:r>
          </a:p>
        </p:txBody>
      </p:sp>
      <p:pic>
        <p:nvPicPr>
          <p:cNvPr id="11" name="Billede 10">
            <a:extLst>
              <a:ext uri="{FF2B5EF4-FFF2-40B4-BE49-F238E27FC236}">
                <a16:creationId xmlns:a16="http://schemas.microsoft.com/office/drawing/2014/main" id="{C031810F-6D86-40A6-8788-0D1B592EE672}"/>
              </a:ext>
            </a:extLst>
          </p:cNvPr>
          <p:cNvPicPr>
            <a:picLocks noChangeAspect="1"/>
          </p:cNvPicPr>
          <p:nvPr/>
        </p:nvPicPr>
        <p:blipFill>
          <a:blip r:embed="rId2"/>
          <a:stretch>
            <a:fillRect/>
          </a:stretch>
        </p:blipFill>
        <p:spPr>
          <a:xfrm>
            <a:off x="587374" y="1845579"/>
            <a:ext cx="5013156" cy="4224570"/>
          </a:xfrm>
          <a:prstGeom prst="rect">
            <a:avLst/>
          </a:prstGeom>
        </p:spPr>
      </p:pic>
    </p:spTree>
    <p:extLst>
      <p:ext uri="{BB962C8B-B14F-4D97-AF65-F5344CB8AC3E}">
        <p14:creationId xmlns:p14="http://schemas.microsoft.com/office/powerpoint/2010/main" val="99100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21C0762F-52F1-48B1-B8CE-8C61A1A3FE8E}"/>
              </a:ext>
            </a:extLst>
          </p:cNvPr>
          <p:cNvSpPr>
            <a:spLocks noGrp="1"/>
          </p:cNvSpPr>
          <p:nvPr>
            <p:ph type="sldNum" sz="quarter" idx="10"/>
          </p:nvPr>
        </p:nvSpPr>
        <p:spPr/>
        <p:txBody>
          <a:bodyPr/>
          <a:lstStyle/>
          <a:p>
            <a:fld id="{D8D877B3-D348-4611-9BDB-C5374591D951}" type="slidenum">
              <a:rPr lang="en-US" smtClean="0"/>
              <a:pPr/>
              <a:t>18</a:t>
            </a:fld>
            <a:endParaRPr lang="en-US" dirty="0"/>
          </a:p>
        </p:txBody>
      </p:sp>
      <p:sp>
        <p:nvSpPr>
          <p:cNvPr id="8" name="Titel 3">
            <a:extLst>
              <a:ext uri="{FF2B5EF4-FFF2-40B4-BE49-F238E27FC236}">
                <a16:creationId xmlns:a16="http://schemas.microsoft.com/office/drawing/2014/main" id="{07907CA3-B4DD-4BA7-8C51-5511B92620E6}"/>
              </a:ext>
            </a:extLst>
          </p:cNvPr>
          <p:cNvSpPr>
            <a:spLocks noGrp="1"/>
          </p:cNvSpPr>
          <p:nvPr>
            <p:ph type="title"/>
          </p:nvPr>
        </p:nvSpPr>
        <p:spPr>
          <a:xfrm>
            <a:off x="587374" y="359274"/>
            <a:ext cx="9625667" cy="1486306"/>
          </a:xfrm>
        </p:spPr>
        <p:txBody>
          <a:bodyPr/>
          <a:lstStyle/>
          <a:p>
            <a:r>
              <a:rPr lang="da-DK" sz="2400" dirty="0"/>
              <a:t>Returnere </a:t>
            </a:r>
            <a:r>
              <a:rPr lang="da-DK" sz="2400" u="sng" dirty="0"/>
              <a:t>mere</a:t>
            </a:r>
            <a:r>
              <a:rPr lang="da-DK" sz="2400" dirty="0"/>
              <a:t> end ét resultat med </a:t>
            </a:r>
            <a:r>
              <a:rPr lang="da-DK" sz="2400" i="1" dirty="0" err="1"/>
              <a:t>struct</a:t>
            </a:r>
            <a:endParaRPr lang="da-DK" sz="2400" i="1" dirty="0"/>
          </a:p>
        </p:txBody>
      </p:sp>
      <p:sp>
        <p:nvSpPr>
          <p:cNvPr id="9" name="Pladsholder til tekst 4">
            <a:extLst>
              <a:ext uri="{FF2B5EF4-FFF2-40B4-BE49-F238E27FC236}">
                <a16:creationId xmlns:a16="http://schemas.microsoft.com/office/drawing/2014/main" id="{0F5D0C12-575C-48E8-BF55-BAEE8A7871A5}"/>
              </a:ext>
            </a:extLst>
          </p:cNvPr>
          <p:cNvSpPr>
            <a:spLocks noGrp="1"/>
          </p:cNvSpPr>
          <p:nvPr>
            <p:ph type="body" sz="quarter" idx="12"/>
          </p:nvPr>
        </p:nvSpPr>
        <p:spPr>
          <a:xfrm>
            <a:off x="5654843" y="1845579"/>
            <a:ext cx="5949784" cy="4049896"/>
          </a:xfrm>
        </p:spPr>
        <p:txBody>
          <a:bodyPr>
            <a:normAutofit/>
          </a:bodyPr>
          <a:lstStyle/>
          <a:p>
            <a:pPr marL="0" indent="0">
              <a:buNone/>
            </a:pPr>
            <a:r>
              <a:rPr lang="da-DK" dirty="0"/>
              <a:t>Vi kan returnere mere end én værdi fra en funktion ved hjælp af data typen </a:t>
            </a:r>
            <a:r>
              <a:rPr lang="da-DK" dirty="0" err="1"/>
              <a:t>struct</a:t>
            </a:r>
            <a:endParaRPr lang="da-DK" dirty="0"/>
          </a:p>
          <a:p>
            <a:pPr>
              <a:buFont typeface="Arial" panose="020B0604020202020204" pitchFamily="34" charset="0"/>
              <a:buChar char="•"/>
            </a:pPr>
            <a:r>
              <a:rPr lang="da-DK" dirty="0"/>
              <a:t>Funktionens </a:t>
            </a:r>
            <a:r>
              <a:rPr lang="da-DK" i="1" dirty="0" err="1"/>
              <a:t>return_type</a:t>
            </a:r>
            <a:r>
              <a:rPr lang="da-DK" dirty="0"/>
              <a:t> kan vi bruge en </a:t>
            </a:r>
            <a:r>
              <a:rPr lang="da-DK" i="1" dirty="0" err="1"/>
              <a:t>struct</a:t>
            </a:r>
            <a:endParaRPr lang="da-DK" i="1" dirty="0"/>
          </a:p>
          <a:p>
            <a:pPr>
              <a:buFont typeface="Arial" panose="020B0604020202020204" pitchFamily="34" charset="0"/>
              <a:buChar char="•"/>
            </a:pPr>
            <a:r>
              <a:rPr lang="da-DK" dirty="0"/>
              <a:t>Husk at </a:t>
            </a:r>
            <a:r>
              <a:rPr lang="da-DK" i="1" dirty="0" err="1"/>
              <a:t>returne</a:t>
            </a:r>
            <a:r>
              <a:rPr lang="da-DK" dirty="0"/>
              <a:t> variablen.</a:t>
            </a:r>
          </a:p>
          <a:p>
            <a:pPr>
              <a:buFont typeface="Arial" panose="020B0604020202020204" pitchFamily="34" charset="0"/>
              <a:buChar char="•"/>
            </a:pPr>
            <a:r>
              <a:rPr lang="da-DK" dirty="0"/>
              <a:t>Kan returnere alle værdier</a:t>
            </a:r>
            <a:endParaRPr lang="en-US" dirty="0"/>
          </a:p>
        </p:txBody>
      </p:sp>
      <p:pic>
        <p:nvPicPr>
          <p:cNvPr id="4" name="Billede 3">
            <a:extLst>
              <a:ext uri="{FF2B5EF4-FFF2-40B4-BE49-F238E27FC236}">
                <a16:creationId xmlns:a16="http://schemas.microsoft.com/office/drawing/2014/main" id="{553CFCCE-E13C-4145-9775-44A2DC760DEB}"/>
              </a:ext>
            </a:extLst>
          </p:cNvPr>
          <p:cNvPicPr>
            <a:picLocks noChangeAspect="1"/>
          </p:cNvPicPr>
          <p:nvPr/>
        </p:nvPicPr>
        <p:blipFill>
          <a:blip r:embed="rId2"/>
          <a:stretch>
            <a:fillRect/>
          </a:stretch>
        </p:blipFill>
        <p:spPr>
          <a:xfrm>
            <a:off x="587375" y="1845578"/>
            <a:ext cx="4674437" cy="4355534"/>
          </a:xfrm>
          <a:prstGeom prst="rect">
            <a:avLst/>
          </a:prstGeom>
        </p:spPr>
      </p:pic>
    </p:spTree>
    <p:extLst>
      <p:ext uri="{BB962C8B-B14F-4D97-AF65-F5344CB8AC3E}">
        <p14:creationId xmlns:p14="http://schemas.microsoft.com/office/powerpoint/2010/main" val="2637735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21C0762F-52F1-48B1-B8CE-8C61A1A3FE8E}"/>
              </a:ext>
            </a:extLst>
          </p:cNvPr>
          <p:cNvSpPr>
            <a:spLocks noGrp="1"/>
          </p:cNvSpPr>
          <p:nvPr>
            <p:ph type="sldNum" sz="quarter" idx="10"/>
          </p:nvPr>
        </p:nvSpPr>
        <p:spPr/>
        <p:txBody>
          <a:bodyPr/>
          <a:lstStyle/>
          <a:p>
            <a:fld id="{D8D877B3-D348-4611-9BDB-C5374591D951}" type="slidenum">
              <a:rPr lang="en-US" smtClean="0"/>
              <a:pPr/>
              <a:t>19</a:t>
            </a:fld>
            <a:endParaRPr lang="en-US" dirty="0"/>
          </a:p>
        </p:txBody>
      </p:sp>
      <p:pic>
        <p:nvPicPr>
          <p:cNvPr id="7" name="Billede 6">
            <a:extLst>
              <a:ext uri="{FF2B5EF4-FFF2-40B4-BE49-F238E27FC236}">
                <a16:creationId xmlns:a16="http://schemas.microsoft.com/office/drawing/2014/main" id="{97C5B3C3-DCE5-4B46-8393-9749385F05F0}"/>
              </a:ext>
            </a:extLst>
          </p:cNvPr>
          <p:cNvPicPr>
            <a:picLocks noChangeAspect="1"/>
          </p:cNvPicPr>
          <p:nvPr/>
        </p:nvPicPr>
        <p:blipFill rotWithShape="1">
          <a:blip r:embed="rId2"/>
          <a:srcRect l="1951"/>
          <a:stretch/>
        </p:blipFill>
        <p:spPr>
          <a:xfrm>
            <a:off x="587375" y="1845581"/>
            <a:ext cx="5364776" cy="3533816"/>
          </a:xfrm>
          <a:prstGeom prst="rect">
            <a:avLst/>
          </a:prstGeom>
        </p:spPr>
      </p:pic>
      <p:sp>
        <p:nvSpPr>
          <p:cNvPr id="8" name="Titel 3">
            <a:extLst>
              <a:ext uri="{FF2B5EF4-FFF2-40B4-BE49-F238E27FC236}">
                <a16:creationId xmlns:a16="http://schemas.microsoft.com/office/drawing/2014/main" id="{07907CA3-B4DD-4BA7-8C51-5511B92620E6}"/>
              </a:ext>
            </a:extLst>
          </p:cNvPr>
          <p:cNvSpPr>
            <a:spLocks noGrp="1"/>
          </p:cNvSpPr>
          <p:nvPr>
            <p:ph type="title"/>
          </p:nvPr>
        </p:nvSpPr>
        <p:spPr>
          <a:xfrm>
            <a:off x="587374" y="359274"/>
            <a:ext cx="11134455" cy="1486306"/>
          </a:xfrm>
        </p:spPr>
        <p:txBody>
          <a:bodyPr/>
          <a:lstStyle/>
          <a:p>
            <a:r>
              <a:rPr lang="da-DK" dirty="0"/>
              <a:t>Returnere </a:t>
            </a:r>
            <a:r>
              <a:rPr lang="da-DK" u="sng" dirty="0"/>
              <a:t>mere</a:t>
            </a:r>
            <a:r>
              <a:rPr lang="da-DK" dirty="0"/>
              <a:t> end ét resultat med </a:t>
            </a:r>
            <a:r>
              <a:rPr lang="da-DK" i="1" dirty="0" err="1"/>
              <a:t>call</a:t>
            </a:r>
            <a:r>
              <a:rPr lang="da-DK" i="1" dirty="0"/>
              <a:t> by reference</a:t>
            </a:r>
          </a:p>
        </p:txBody>
      </p:sp>
      <p:sp>
        <p:nvSpPr>
          <p:cNvPr id="9" name="Pladsholder til tekst 4">
            <a:extLst>
              <a:ext uri="{FF2B5EF4-FFF2-40B4-BE49-F238E27FC236}">
                <a16:creationId xmlns:a16="http://schemas.microsoft.com/office/drawing/2014/main" id="{0F5D0C12-575C-48E8-BF55-BAEE8A7871A5}"/>
              </a:ext>
            </a:extLst>
          </p:cNvPr>
          <p:cNvSpPr>
            <a:spLocks noGrp="1"/>
          </p:cNvSpPr>
          <p:nvPr>
            <p:ph type="body" sz="quarter" idx="12"/>
          </p:nvPr>
        </p:nvSpPr>
        <p:spPr>
          <a:xfrm>
            <a:off x="6239852" y="1845579"/>
            <a:ext cx="5952148" cy="4419198"/>
          </a:xfrm>
        </p:spPr>
        <p:txBody>
          <a:bodyPr>
            <a:normAutofit/>
          </a:bodyPr>
          <a:lstStyle/>
          <a:p>
            <a:pPr marL="0" indent="0">
              <a:buNone/>
            </a:pPr>
            <a:r>
              <a:rPr lang="da-DK" dirty="0"/>
              <a:t>I funktionens parameter liste bruger vi i dette eksempel to variabler (af typen pointer) til resultaterne. </a:t>
            </a:r>
          </a:p>
          <a:p>
            <a:pPr marL="0" indent="0">
              <a:buNone/>
            </a:pPr>
            <a:r>
              <a:rPr lang="da-DK" dirty="0"/>
              <a:t>I funktionskald bruges hukommelses-adressen på variablen vi ønsker resultatet skrevet til.</a:t>
            </a:r>
          </a:p>
          <a:p>
            <a:pPr marL="0" indent="0">
              <a:buNone/>
            </a:pPr>
            <a:endParaRPr lang="da-DK" dirty="0"/>
          </a:p>
          <a:p>
            <a:pPr>
              <a:buFont typeface="Arial" panose="020B0604020202020204" pitchFamily="34" charset="0"/>
              <a:buChar char="•"/>
            </a:pPr>
            <a:r>
              <a:rPr lang="da-DK" i="1" dirty="0" err="1"/>
              <a:t>call</a:t>
            </a:r>
            <a:r>
              <a:rPr lang="da-DK" i="1" dirty="0"/>
              <a:t> by </a:t>
            </a:r>
            <a:r>
              <a:rPr lang="da-DK" i="1" dirty="0" err="1"/>
              <a:t>value</a:t>
            </a:r>
            <a:r>
              <a:rPr lang="da-DK" dirty="0"/>
              <a:t>: Variablerne a og b overføres </a:t>
            </a:r>
          </a:p>
          <a:p>
            <a:pPr>
              <a:buFont typeface="Arial" panose="020B0604020202020204" pitchFamily="34" charset="0"/>
              <a:buChar char="•"/>
            </a:pPr>
            <a:r>
              <a:rPr lang="da-DK" i="1" dirty="0" err="1"/>
              <a:t>call</a:t>
            </a:r>
            <a:r>
              <a:rPr lang="da-DK" i="1" dirty="0"/>
              <a:t> by reference: </a:t>
            </a:r>
            <a:r>
              <a:rPr lang="da-DK" dirty="0"/>
              <a:t>Variablerne &amp;q og &amp;r</a:t>
            </a:r>
            <a:endParaRPr lang="da-DK" i="1" dirty="0"/>
          </a:p>
          <a:p>
            <a:pPr marL="0" indent="0">
              <a:buNone/>
            </a:pPr>
            <a:endParaRPr lang="da-DK" i="1" dirty="0"/>
          </a:p>
          <a:p>
            <a:pPr marL="0" indent="0">
              <a:buNone/>
            </a:pPr>
            <a:r>
              <a:rPr lang="da-DK" dirty="0"/>
              <a:t>hint</a:t>
            </a:r>
            <a:r>
              <a:rPr lang="da-DK" i="1" dirty="0"/>
              <a:t>: &amp;q: reference q variablen (</a:t>
            </a:r>
            <a:r>
              <a:rPr lang="da-DK" i="1" dirty="0" err="1"/>
              <a:t>addressen</a:t>
            </a:r>
            <a:r>
              <a:rPr lang="da-DK" i="1" dirty="0"/>
              <a:t>)</a:t>
            </a:r>
            <a:endParaRPr lang="en-US" dirty="0"/>
          </a:p>
          <a:p>
            <a:pPr marL="0" indent="0">
              <a:buNone/>
            </a:pPr>
            <a:r>
              <a:rPr lang="en-US" dirty="0"/>
              <a:t>hint: *quotient: dereference q</a:t>
            </a:r>
          </a:p>
        </p:txBody>
      </p:sp>
      <p:cxnSp>
        <p:nvCxnSpPr>
          <p:cNvPr id="4" name="Straight Arrow Connector 3">
            <a:extLst>
              <a:ext uri="{FF2B5EF4-FFF2-40B4-BE49-F238E27FC236}">
                <a16:creationId xmlns:a16="http://schemas.microsoft.com/office/drawing/2014/main" id="{FB165186-A8EA-E52D-E76F-2C5B3A267EBD}"/>
              </a:ext>
            </a:extLst>
          </p:cNvPr>
          <p:cNvCxnSpPr>
            <a:cxnSpLocks/>
          </p:cNvCxnSpPr>
          <p:nvPr/>
        </p:nvCxnSpPr>
        <p:spPr>
          <a:xfrm flipH="1" flipV="1">
            <a:off x="1768288" y="2709582"/>
            <a:ext cx="4417359" cy="2238936"/>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 name="Straight Arrow Connector 5">
            <a:extLst>
              <a:ext uri="{FF2B5EF4-FFF2-40B4-BE49-F238E27FC236}">
                <a16:creationId xmlns:a16="http://schemas.microsoft.com/office/drawing/2014/main" id="{F19083F7-0549-D6AB-2836-C0B2B69ADC7E}"/>
              </a:ext>
            </a:extLst>
          </p:cNvPr>
          <p:cNvCxnSpPr>
            <a:cxnSpLocks/>
          </p:cNvCxnSpPr>
          <p:nvPr/>
        </p:nvCxnSpPr>
        <p:spPr>
          <a:xfrm flipH="1" flipV="1">
            <a:off x="2440641" y="4235824"/>
            <a:ext cx="3745006" cy="430305"/>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00304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C22FB1-482B-C907-8776-46D274584636}"/>
              </a:ext>
            </a:extLst>
          </p:cNvPr>
          <p:cNvSpPr>
            <a:spLocks noGrp="1"/>
          </p:cNvSpPr>
          <p:nvPr>
            <p:ph type="sldNum" sz="quarter" idx="4"/>
          </p:nvPr>
        </p:nvSpPr>
        <p:spPr/>
        <p:txBody>
          <a:bodyPr/>
          <a:lstStyle/>
          <a:p>
            <a:fld id="{D8D877B3-D348-4611-9BDB-C5374591D951}" type="slidenum">
              <a:rPr lang="en-US" smtClean="0"/>
              <a:pPr/>
              <a:t>20</a:t>
            </a:fld>
            <a:endParaRPr lang="en-US" dirty="0"/>
          </a:p>
        </p:txBody>
      </p:sp>
      <p:sp>
        <p:nvSpPr>
          <p:cNvPr id="4" name="Title 3">
            <a:extLst>
              <a:ext uri="{FF2B5EF4-FFF2-40B4-BE49-F238E27FC236}">
                <a16:creationId xmlns:a16="http://schemas.microsoft.com/office/drawing/2014/main" id="{25908D9C-00E6-0D1F-88F5-9F3354007BCB}"/>
              </a:ext>
            </a:extLst>
          </p:cNvPr>
          <p:cNvSpPr>
            <a:spLocks noGrp="1"/>
          </p:cNvSpPr>
          <p:nvPr>
            <p:ph type="title"/>
          </p:nvPr>
        </p:nvSpPr>
        <p:spPr>
          <a:xfrm>
            <a:off x="587374" y="370290"/>
            <a:ext cx="6855417" cy="1474385"/>
          </a:xfrm>
        </p:spPr>
        <p:txBody>
          <a:bodyPr/>
          <a:lstStyle/>
          <a:p>
            <a:r>
              <a:rPr lang="en-US" dirty="0" err="1"/>
              <a:t>Opgave</a:t>
            </a:r>
            <a:r>
              <a:rPr lang="en-US" dirty="0"/>
              <a:t>: functions3</a:t>
            </a:r>
            <a:br>
              <a:rPr lang="en-US" dirty="0"/>
            </a:br>
            <a:r>
              <a:rPr lang="en-US" sz="2800" dirty="0"/>
              <a:t>call by reference</a:t>
            </a:r>
            <a:endParaRPr lang="en-DK" dirty="0"/>
          </a:p>
        </p:txBody>
      </p:sp>
      <p:sp>
        <p:nvSpPr>
          <p:cNvPr id="6" name="Text Placeholder 5">
            <a:extLst>
              <a:ext uri="{FF2B5EF4-FFF2-40B4-BE49-F238E27FC236}">
                <a16:creationId xmlns:a16="http://schemas.microsoft.com/office/drawing/2014/main" id="{A5254B34-20F7-1511-4ED6-EFA11F9FF728}"/>
              </a:ext>
            </a:extLst>
          </p:cNvPr>
          <p:cNvSpPr>
            <a:spLocks noGrp="1"/>
          </p:cNvSpPr>
          <p:nvPr>
            <p:ph type="body" sz="quarter" idx="12"/>
          </p:nvPr>
        </p:nvSpPr>
        <p:spPr>
          <a:xfrm>
            <a:off x="587374" y="2065337"/>
            <a:ext cx="11246037" cy="3704284"/>
          </a:xfrm>
        </p:spPr>
        <p:txBody>
          <a:bodyPr>
            <a:normAutofit fontScale="92500"/>
          </a:bodyPr>
          <a:lstStyle/>
          <a:p>
            <a:pPr marL="0" indent="0">
              <a:buNone/>
            </a:pPr>
            <a:r>
              <a:rPr lang="en-US" dirty="0"/>
              <a:t>Lav et program functions3.c, </a:t>
            </a:r>
            <a:r>
              <a:rPr lang="en-US" dirty="0" err="1"/>
              <a:t>som</a:t>
            </a:r>
            <a:r>
              <a:rPr lang="en-US" dirty="0"/>
              <a:t> </a:t>
            </a:r>
            <a:r>
              <a:rPr lang="en-US" dirty="0" err="1"/>
              <a:t>benytter</a:t>
            </a:r>
            <a:r>
              <a:rPr lang="en-US" dirty="0"/>
              <a:t> sig </a:t>
            </a:r>
            <a:r>
              <a:rPr lang="en-US" dirty="0" err="1"/>
              <a:t>af</a:t>
            </a:r>
            <a:r>
              <a:rPr lang="en-US" dirty="0"/>
              <a:t> </a:t>
            </a:r>
            <a:r>
              <a:rPr lang="en-US" dirty="0" err="1"/>
              <a:t>en</a:t>
            </a:r>
            <a:r>
              <a:rPr lang="en-US" dirty="0"/>
              <a:t> function </a:t>
            </a:r>
            <a:r>
              <a:rPr lang="en-US" dirty="0">
                <a:highlight>
                  <a:srgbClr val="FFFF00"/>
                </a:highlight>
              </a:rPr>
              <a:t>void </a:t>
            </a:r>
            <a:r>
              <a:rPr lang="en-US" dirty="0" err="1">
                <a:highlight>
                  <a:srgbClr val="FFFF00"/>
                </a:highlight>
              </a:rPr>
              <a:t>printValue</a:t>
            </a:r>
            <a:r>
              <a:rPr lang="en-US" dirty="0">
                <a:highlight>
                  <a:srgbClr val="FFFF00"/>
                </a:highlight>
              </a:rPr>
              <a:t>(int *</a:t>
            </a:r>
            <a:r>
              <a:rPr lang="en-US" dirty="0" err="1">
                <a:highlight>
                  <a:srgbClr val="FFFF00"/>
                </a:highlight>
              </a:rPr>
              <a:t>pval</a:t>
            </a:r>
            <a:r>
              <a:rPr lang="en-US" dirty="0">
                <a:highlight>
                  <a:srgbClr val="FFFF00"/>
                </a:highlight>
              </a:rPr>
              <a:t>)</a:t>
            </a:r>
            <a:r>
              <a:rPr lang="en-US" dirty="0"/>
              <a:t> </a:t>
            </a:r>
            <a:r>
              <a:rPr lang="en-US" dirty="0" err="1"/>
              <a:t>til</a:t>
            </a:r>
            <a:r>
              <a:rPr lang="en-US" dirty="0"/>
              <a:t> at </a:t>
            </a:r>
            <a:r>
              <a:rPr lang="en-US" dirty="0" err="1"/>
              <a:t>printe</a:t>
            </a:r>
            <a:r>
              <a:rPr lang="en-US" dirty="0"/>
              <a:t> </a:t>
            </a:r>
            <a:r>
              <a:rPr lang="en-US" dirty="0" err="1"/>
              <a:t>værdien</a:t>
            </a:r>
            <a:r>
              <a:rPr lang="en-US" dirty="0"/>
              <a:t> </a:t>
            </a:r>
            <a:r>
              <a:rPr lang="en-US" dirty="0" err="1"/>
              <a:t>ud</a:t>
            </a:r>
            <a:r>
              <a:rPr lang="en-US" dirty="0"/>
              <a:t> for </a:t>
            </a:r>
            <a:r>
              <a:rPr lang="en-US" dirty="0" err="1"/>
              <a:t>en</a:t>
            </a:r>
            <a:r>
              <a:rPr lang="en-US" dirty="0"/>
              <a:t> variable.</a:t>
            </a:r>
          </a:p>
          <a:p>
            <a:pPr marL="0" indent="0">
              <a:buNone/>
            </a:pPr>
            <a:endParaRPr lang="en-US" dirty="0"/>
          </a:p>
          <a:p>
            <a:pPr marL="681038" lvl="1" indent="-342900">
              <a:buFont typeface="+mj-lt"/>
              <a:buAutoNum type="arabicPeriod"/>
            </a:pPr>
            <a:r>
              <a:rPr lang="en-US" dirty="0"/>
              <a:t>Definer </a:t>
            </a:r>
            <a:r>
              <a:rPr lang="en-US" dirty="0" err="1"/>
              <a:t>variablen</a:t>
            </a:r>
            <a:r>
              <a:rPr lang="en-US" dirty="0"/>
              <a:t> int value=101; i main.</a:t>
            </a:r>
          </a:p>
          <a:p>
            <a:pPr marL="681038" lvl="1" indent="-342900">
              <a:buFont typeface="+mj-lt"/>
              <a:buAutoNum type="arabicPeriod"/>
            </a:pPr>
            <a:r>
              <a:rPr lang="en-US" dirty="0" err="1"/>
              <a:t>lav</a:t>
            </a:r>
            <a:r>
              <a:rPr lang="en-US" dirty="0"/>
              <a:t> </a:t>
            </a:r>
            <a:r>
              <a:rPr lang="en-US" dirty="0" err="1"/>
              <a:t>en</a:t>
            </a:r>
            <a:r>
              <a:rPr lang="en-US" dirty="0"/>
              <a:t> </a:t>
            </a:r>
            <a:r>
              <a:rPr lang="en-US" dirty="0" err="1"/>
              <a:t>funktion</a:t>
            </a:r>
            <a:r>
              <a:rPr lang="en-US" dirty="0"/>
              <a:t> </a:t>
            </a:r>
            <a:r>
              <a:rPr lang="en-US" dirty="0">
                <a:highlight>
                  <a:srgbClr val="FFFF00"/>
                </a:highlight>
              </a:rPr>
              <a:t>void </a:t>
            </a:r>
            <a:r>
              <a:rPr lang="en-US" dirty="0" err="1">
                <a:highlight>
                  <a:srgbClr val="FFFF00"/>
                </a:highlight>
              </a:rPr>
              <a:t>printValue</a:t>
            </a:r>
            <a:r>
              <a:rPr lang="en-US" dirty="0">
                <a:highlight>
                  <a:srgbClr val="FFFF00"/>
                </a:highlight>
              </a:rPr>
              <a:t>(int *</a:t>
            </a:r>
            <a:r>
              <a:rPr lang="en-US" dirty="0" err="1">
                <a:highlight>
                  <a:srgbClr val="FFFF00"/>
                </a:highlight>
              </a:rPr>
              <a:t>pval</a:t>
            </a:r>
            <a:r>
              <a:rPr lang="en-US" dirty="0">
                <a:highlight>
                  <a:srgbClr val="FFFF00"/>
                </a:highlight>
              </a:rPr>
              <a:t>),</a:t>
            </a:r>
            <a:r>
              <a:rPr lang="en-US" dirty="0"/>
              <a:t> over main-</a:t>
            </a:r>
            <a:r>
              <a:rPr lang="en-US" dirty="0" err="1"/>
              <a:t>functionen</a:t>
            </a:r>
            <a:endParaRPr lang="en-US" dirty="0"/>
          </a:p>
          <a:p>
            <a:pPr marL="681038" lvl="1" indent="-342900">
              <a:buFont typeface="+mj-lt"/>
              <a:buAutoNum type="arabicPeriod"/>
            </a:pPr>
            <a:r>
              <a:rPr lang="en-US" dirty="0"/>
              <a:t>I </a:t>
            </a:r>
            <a:r>
              <a:rPr lang="en-US" dirty="0" err="1"/>
              <a:t>funktionen</a:t>
            </a:r>
            <a:r>
              <a:rPr lang="en-US" dirty="0"/>
              <a:t> </a:t>
            </a:r>
            <a:r>
              <a:rPr lang="en-US" dirty="0" err="1"/>
              <a:t>printValue</a:t>
            </a:r>
            <a:r>
              <a:rPr lang="en-US" dirty="0"/>
              <a:t>, </a:t>
            </a:r>
            <a:r>
              <a:rPr lang="en-US" dirty="0" err="1"/>
              <a:t>skal</a:t>
            </a:r>
            <a:r>
              <a:rPr lang="en-US" dirty="0"/>
              <a:t> i </a:t>
            </a:r>
            <a:r>
              <a:rPr lang="en-US" dirty="0" err="1"/>
              <a:t>implementerer</a:t>
            </a:r>
            <a:r>
              <a:rPr lang="en-US" dirty="0"/>
              <a:t> print </a:t>
            </a:r>
            <a:r>
              <a:rPr lang="en-US" dirty="0" err="1"/>
              <a:t>funktionen</a:t>
            </a:r>
            <a:r>
              <a:rPr lang="en-US" dirty="0"/>
              <a:t>, </a:t>
            </a:r>
            <a:r>
              <a:rPr lang="en-US" dirty="0" err="1"/>
              <a:t>så</a:t>
            </a:r>
            <a:r>
              <a:rPr lang="en-US" dirty="0"/>
              <a:t> vi </a:t>
            </a:r>
            <a:r>
              <a:rPr lang="en-US" dirty="0" err="1"/>
              <a:t>får</a:t>
            </a:r>
            <a:r>
              <a:rPr lang="en-US" dirty="0"/>
              <a:t> memory </a:t>
            </a:r>
            <a:r>
              <a:rPr lang="en-US" dirty="0" err="1"/>
              <a:t>addressen</a:t>
            </a:r>
            <a:r>
              <a:rPr lang="en-US" dirty="0"/>
              <a:t> </a:t>
            </a:r>
            <a:r>
              <a:rPr lang="en-US" dirty="0" err="1"/>
              <a:t>efterfulgt</a:t>
            </a:r>
            <a:r>
              <a:rPr lang="en-US" dirty="0"/>
              <a:t> </a:t>
            </a:r>
            <a:r>
              <a:rPr lang="en-US" dirty="0" err="1"/>
              <a:t>af</a:t>
            </a:r>
            <a:r>
              <a:rPr lang="en-US" dirty="0"/>
              <a:t> </a:t>
            </a:r>
            <a:r>
              <a:rPr lang="en-US" dirty="0" err="1"/>
              <a:t>værdien</a:t>
            </a:r>
            <a:r>
              <a:rPr lang="en-US" dirty="0"/>
              <a:t>. </a:t>
            </a:r>
          </a:p>
          <a:p>
            <a:pPr marL="863600" lvl="2" indent="-342900">
              <a:buFont typeface="+mj-lt"/>
              <a:buAutoNum type="arabicPeriod"/>
            </a:pPr>
            <a:r>
              <a:rPr lang="en-US" dirty="0"/>
              <a:t>i.e. output: address: 0xF213d23, value: 101</a:t>
            </a:r>
          </a:p>
          <a:p>
            <a:pPr marL="863600" lvl="2" indent="-342900">
              <a:buFont typeface="+mj-lt"/>
              <a:buAutoNum type="arabicPeriod"/>
            </a:pPr>
            <a:r>
              <a:rPr lang="en-US" dirty="0"/>
              <a:t>Hint: </a:t>
            </a:r>
            <a:r>
              <a:rPr lang="en-US" dirty="0" err="1"/>
              <a:t>Hvordan</a:t>
            </a:r>
            <a:r>
              <a:rPr lang="en-US" dirty="0"/>
              <a:t> man printer </a:t>
            </a:r>
            <a:r>
              <a:rPr lang="en-US" dirty="0" err="1"/>
              <a:t>en</a:t>
            </a:r>
            <a:r>
              <a:rPr lang="en-US" dirty="0"/>
              <a:t> memory </a:t>
            </a:r>
            <a:r>
              <a:rPr lang="en-US" dirty="0" err="1"/>
              <a:t>addresse</a:t>
            </a:r>
            <a:endParaRPr lang="en-US" dirty="0"/>
          </a:p>
          <a:p>
            <a:pPr marL="863600" lvl="2" indent="-342900">
              <a:buFont typeface="+mj-lt"/>
              <a:buAutoNum type="arabicPeriod"/>
            </a:pPr>
            <a:r>
              <a:rPr lang="en-US" dirty="0"/>
              <a:t>Hint: </a:t>
            </a:r>
            <a:r>
              <a:rPr lang="en-US" dirty="0" err="1"/>
              <a:t>Hvordan</a:t>
            </a:r>
            <a:r>
              <a:rPr lang="en-US" dirty="0"/>
              <a:t> </a:t>
            </a:r>
            <a:r>
              <a:rPr lang="en-US" dirty="0" err="1"/>
              <a:t>dereferencer</a:t>
            </a:r>
            <a:r>
              <a:rPr lang="en-US" dirty="0"/>
              <a:t> man </a:t>
            </a:r>
            <a:r>
              <a:rPr lang="en-US" dirty="0" err="1"/>
              <a:t>en</a:t>
            </a:r>
            <a:r>
              <a:rPr lang="en-US" dirty="0"/>
              <a:t> pointer?</a:t>
            </a:r>
          </a:p>
          <a:p>
            <a:pPr marL="681038" lvl="1" indent="-342900">
              <a:buFont typeface="+mj-lt"/>
              <a:buAutoNum type="arabicPeriod"/>
            </a:pPr>
            <a:r>
              <a:rPr lang="en-US" dirty="0" err="1"/>
              <a:t>Kald</a:t>
            </a:r>
            <a:r>
              <a:rPr lang="en-US" dirty="0"/>
              <a:t> </a:t>
            </a:r>
            <a:r>
              <a:rPr lang="en-US" dirty="0" err="1"/>
              <a:t>funktionen</a:t>
            </a:r>
            <a:r>
              <a:rPr lang="en-US" dirty="0"/>
              <a:t> </a:t>
            </a:r>
            <a:r>
              <a:rPr lang="en-US" dirty="0" err="1">
                <a:highlight>
                  <a:srgbClr val="FFFF00"/>
                </a:highlight>
              </a:rPr>
              <a:t>printValue</a:t>
            </a:r>
            <a:r>
              <a:rPr lang="en-US" dirty="0">
                <a:highlight>
                  <a:srgbClr val="FFFF00"/>
                </a:highlight>
              </a:rPr>
              <a:t>(&amp;value); </a:t>
            </a:r>
            <a:r>
              <a:rPr lang="en-US" dirty="0" err="1"/>
              <a:t>fra</a:t>
            </a:r>
            <a:r>
              <a:rPr lang="en-US" dirty="0"/>
              <a:t> main </a:t>
            </a:r>
            <a:r>
              <a:rPr lang="en-US" dirty="0" err="1"/>
              <a:t>funktions</a:t>
            </a:r>
            <a:r>
              <a:rPr lang="en-US" dirty="0"/>
              <a:t>-body</a:t>
            </a:r>
          </a:p>
          <a:p>
            <a:pPr marL="863600" lvl="2" indent="-342900">
              <a:buFont typeface="+mj-lt"/>
              <a:buAutoNum type="arabicPeriod"/>
            </a:pPr>
            <a:r>
              <a:rPr lang="en-US" dirty="0" err="1"/>
              <a:t>Hvad</a:t>
            </a:r>
            <a:r>
              <a:rPr lang="en-US" dirty="0"/>
              <a:t> for </a:t>
            </a:r>
            <a:r>
              <a:rPr lang="en-US" dirty="0" err="1"/>
              <a:t>en</a:t>
            </a:r>
            <a:r>
              <a:rPr lang="en-US" dirty="0"/>
              <a:t> information </a:t>
            </a:r>
            <a:r>
              <a:rPr lang="en-US" dirty="0" err="1"/>
              <a:t>bliver</a:t>
            </a:r>
            <a:r>
              <a:rPr lang="en-US" dirty="0"/>
              <a:t> </a:t>
            </a:r>
            <a:r>
              <a:rPr lang="en-US" dirty="0" err="1"/>
              <a:t>sendt</a:t>
            </a:r>
            <a:r>
              <a:rPr lang="en-US" dirty="0"/>
              <a:t> over </a:t>
            </a:r>
            <a:r>
              <a:rPr lang="en-US" dirty="0" err="1"/>
              <a:t>til</a:t>
            </a:r>
            <a:r>
              <a:rPr lang="en-US" dirty="0"/>
              <a:t> </a:t>
            </a:r>
            <a:r>
              <a:rPr lang="en-US" dirty="0" err="1"/>
              <a:t>printValue</a:t>
            </a:r>
            <a:r>
              <a:rPr lang="en-US" dirty="0"/>
              <a:t>?</a:t>
            </a:r>
          </a:p>
          <a:p>
            <a:pPr marL="681038" lvl="1" indent="-342900">
              <a:buFont typeface="+mj-lt"/>
              <a:buAutoNum type="arabicPeriod"/>
            </a:pPr>
            <a:r>
              <a:rPr lang="en-US" dirty="0" err="1"/>
              <a:t>Kør</a:t>
            </a:r>
            <a:r>
              <a:rPr lang="en-US" dirty="0"/>
              <a:t> </a:t>
            </a:r>
            <a:r>
              <a:rPr lang="en-US" dirty="0" err="1"/>
              <a:t>programmet</a:t>
            </a:r>
            <a:endParaRPr lang="en-US" dirty="0"/>
          </a:p>
        </p:txBody>
      </p:sp>
    </p:spTree>
    <p:extLst>
      <p:ext uri="{BB962C8B-B14F-4D97-AF65-F5344CB8AC3E}">
        <p14:creationId xmlns:p14="http://schemas.microsoft.com/office/powerpoint/2010/main" val="3515064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21</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r>
              <a:rPr lang="en-US" dirty="0"/>
              <a:t>Repetition </a:t>
            </a:r>
            <a:r>
              <a:rPr lang="en-US" dirty="0" err="1"/>
              <a:t>fra</a:t>
            </a:r>
            <a:r>
              <a:rPr lang="en-US" dirty="0"/>
              <a:t> </a:t>
            </a:r>
            <a:r>
              <a:rPr lang="en-US" dirty="0" err="1"/>
              <a:t>tidligere</a:t>
            </a:r>
            <a:r>
              <a:rPr lang="en-US" dirty="0"/>
              <a:t> </a:t>
            </a:r>
            <a:r>
              <a:rPr lang="en-US" dirty="0" err="1"/>
              <a:t>kursusgange</a:t>
            </a:r>
            <a:endParaRPr lang="en-US" dirty="0"/>
          </a:p>
          <a:p>
            <a:r>
              <a:rPr lang="en-US" b="1" dirty="0" err="1"/>
              <a:t>F</a:t>
            </a:r>
            <a:r>
              <a:rPr lang="en-US" dirty="0" err="1"/>
              <a:t>unktioners</a:t>
            </a:r>
            <a:r>
              <a:rPr lang="en-US" dirty="0"/>
              <a:t> </a:t>
            </a:r>
            <a:r>
              <a:rPr lang="en-US" dirty="0" err="1"/>
              <a:t>opbygning</a:t>
            </a:r>
            <a:endParaRPr lang="en-US" dirty="0"/>
          </a:p>
          <a:p>
            <a:r>
              <a:rPr lang="en-US" dirty="0" err="1"/>
              <a:t>Viden</a:t>
            </a:r>
            <a:r>
              <a:rPr lang="en-US" dirty="0"/>
              <a:t> om input og output </a:t>
            </a:r>
            <a:r>
              <a:rPr lang="en-US" dirty="0" err="1"/>
              <a:t>fra</a:t>
            </a:r>
            <a:r>
              <a:rPr lang="en-US" dirty="0"/>
              <a:t> </a:t>
            </a:r>
            <a:r>
              <a:rPr lang="en-US" dirty="0" err="1"/>
              <a:t>funktioner</a:t>
            </a:r>
            <a:endParaRPr lang="en-US" dirty="0"/>
          </a:p>
          <a:p>
            <a:r>
              <a:rPr lang="en-US" b="1" dirty="0" err="1"/>
              <a:t>Viden</a:t>
            </a:r>
            <a:r>
              <a:rPr lang="en-US" b="1" dirty="0"/>
              <a:t> om type-declaration and definition</a:t>
            </a:r>
          </a:p>
          <a:p>
            <a:r>
              <a:rPr lang="en-US" dirty="0"/>
              <a:t>Header filer</a:t>
            </a:r>
          </a:p>
          <a:p>
            <a:r>
              <a:rPr lang="en-US" dirty="0" err="1"/>
              <a:t>Rekursive</a:t>
            </a:r>
            <a:r>
              <a:rPr lang="en-US" dirty="0"/>
              <a:t> </a:t>
            </a:r>
            <a:r>
              <a:rPr lang="en-US" dirty="0" err="1"/>
              <a:t>Funktioner</a:t>
            </a:r>
            <a:endParaRPr lang="en-US" dirty="0"/>
          </a:p>
          <a:p>
            <a:endParaRPr lang="en-US" dirty="0"/>
          </a:p>
          <a:p>
            <a:endParaRPr lang="en-US" dirty="0"/>
          </a:p>
          <a:p>
            <a:pPr marL="0" indent="0">
              <a:buNone/>
            </a:pPr>
            <a:endParaRPr lang="en-US"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3347038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D424D9EC-D8D1-4731-9342-8F05E5C7731F}"/>
              </a:ext>
            </a:extLst>
          </p:cNvPr>
          <p:cNvSpPr>
            <a:spLocks noGrp="1"/>
          </p:cNvSpPr>
          <p:nvPr>
            <p:ph type="sldNum" sz="quarter" idx="10"/>
          </p:nvPr>
        </p:nvSpPr>
        <p:spPr/>
        <p:txBody>
          <a:bodyPr/>
          <a:lstStyle/>
          <a:p>
            <a:fld id="{D8D877B3-D348-4611-9BDB-C5374591D951}" type="slidenum">
              <a:rPr lang="en-US" smtClean="0"/>
              <a:pPr/>
              <a:t>22</a:t>
            </a:fld>
            <a:endParaRPr lang="en-US" dirty="0"/>
          </a:p>
        </p:txBody>
      </p:sp>
      <p:sp>
        <p:nvSpPr>
          <p:cNvPr id="4" name="Titel 3">
            <a:extLst>
              <a:ext uri="{FF2B5EF4-FFF2-40B4-BE49-F238E27FC236}">
                <a16:creationId xmlns:a16="http://schemas.microsoft.com/office/drawing/2014/main" id="{CCE2D014-A6B9-4D91-9D64-E13A99AC6CF4}"/>
              </a:ext>
            </a:extLst>
          </p:cNvPr>
          <p:cNvSpPr>
            <a:spLocks noGrp="1"/>
          </p:cNvSpPr>
          <p:nvPr>
            <p:ph type="title"/>
          </p:nvPr>
        </p:nvSpPr>
        <p:spPr>
          <a:xfrm>
            <a:off x="587374" y="359274"/>
            <a:ext cx="10752513" cy="1486306"/>
          </a:xfrm>
        </p:spPr>
        <p:txBody>
          <a:bodyPr/>
          <a:lstStyle/>
          <a:p>
            <a:r>
              <a:rPr lang="en-US" sz="2800" dirty="0"/>
              <a:t>Function Declaration vs. Function Definition</a:t>
            </a:r>
            <a:br>
              <a:rPr lang="en-US" sz="2800" dirty="0"/>
            </a:br>
            <a:endParaRPr lang="en-US" sz="2800" dirty="0"/>
          </a:p>
        </p:txBody>
      </p:sp>
      <p:sp>
        <p:nvSpPr>
          <p:cNvPr id="6" name="TextBox 5">
            <a:extLst>
              <a:ext uri="{FF2B5EF4-FFF2-40B4-BE49-F238E27FC236}">
                <a16:creationId xmlns:a16="http://schemas.microsoft.com/office/drawing/2014/main" id="{FD4CF3AC-B627-D521-8AA9-4BD276FBC0B7}"/>
              </a:ext>
            </a:extLst>
          </p:cNvPr>
          <p:cNvSpPr txBox="1"/>
          <p:nvPr/>
        </p:nvSpPr>
        <p:spPr>
          <a:xfrm>
            <a:off x="206071" y="2028616"/>
            <a:ext cx="4316234" cy="2631490"/>
          </a:xfrm>
          <a:prstGeom prst="rect">
            <a:avLst/>
          </a:prstGeom>
          <a:solidFill>
            <a:schemeClr val="bg1">
              <a:lumMod val="95000"/>
            </a:schemeClr>
          </a:solidFill>
        </p:spPr>
        <p:txBody>
          <a:bodyPr wrap="square">
            <a:spAutoFit/>
          </a:bodyPr>
          <a:lstStyle/>
          <a:p>
            <a:r>
              <a:rPr lang="en-US" sz="1100" b="0" dirty="0">
                <a:solidFill>
                  <a:srgbClr val="008000"/>
                </a:solidFill>
                <a:effectLst/>
                <a:latin typeface="Consolas" panose="020B0609020204030204" pitchFamily="49" charset="0"/>
              </a:rPr>
              <a:t>/* function declaration not working */</a:t>
            </a:r>
            <a:endParaRPr lang="en-US" sz="1100" b="0" dirty="0">
              <a:solidFill>
                <a:srgbClr val="000000"/>
              </a:solidFill>
              <a:effectLst/>
              <a:latin typeface="Consolas" panose="020B0609020204030204" pitchFamily="49" charset="0"/>
            </a:endParaRPr>
          </a:p>
          <a:p>
            <a:r>
              <a:rPr lang="en-US" sz="1100" b="0" dirty="0">
                <a:solidFill>
                  <a:srgbClr val="AF00DB"/>
                </a:solidFill>
                <a:effectLst/>
                <a:latin typeface="Consolas" panose="020B0609020204030204" pitchFamily="49" charset="0"/>
              </a:rPr>
              <a:t>#include</a:t>
            </a:r>
            <a:r>
              <a:rPr lang="en-US" sz="1100" b="0" dirty="0">
                <a:solidFill>
                  <a:srgbClr val="0000FF"/>
                </a:solidFill>
                <a:effectLst/>
                <a:latin typeface="Consolas" panose="020B0609020204030204" pitchFamily="49" charset="0"/>
              </a:rPr>
              <a:t> </a:t>
            </a:r>
            <a:r>
              <a:rPr lang="en-US" sz="1100" b="0" dirty="0">
                <a:solidFill>
                  <a:srgbClr val="A31515"/>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A31515"/>
                </a:solidFill>
                <a:effectLst/>
                <a:latin typeface="Consolas" panose="020B0609020204030204" pitchFamily="49" charset="0"/>
              </a:rPr>
              <a:t>&gt;</a:t>
            </a:r>
            <a:endParaRPr lang="en-US" sz="1100" b="0" dirty="0">
              <a:solidFill>
                <a:srgbClr val="000000"/>
              </a:solidFill>
              <a:effectLst/>
              <a:latin typeface="Consolas" panose="020B0609020204030204" pitchFamily="49" charset="0"/>
            </a:endParaRPr>
          </a:p>
          <a:p>
            <a:br>
              <a:rPr lang="en-US" sz="1100" b="0" dirty="0">
                <a:solidFill>
                  <a:srgbClr val="000000"/>
                </a:solidFill>
                <a:effectLst/>
                <a:latin typeface="Consolas" panose="020B0609020204030204" pitchFamily="49" charset="0"/>
              </a:rPr>
            </a:b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795E26"/>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a</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76</a:t>
            </a:r>
            <a:r>
              <a:rPr lang="en-US" sz="1100" b="0" dirty="0">
                <a:solidFill>
                  <a:srgbClr val="000000"/>
                </a:solidFill>
                <a:effectLst/>
                <a:latin typeface="Consolas" panose="020B0609020204030204" pitchFamily="49" charset="0"/>
              </a:rPr>
              <a:t>, </a:t>
            </a:r>
            <a:r>
              <a:rPr lang="en-US" sz="1100" b="0" dirty="0">
                <a:solidFill>
                  <a:srgbClr val="001080"/>
                </a:solidFill>
                <a:effectLst/>
                <a:latin typeface="Consolas" panose="020B0609020204030204" pitchFamily="49" charset="0"/>
              </a:rPr>
              <a:t>b</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10</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a:t>
            </a:r>
            <a:r>
              <a:rPr lang="en-US" sz="1100" b="0" dirty="0">
                <a:solidFill>
                  <a:srgbClr val="795E26"/>
                </a:solidFill>
                <a:effectLst/>
                <a:latin typeface="Consolas" panose="020B0609020204030204" pitchFamily="49" charset="0"/>
              </a:rPr>
              <a:t>print_2_variables</a:t>
            </a:r>
            <a:r>
              <a:rPr lang="en-US" sz="1100" b="0" dirty="0">
                <a:solidFill>
                  <a:srgbClr val="000000"/>
                </a:solidFill>
                <a:effectLst/>
                <a:latin typeface="Consolas" panose="020B0609020204030204" pitchFamily="49" charset="0"/>
              </a:rPr>
              <a:t>(</a:t>
            </a:r>
            <a:r>
              <a:rPr lang="en-US" sz="1100" b="0" dirty="0" err="1">
                <a:solidFill>
                  <a:srgbClr val="001080"/>
                </a:solidFill>
                <a:effectLst/>
                <a:latin typeface="Consolas" panose="020B0609020204030204" pitchFamily="49" charset="0"/>
              </a:rPr>
              <a:t>a</a:t>
            </a:r>
            <a:r>
              <a:rPr lang="en-US" sz="1100" b="0" dirty="0" err="1">
                <a:solidFill>
                  <a:srgbClr val="000000"/>
                </a:solidFill>
                <a:effectLst/>
                <a:latin typeface="Consolas" panose="020B0609020204030204" pitchFamily="49" charset="0"/>
              </a:rPr>
              <a:t>,</a:t>
            </a:r>
            <a:r>
              <a:rPr lang="en-US" sz="1100" b="0" dirty="0" err="1">
                <a:solidFill>
                  <a:srgbClr val="001080"/>
                </a:solidFill>
                <a:effectLst/>
                <a:latin typeface="Consolas" panose="020B0609020204030204" pitchFamily="49" charset="0"/>
              </a:rPr>
              <a:t>b</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a:t>
            </a:r>
            <a:r>
              <a:rPr lang="en-US" sz="1100" b="0" dirty="0">
                <a:solidFill>
                  <a:srgbClr val="AF00DB"/>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a:t>
            </a:r>
          </a:p>
          <a:p>
            <a:br>
              <a:rPr lang="en-US" sz="1100" b="0" dirty="0">
                <a:solidFill>
                  <a:srgbClr val="000000"/>
                </a:solidFill>
                <a:effectLst/>
                <a:latin typeface="Consolas" panose="020B0609020204030204" pitchFamily="49" charset="0"/>
              </a:rPr>
            </a:br>
            <a:r>
              <a:rPr lang="en-US" sz="1100" b="0" dirty="0">
                <a:solidFill>
                  <a:srgbClr val="0000FF"/>
                </a:solidFill>
                <a:effectLst/>
                <a:latin typeface="Consolas" panose="020B0609020204030204" pitchFamily="49" charset="0"/>
              </a:rPr>
              <a:t>void</a:t>
            </a:r>
            <a:r>
              <a:rPr lang="en-US" sz="1100" b="0" dirty="0">
                <a:solidFill>
                  <a:srgbClr val="000000"/>
                </a:solidFill>
                <a:effectLst/>
                <a:latin typeface="Consolas" panose="020B0609020204030204" pitchFamily="49" charset="0"/>
              </a:rPr>
              <a:t> </a:t>
            </a:r>
            <a:r>
              <a:rPr lang="en-US" sz="1100" b="0" dirty="0">
                <a:solidFill>
                  <a:srgbClr val="795E26"/>
                </a:solidFill>
                <a:effectLst/>
                <a:latin typeface="Consolas" panose="020B0609020204030204" pitchFamily="49" charset="0"/>
              </a:rPr>
              <a:t>print_2_variables</a:t>
            </a:r>
            <a:r>
              <a:rPr lang="en-US" sz="1100" b="0" dirty="0">
                <a:solidFill>
                  <a:srgbClr val="000000"/>
                </a:solidFill>
                <a:effectLst/>
                <a:latin typeface="Consolas" panose="020B0609020204030204" pitchFamily="49" charset="0"/>
              </a:rPr>
              <a:t>(</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err="1">
                <a:solidFill>
                  <a:srgbClr val="001080"/>
                </a:solidFill>
                <a:effectLst/>
                <a:latin typeface="Consolas" panose="020B0609020204030204" pitchFamily="49" charset="0"/>
              </a:rPr>
              <a:t>lvar</a:t>
            </a:r>
            <a:r>
              <a:rPr lang="en-US" sz="1100" b="0" dirty="0" err="1">
                <a:solidFill>
                  <a:srgbClr val="000000"/>
                </a:solidFill>
                <a:effectLst/>
                <a:latin typeface="Consolas" panose="020B0609020204030204" pitchFamily="49" charset="0"/>
              </a:rPr>
              <a:t>,</a:t>
            </a:r>
            <a:r>
              <a:rPr lang="en-US" sz="1100" b="0" dirty="0" err="1">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err="1">
                <a:solidFill>
                  <a:srgbClr val="001080"/>
                </a:solidFill>
                <a:effectLst/>
                <a:latin typeface="Consolas" panose="020B0609020204030204" pitchFamily="49" charset="0"/>
              </a:rPr>
              <a:t>rvar</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a:t>
            </a:r>
          </a:p>
          <a:p>
            <a:r>
              <a:rPr lang="en-US" sz="1100" b="0" dirty="0">
                <a:solidFill>
                  <a:srgbClr val="008000"/>
                </a:solidFill>
                <a:effectLst/>
                <a:latin typeface="Consolas" panose="020B0609020204030204" pitchFamily="49" charset="0"/>
              </a:rPr>
              <a:t>    /* </a:t>
            </a:r>
            <a:r>
              <a:rPr lang="en-US" sz="1100" b="0" dirty="0" err="1">
                <a:solidFill>
                  <a:srgbClr val="008000"/>
                </a:solidFill>
                <a:effectLst/>
                <a:latin typeface="Consolas" panose="020B0609020204030204" pitchFamily="49" charset="0"/>
              </a:rPr>
              <a:t>Printes</a:t>
            </a:r>
            <a:r>
              <a:rPr lang="en-US" sz="1100" b="0" dirty="0">
                <a:solidFill>
                  <a:srgbClr val="008000"/>
                </a:solidFill>
                <a:effectLst/>
                <a:latin typeface="Consolas" panose="020B0609020204030204" pitchFamily="49" charset="0"/>
              </a:rPr>
              <a:t> variables </a:t>
            </a:r>
            <a:r>
              <a:rPr lang="en-US" sz="1100" b="0" dirty="0" err="1">
                <a:solidFill>
                  <a:srgbClr val="008000"/>
                </a:solidFill>
                <a:effectLst/>
                <a:latin typeface="Consolas" panose="020B0609020204030204" pitchFamily="49" charset="0"/>
              </a:rPr>
              <a:t>lvar</a:t>
            </a:r>
            <a:r>
              <a:rPr lang="en-US" sz="1100" b="0" dirty="0">
                <a:solidFill>
                  <a:srgbClr val="008000"/>
                </a:solidFill>
                <a:effectLst/>
                <a:latin typeface="Consolas" panose="020B0609020204030204" pitchFamily="49" charset="0"/>
              </a:rPr>
              <a:t>,  and </a:t>
            </a:r>
            <a:r>
              <a:rPr lang="en-US" sz="1100" b="0" dirty="0" err="1">
                <a:solidFill>
                  <a:srgbClr val="008000"/>
                </a:solidFill>
                <a:effectLst/>
                <a:latin typeface="Consolas" panose="020B0609020204030204" pitchFamily="49" charset="0"/>
              </a:rPr>
              <a:t>rvar</a:t>
            </a:r>
            <a:r>
              <a:rPr lang="en-US" sz="1100" b="0" dirty="0">
                <a:solidFill>
                  <a:srgbClr val="008000"/>
                </a:solidFill>
                <a:effectLst/>
                <a:latin typeface="Consolas" panose="020B0609020204030204" pitchFamily="49" charset="0"/>
              </a:rPr>
              <a:t>*/</a:t>
            </a:r>
            <a:endParaRPr lang="en-US" sz="1100" b="0" dirty="0">
              <a:solidFill>
                <a:srgbClr val="000000"/>
              </a:solidFill>
              <a:effectLst/>
              <a:latin typeface="Consolas" panose="020B0609020204030204" pitchFamily="49" charset="0"/>
            </a:endParaRPr>
          </a:p>
          <a:p>
            <a:r>
              <a:rPr lang="en-US" sz="1100" b="0" dirty="0">
                <a:solidFill>
                  <a:srgbClr val="000000"/>
                </a:solidFill>
                <a:effectLst/>
                <a:latin typeface="Consolas" panose="020B0609020204030204" pitchFamily="49" charset="0"/>
              </a:rPr>
              <a:t>    </a:t>
            </a:r>
            <a:r>
              <a:rPr lang="en-US" sz="1100" b="0" dirty="0" err="1">
                <a:solidFill>
                  <a:srgbClr val="795E26"/>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err="1">
                <a:solidFill>
                  <a:srgbClr val="A31515"/>
                </a:solidFill>
                <a:effectLst/>
                <a:latin typeface="Consolas" panose="020B0609020204030204" pitchFamily="49" charset="0"/>
              </a:rPr>
              <a:t>lvar</a:t>
            </a:r>
            <a:r>
              <a:rPr lang="en-US" sz="1100" b="0" dirty="0">
                <a:solidFill>
                  <a:srgbClr val="A31515"/>
                </a:solidFill>
                <a:effectLst/>
                <a:latin typeface="Consolas" panose="020B0609020204030204" pitchFamily="49" charset="0"/>
              </a:rPr>
              <a:t>(</a:t>
            </a:r>
            <a:r>
              <a:rPr lang="en-US" sz="1100" b="0" dirty="0">
                <a:solidFill>
                  <a:srgbClr val="001080"/>
                </a:solidFill>
                <a:effectLst/>
                <a:latin typeface="Consolas" panose="020B0609020204030204" pitchFamily="49" charset="0"/>
              </a:rPr>
              <a:t>%d</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rvar</a:t>
            </a:r>
            <a:r>
              <a:rPr lang="en-US" sz="1100" b="0" dirty="0">
                <a:solidFill>
                  <a:srgbClr val="A31515"/>
                </a:solidFill>
                <a:effectLst/>
                <a:latin typeface="Consolas" panose="020B0609020204030204" pitchFamily="49" charset="0"/>
              </a:rPr>
              <a:t>(</a:t>
            </a:r>
            <a:r>
              <a:rPr lang="en-US" sz="1100" b="0" dirty="0">
                <a:solidFill>
                  <a:srgbClr val="001080"/>
                </a:solidFill>
                <a:effectLst/>
                <a:latin typeface="Consolas" panose="020B0609020204030204" pitchFamily="49" charset="0"/>
              </a:rPr>
              <a:t>%d</a:t>
            </a:r>
            <a:r>
              <a:rPr lang="en-US" sz="1100" b="0" dirty="0">
                <a:solidFill>
                  <a:srgbClr val="A31515"/>
                </a:solidFill>
                <a:effectLst/>
                <a:latin typeface="Consolas" panose="020B0609020204030204" pitchFamily="49" charset="0"/>
              </a:rPr>
              <a:t>)</a:t>
            </a:r>
            <a:r>
              <a:rPr lang="en-US" sz="1100" b="0" dirty="0">
                <a:solidFill>
                  <a:srgbClr val="EE0000"/>
                </a:solidFill>
                <a:effectLst/>
                <a:latin typeface="Consolas" panose="020B0609020204030204" pitchFamily="49" charset="0"/>
              </a:rPr>
              <a:t>\n</a:t>
            </a:r>
            <a:r>
              <a:rPr lang="en-US" sz="1100" b="0" dirty="0">
                <a:solidFill>
                  <a:srgbClr val="A31515"/>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err="1">
                <a:solidFill>
                  <a:srgbClr val="001080"/>
                </a:solidFill>
                <a:effectLst/>
                <a:latin typeface="Consolas" panose="020B0609020204030204" pitchFamily="49" charset="0"/>
              </a:rPr>
              <a:t>lvar</a:t>
            </a:r>
            <a:r>
              <a:rPr lang="en-US" sz="1100" b="0" dirty="0" err="1">
                <a:solidFill>
                  <a:srgbClr val="000000"/>
                </a:solidFill>
                <a:effectLst/>
                <a:latin typeface="Consolas" panose="020B0609020204030204" pitchFamily="49" charset="0"/>
              </a:rPr>
              <a:t>,</a:t>
            </a:r>
            <a:r>
              <a:rPr lang="en-US" sz="1100" b="0" dirty="0" err="1">
                <a:solidFill>
                  <a:srgbClr val="001080"/>
                </a:solidFill>
                <a:effectLst/>
                <a:latin typeface="Consolas" panose="020B0609020204030204" pitchFamily="49" charset="0"/>
              </a:rPr>
              <a:t>rvar</a:t>
            </a:r>
            <a:r>
              <a:rPr lang="en-US" sz="1100" b="0" dirty="0">
                <a:solidFill>
                  <a:srgbClr val="000000"/>
                </a:solidFill>
                <a:effectLst/>
                <a:latin typeface="Consolas" panose="020B0609020204030204" pitchFamily="49" charset="0"/>
              </a:rPr>
              <a:t> );</a:t>
            </a:r>
          </a:p>
          <a:p>
            <a:r>
              <a:rPr lang="en-US" sz="11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B978DC38-C0EF-E13F-9588-ED5517B1968C}"/>
              </a:ext>
            </a:extLst>
          </p:cNvPr>
          <p:cNvSpPr txBox="1"/>
          <p:nvPr/>
        </p:nvSpPr>
        <p:spPr>
          <a:xfrm>
            <a:off x="4522305" y="2205885"/>
            <a:ext cx="7669695" cy="1446550"/>
          </a:xfrm>
          <a:prstGeom prst="rect">
            <a:avLst/>
          </a:prstGeom>
          <a:noFill/>
        </p:spPr>
        <p:txBody>
          <a:bodyPr wrap="square">
            <a:spAutoFit/>
          </a:bodyPr>
          <a:lstStyle/>
          <a:p>
            <a:r>
              <a:rPr lang="en-US" sz="800" dirty="0" err="1">
                <a:latin typeface="Consolas" panose="020B0609020204030204" pitchFamily="49" charset="0"/>
              </a:rPr>
              <a:t>gcc</a:t>
            </a:r>
            <a:r>
              <a:rPr lang="en-US" sz="800" dirty="0">
                <a:latin typeface="Consolas" panose="020B0609020204030204" pitchFamily="49" charset="0"/>
              </a:rPr>
              <a:t> -Wall -</a:t>
            </a:r>
            <a:r>
              <a:rPr lang="en-US" sz="800" dirty="0" err="1">
                <a:latin typeface="Consolas" panose="020B0609020204030204" pitchFamily="49" charset="0"/>
              </a:rPr>
              <a:t>Wextra</a:t>
            </a:r>
            <a:r>
              <a:rPr lang="en-US" sz="800" dirty="0">
                <a:latin typeface="Consolas" panose="020B0609020204030204" pitchFamily="49" charset="0"/>
              </a:rPr>
              <a:t> .\</a:t>
            </a:r>
            <a:r>
              <a:rPr lang="en-US" sz="800" dirty="0" err="1">
                <a:latin typeface="Consolas" panose="020B0609020204030204" pitchFamily="49" charset="0"/>
              </a:rPr>
              <a:t>fcn_declaration_not_working.c</a:t>
            </a:r>
            <a:r>
              <a:rPr lang="en-US" sz="800" dirty="0">
                <a:latin typeface="Consolas" panose="020B0609020204030204" pitchFamily="49" charset="0"/>
              </a:rPr>
              <a:t>                                                                                                                                                                                    </a:t>
            </a:r>
          </a:p>
          <a:p>
            <a:r>
              <a:rPr lang="en-US" sz="800" dirty="0">
                <a:latin typeface="Consolas" panose="020B0609020204030204" pitchFamily="49" charset="0"/>
              </a:rPr>
              <a:t>.\</a:t>
            </a:r>
            <a:r>
              <a:rPr lang="en-US" sz="800" dirty="0" err="1">
                <a:latin typeface="Consolas" panose="020B0609020204030204" pitchFamily="49" charset="0"/>
              </a:rPr>
              <a:t>fcn_declaration_not_working.c</a:t>
            </a:r>
            <a:r>
              <a:rPr lang="en-US" sz="800" dirty="0">
                <a:latin typeface="Consolas" panose="020B0609020204030204" pitchFamily="49" charset="0"/>
              </a:rPr>
              <a:t>: In function 'main':</a:t>
            </a:r>
          </a:p>
          <a:p>
            <a:r>
              <a:rPr lang="en-US" sz="800" dirty="0">
                <a:latin typeface="Consolas" panose="020B0609020204030204" pitchFamily="49" charset="0"/>
              </a:rPr>
              <a:t>.\fcn_declaration_not_working.c:7:5: warning: implicit declaration of function 'print_2_variables' [-</a:t>
            </a:r>
            <a:r>
              <a:rPr lang="en-US" sz="800" dirty="0" err="1">
                <a:latin typeface="Consolas" panose="020B0609020204030204" pitchFamily="49" charset="0"/>
              </a:rPr>
              <a:t>Wimplicit</a:t>
            </a:r>
            <a:r>
              <a:rPr lang="en-US" sz="800" dirty="0">
                <a:latin typeface="Consolas" panose="020B0609020204030204" pitchFamily="49" charset="0"/>
              </a:rPr>
              <a:t>-function-declaration]</a:t>
            </a:r>
          </a:p>
          <a:p>
            <a:r>
              <a:rPr lang="en-US" sz="800" dirty="0">
                <a:latin typeface="Consolas" panose="020B0609020204030204" pitchFamily="49" charset="0"/>
              </a:rPr>
              <a:t>    7 |     print_2_variables(</a:t>
            </a:r>
            <a:r>
              <a:rPr lang="en-US" sz="800" dirty="0" err="1">
                <a:latin typeface="Consolas" panose="020B0609020204030204" pitchFamily="49" charset="0"/>
              </a:rPr>
              <a:t>a,b</a:t>
            </a:r>
            <a:r>
              <a:rPr lang="en-US" sz="800" dirty="0">
                <a:latin typeface="Consolas" panose="020B0609020204030204" pitchFamily="49" charset="0"/>
              </a:rPr>
              <a:t>);</a:t>
            </a:r>
          </a:p>
          <a:p>
            <a:r>
              <a:rPr lang="en-US" sz="800" dirty="0">
                <a:latin typeface="Consolas" panose="020B0609020204030204" pitchFamily="49" charset="0"/>
              </a:rPr>
              <a:t>      |     ^~~~~~~~~~~~~~~~~</a:t>
            </a:r>
          </a:p>
          <a:p>
            <a:r>
              <a:rPr lang="en-US" sz="800" dirty="0">
                <a:latin typeface="Consolas" panose="020B0609020204030204" pitchFamily="49" charset="0"/>
              </a:rPr>
              <a:t>.\</a:t>
            </a:r>
            <a:r>
              <a:rPr lang="en-US" sz="800" dirty="0" err="1">
                <a:latin typeface="Consolas" panose="020B0609020204030204" pitchFamily="49" charset="0"/>
              </a:rPr>
              <a:t>fcn_declaration_not_working.c</a:t>
            </a:r>
            <a:r>
              <a:rPr lang="en-US" sz="800" dirty="0">
                <a:latin typeface="Consolas" panose="020B0609020204030204" pitchFamily="49" charset="0"/>
              </a:rPr>
              <a:t>: At top level:</a:t>
            </a:r>
          </a:p>
          <a:p>
            <a:r>
              <a:rPr lang="en-US" sz="800" dirty="0">
                <a:latin typeface="Consolas" panose="020B0609020204030204" pitchFamily="49" charset="0"/>
              </a:rPr>
              <a:t>.\fcn_declaration_not_working.c:11:6: warning: conflicting types for 'print_2_variables'; have 'void(int,  int)'</a:t>
            </a:r>
          </a:p>
          <a:p>
            <a:r>
              <a:rPr lang="en-US" sz="800" dirty="0">
                <a:latin typeface="Consolas" panose="020B0609020204030204" pitchFamily="49" charset="0"/>
              </a:rPr>
              <a:t>   11 | void print_2_variables(int </a:t>
            </a:r>
            <a:r>
              <a:rPr lang="en-US" sz="800" dirty="0" err="1">
                <a:latin typeface="Consolas" panose="020B0609020204030204" pitchFamily="49" charset="0"/>
              </a:rPr>
              <a:t>lvar,int</a:t>
            </a:r>
            <a:r>
              <a:rPr lang="en-US" sz="800" dirty="0">
                <a:latin typeface="Consolas" panose="020B0609020204030204" pitchFamily="49" charset="0"/>
              </a:rPr>
              <a:t>  </a:t>
            </a:r>
            <a:r>
              <a:rPr lang="en-US" sz="800" dirty="0" err="1">
                <a:latin typeface="Consolas" panose="020B0609020204030204" pitchFamily="49" charset="0"/>
              </a:rPr>
              <a:t>rvar</a:t>
            </a:r>
            <a:r>
              <a:rPr lang="en-US" sz="800" dirty="0">
                <a:latin typeface="Consolas" panose="020B0609020204030204" pitchFamily="49" charset="0"/>
              </a:rPr>
              <a:t>)</a:t>
            </a:r>
          </a:p>
          <a:p>
            <a:r>
              <a:rPr lang="en-US" sz="800" dirty="0">
                <a:latin typeface="Consolas" panose="020B0609020204030204" pitchFamily="49" charset="0"/>
              </a:rPr>
              <a:t>      |      ^~~~~~~~~~~~~~~~~</a:t>
            </a:r>
          </a:p>
          <a:p>
            <a:r>
              <a:rPr lang="en-US" sz="800" dirty="0">
                <a:latin typeface="Consolas" panose="020B0609020204030204" pitchFamily="49" charset="0"/>
              </a:rPr>
              <a:t>.\fcn_declaration_not_working.c:7:5: note: previous implicit declaration of 'print_2_variables' with type 'void(int,  int)'</a:t>
            </a:r>
          </a:p>
          <a:p>
            <a:r>
              <a:rPr lang="en-US" sz="800" dirty="0">
                <a:latin typeface="Consolas" panose="020B0609020204030204" pitchFamily="49" charset="0"/>
              </a:rPr>
              <a:t>    7 |     print_2_variables(</a:t>
            </a:r>
            <a:r>
              <a:rPr lang="en-US" sz="800" dirty="0" err="1">
                <a:latin typeface="Consolas" panose="020B0609020204030204" pitchFamily="49" charset="0"/>
              </a:rPr>
              <a:t>a,b</a:t>
            </a:r>
            <a:r>
              <a:rPr lang="en-US" sz="800" dirty="0">
                <a:latin typeface="Consolas" panose="020B0609020204030204" pitchFamily="49" charset="0"/>
              </a:rPr>
              <a:t>);</a:t>
            </a:r>
            <a:endParaRPr lang="LID4096" sz="800" dirty="0">
              <a:latin typeface="Consolas" panose="020B0609020204030204" pitchFamily="49" charset="0"/>
            </a:endParaRPr>
          </a:p>
        </p:txBody>
      </p:sp>
      <p:sp>
        <p:nvSpPr>
          <p:cNvPr id="10" name="TextBox 9">
            <a:extLst>
              <a:ext uri="{FF2B5EF4-FFF2-40B4-BE49-F238E27FC236}">
                <a16:creationId xmlns:a16="http://schemas.microsoft.com/office/drawing/2014/main" id="{96D0E718-40D7-2346-157D-BA1BF9A3FB33}"/>
              </a:ext>
            </a:extLst>
          </p:cNvPr>
          <p:cNvSpPr txBox="1"/>
          <p:nvPr/>
        </p:nvSpPr>
        <p:spPr>
          <a:xfrm>
            <a:off x="6925918" y="4079221"/>
            <a:ext cx="1966291" cy="369332"/>
          </a:xfrm>
          <a:prstGeom prst="rect">
            <a:avLst/>
          </a:prstGeom>
          <a:noFill/>
        </p:spPr>
        <p:txBody>
          <a:bodyPr wrap="square">
            <a:spAutoFit/>
          </a:bodyPr>
          <a:lstStyle/>
          <a:p>
            <a:r>
              <a:rPr lang="en-US" sz="1800" dirty="0"/>
              <a:t>What is wrong?</a:t>
            </a:r>
            <a:endParaRPr lang="LID4096" dirty="0"/>
          </a:p>
        </p:txBody>
      </p:sp>
    </p:spTree>
    <p:extLst>
      <p:ext uri="{BB962C8B-B14F-4D97-AF65-F5344CB8AC3E}">
        <p14:creationId xmlns:p14="http://schemas.microsoft.com/office/powerpoint/2010/main" val="867482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Billede 17">
            <a:extLst>
              <a:ext uri="{FF2B5EF4-FFF2-40B4-BE49-F238E27FC236}">
                <a16:creationId xmlns:a16="http://schemas.microsoft.com/office/drawing/2014/main" id="{5C972687-D124-4C78-A92C-2F6245837698}"/>
              </a:ext>
            </a:extLst>
          </p:cNvPr>
          <p:cNvPicPr>
            <a:picLocks noChangeAspect="1"/>
          </p:cNvPicPr>
          <p:nvPr/>
        </p:nvPicPr>
        <p:blipFill>
          <a:blip r:embed="rId2"/>
          <a:stretch>
            <a:fillRect/>
          </a:stretch>
        </p:blipFill>
        <p:spPr>
          <a:xfrm>
            <a:off x="2045070" y="3037301"/>
            <a:ext cx="8327300" cy="3009193"/>
          </a:xfrm>
          <a:prstGeom prst="rect">
            <a:avLst/>
          </a:prstGeom>
        </p:spPr>
      </p:pic>
      <p:sp>
        <p:nvSpPr>
          <p:cNvPr id="3" name="Pladsholder til slidenummer 2">
            <a:extLst>
              <a:ext uri="{FF2B5EF4-FFF2-40B4-BE49-F238E27FC236}">
                <a16:creationId xmlns:a16="http://schemas.microsoft.com/office/drawing/2014/main" id="{D424D9EC-D8D1-4731-9342-8F05E5C7731F}"/>
              </a:ext>
            </a:extLst>
          </p:cNvPr>
          <p:cNvSpPr>
            <a:spLocks noGrp="1"/>
          </p:cNvSpPr>
          <p:nvPr>
            <p:ph type="sldNum" sz="quarter" idx="10"/>
          </p:nvPr>
        </p:nvSpPr>
        <p:spPr/>
        <p:txBody>
          <a:bodyPr/>
          <a:lstStyle/>
          <a:p>
            <a:fld id="{D8D877B3-D348-4611-9BDB-C5374591D951}" type="slidenum">
              <a:rPr lang="en-US" smtClean="0"/>
              <a:pPr/>
              <a:t>23</a:t>
            </a:fld>
            <a:endParaRPr lang="en-US" dirty="0"/>
          </a:p>
        </p:txBody>
      </p:sp>
      <p:sp>
        <p:nvSpPr>
          <p:cNvPr id="5" name="Pladsholder til tekst 4">
            <a:extLst>
              <a:ext uri="{FF2B5EF4-FFF2-40B4-BE49-F238E27FC236}">
                <a16:creationId xmlns:a16="http://schemas.microsoft.com/office/drawing/2014/main" id="{DCA88845-338D-42EF-8AF9-321D3EDC48BE}"/>
              </a:ext>
            </a:extLst>
          </p:cNvPr>
          <p:cNvSpPr>
            <a:spLocks noGrp="1"/>
          </p:cNvSpPr>
          <p:nvPr>
            <p:ph type="body" sz="quarter" idx="12"/>
          </p:nvPr>
        </p:nvSpPr>
        <p:spPr>
          <a:xfrm>
            <a:off x="608370" y="1720319"/>
            <a:ext cx="11017251" cy="4049896"/>
          </a:xfrm>
        </p:spPr>
        <p:txBody>
          <a:bodyPr/>
          <a:lstStyle/>
          <a:p>
            <a:pPr marL="0" indent="0">
              <a:buNone/>
            </a:pPr>
            <a:r>
              <a:rPr lang="da-DK" dirty="0"/>
              <a:t>En </a:t>
            </a:r>
            <a:r>
              <a:rPr lang="en-US" i="1" dirty="0"/>
              <a:t>function declaration</a:t>
            </a:r>
            <a:r>
              <a:rPr lang="da-DK" i="1" dirty="0"/>
              <a:t> </a:t>
            </a:r>
            <a:r>
              <a:rPr lang="da-DK" dirty="0"/>
              <a:t>fortæller compileren om et funktionsnavn, og hvordan funktionen skal kaldes. </a:t>
            </a:r>
            <a:r>
              <a:rPr lang="da-DK" i="1" dirty="0" err="1"/>
              <a:t>Function</a:t>
            </a:r>
            <a:r>
              <a:rPr lang="da-DK" i="1" dirty="0"/>
              <a:t> definition</a:t>
            </a:r>
            <a:r>
              <a:rPr lang="da-DK" dirty="0"/>
              <a:t> kan defineres separat. En </a:t>
            </a:r>
            <a:r>
              <a:rPr lang="en-US" i="1" dirty="0"/>
              <a:t>function declaration</a:t>
            </a:r>
            <a:r>
              <a:rPr lang="da-DK" dirty="0"/>
              <a:t> indeholder følgende dele: </a:t>
            </a:r>
            <a:r>
              <a:rPr lang="en-US" dirty="0" err="1"/>
              <a:t>return_type</a:t>
            </a:r>
            <a:r>
              <a:rPr lang="en-US" dirty="0"/>
              <a:t> </a:t>
            </a:r>
            <a:r>
              <a:rPr lang="en-US" dirty="0" err="1"/>
              <a:t>function_name</a:t>
            </a:r>
            <a:r>
              <a:rPr lang="en-US" dirty="0"/>
              <a:t>(</a:t>
            </a:r>
            <a:r>
              <a:rPr lang="en-US" dirty="0" err="1"/>
              <a:t>parameter_list</a:t>
            </a:r>
            <a:r>
              <a:rPr lang="en-US" dirty="0"/>
              <a:t>);</a:t>
            </a:r>
          </a:p>
        </p:txBody>
      </p:sp>
      <p:grpSp>
        <p:nvGrpSpPr>
          <p:cNvPr id="38" name="Gruppe 37">
            <a:extLst>
              <a:ext uri="{FF2B5EF4-FFF2-40B4-BE49-F238E27FC236}">
                <a16:creationId xmlns:a16="http://schemas.microsoft.com/office/drawing/2014/main" id="{AD4112B2-D131-4437-BCA8-34383D5EF24C}"/>
              </a:ext>
            </a:extLst>
          </p:cNvPr>
          <p:cNvGrpSpPr/>
          <p:nvPr/>
        </p:nvGrpSpPr>
        <p:grpSpPr>
          <a:xfrm>
            <a:off x="587374" y="2516950"/>
            <a:ext cx="3986023" cy="1256215"/>
            <a:chOff x="587374" y="2516950"/>
            <a:chExt cx="3986023" cy="1256215"/>
          </a:xfrm>
        </p:grpSpPr>
        <p:sp>
          <p:nvSpPr>
            <p:cNvPr id="11" name="Tekstfelt 10">
              <a:extLst>
                <a:ext uri="{FF2B5EF4-FFF2-40B4-BE49-F238E27FC236}">
                  <a16:creationId xmlns:a16="http://schemas.microsoft.com/office/drawing/2014/main" id="{FEBFA6FF-EE19-4A51-9FA3-1AC5BE522917}"/>
                </a:ext>
              </a:extLst>
            </p:cNvPr>
            <p:cNvSpPr txBox="1"/>
            <p:nvPr/>
          </p:nvSpPr>
          <p:spPr>
            <a:xfrm>
              <a:off x="587374" y="2516950"/>
              <a:ext cx="2847552" cy="369332"/>
            </a:xfrm>
            <a:prstGeom prst="rect">
              <a:avLst/>
            </a:prstGeom>
            <a:noFill/>
            <a:ln w="28575">
              <a:solidFill>
                <a:srgbClr val="FF0000"/>
              </a:solidFill>
            </a:ln>
          </p:spPr>
          <p:txBody>
            <a:bodyPr wrap="square" rtlCol="0">
              <a:spAutoFit/>
            </a:bodyPr>
            <a:lstStyle/>
            <a:p>
              <a:r>
                <a:rPr lang="en-US" i="1" dirty="0"/>
                <a:t>function declaration</a:t>
              </a:r>
              <a:endParaRPr lang="en-US" dirty="0"/>
            </a:p>
          </p:txBody>
        </p:sp>
        <p:sp>
          <p:nvSpPr>
            <p:cNvPr id="16" name="Rektangel 15">
              <a:extLst>
                <a:ext uri="{FF2B5EF4-FFF2-40B4-BE49-F238E27FC236}">
                  <a16:creationId xmlns:a16="http://schemas.microsoft.com/office/drawing/2014/main" id="{1266B2C8-0714-4A88-A3A8-6762B21E3274}"/>
                </a:ext>
              </a:extLst>
            </p:cNvPr>
            <p:cNvSpPr/>
            <p:nvPr/>
          </p:nvSpPr>
          <p:spPr>
            <a:xfrm>
              <a:off x="2501462" y="3403833"/>
              <a:ext cx="2071935" cy="369332"/>
            </a:xfrm>
            <a:prstGeom prst="rect">
              <a:avLst/>
            </a:prstGeom>
            <a:noFill/>
            <a:ln w="28575">
              <a:solidFill>
                <a:srgbClr val="FF0000"/>
              </a:solidFill>
            </a:ln>
          </p:spPr>
          <p:txBody>
            <a:bodyPr wrap="square" rtlCol="0">
              <a:spAutoFit/>
            </a:bodyPr>
            <a:lstStyle/>
            <a:p>
              <a:endParaRPr lang="en-US" i="1">
                <a:solidFill>
                  <a:schemeClr val="tx1"/>
                </a:solidFill>
              </a:endParaRPr>
            </a:p>
          </p:txBody>
        </p:sp>
        <p:cxnSp>
          <p:nvCxnSpPr>
            <p:cNvPr id="29" name="Lige forbindelse 28">
              <a:extLst>
                <a:ext uri="{FF2B5EF4-FFF2-40B4-BE49-F238E27FC236}">
                  <a16:creationId xmlns:a16="http://schemas.microsoft.com/office/drawing/2014/main" id="{BE623D35-0DB7-47B0-8CB1-A5EFD9DAAEB6}"/>
                </a:ext>
              </a:extLst>
            </p:cNvPr>
            <p:cNvCxnSpPr>
              <a:endCxn id="16" idx="0"/>
            </p:cNvCxnSpPr>
            <p:nvPr/>
          </p:nvCxnSpPr>
          <p:spPr>
            <a:xfrm>
              <a:off x="2772588" y="2875185"/>
              <a:ext cx="764842" cy="528648"/>
            </a:xfrm>
            <a:prstGeom prst="line">
              <a:avLst/>
            </a:prstGeom>
            <a:noFill/>
            <a:ln w="28575">
              <a:solidFill>
                <a:srgbClr val="FF0000"/>
              </a:solidFill>
            </a:ln>
          </p:spPr>
        </p:cxnSp>
      </p:grpSp>
      <p:grpSp>
        <p:nvGrpSpPr>
          <p:cNvPr id="39" name="Gruppe 38">
            <a:extLst>
              <a:ext uri="{FF2B5EF4-FFF2-40B4-BE49-F238E27FC236}">
                <a16:creationId xmlns:a16="http://schemas.microsoft.com/office/drawing/2014/main" id="{0C899B91-907D-4B15-9CCC-562C8897416D}"/>
              </a:ext>
            </a:extLst>
          </p:cNvPr>
          <p:cNvGrpSpPr/>
          <p:nvPr/>
        </p:nvGrpSpPr>
        <p:grpSpPr>
          <a:xfrm>
            <a:off x="6512459" y="2558029"/>
            <a:ext cx="4758053" cy="1014214"/>
            <a:chOff x="6512459" y="2558029"/>
            <a:chExt cx="4758053" cy="1014214"/>
          </a:xfrm>
        </p:grpSpPr>
        <p:sp>
          <p:nvSpPr>
            <p:cNvPr id="14" name="Rektangel 13">
              <a:extLst>
                <a:ext uri="{FF2B5EF4-FFF2-40B4-BE49-F238E27FC236}">
                  <a16:creationId xmlns:a16="http://schemas.microsoft.com/office/drawing/2014/main" id="{83C065E5-926F-42AC-976E-533DD0FB5699}"/>
                </a:ext>
              </a:extLst>
            </p:cNvPr>
            <p:cNvSpPr/>
            <p:nvPr/>
          </p:nvSpPr>
          <p:spPr>
            <a:xfrm>
              <a:off x="6512459" y="3279855"/>
              <a:ext cx="2529182" cy="292388"/>
            </a:xfrm>
            <a:prstGeom prst="rect">
              <a:avLst/>
            </a:prstGeom>
            <a:noFill/>
            <a:ln w="28575">
              <a:solidFill>
                <a:srgbClr val="FF0000"/>
              </a:solidFill>
            </a:ln>
          </p:spPr>
          <p:txBody>
            <a:bodyPr wrap="square" rtlCol="0">
              <a:spAutoFit/>
            </a:bodyPr>
            <a:lstStyle/>
            <a:p>
              <a:endParaRPr lang="en-US" sz="1300" i="1" dirty="0">
                <a:solidFill>
                  <a:schemeClr val="tx1"/>
                </a:solidFill>
              </a:endParaRPr>
            </a:p>
          </p:txBody>
        </p:sp>
        <p:sp>
          <p:nvSpPr>
            <p:cNvPr id="25" name="Tekstfelt 24">
              <a:extLst>
                <a:ext uri="{FF2B5EF4-FFF2-40B4-BE49-F238E27FC236}">
                  <a16:creationId xmlns:a16="http://schemas.microsoft.com/office/drawing/2014/main" id="{BF0ECE57-BA07-45DA-B153-32E59F79D8E4}"/>
                </a:ext>
              </a:extLst>
            </p:cNvPr>
            <p:cNvSpPr txBox="1"/>
            <p:nvPr/>
          </p:nvSpPr>
          <p:spPr>
            <a:xfrm>
              <a:off x="9154673" y="2558029"/>
              <a:ext cx="2115839" cy="369332"/>
            </a:xfrm>
            <a:prstGeom prst="rect">
              <a:avLst/>
            </a:prstGeom>
            <a:noFill/>
            <a:ln w="28575">
              <a:solidFill>
                <a:srgbClr val="FF0000"/>
              </a:solidFill>
            </a:ln>
          </p:spPr>
          <p:txBody>
            <a:bodyPr wrap="square" rtlCol="0">
              <a:spAutoFit/>
            </a:bodyPr>
            <a:lstStyle/>
            <a:p>
              <a:r>
                <a:rPr lang="en-US" i="1" dirty="0"/>
                <a:t>function header</a:t>
              </a:r>
              <a:endParaRPr lang="en-US" dirty="0"/>
            </a:p>
          </p:txBody>
        </p:sp>
        <p:cxnSp>
          <p:nvCxnSpPr>
            <p:cNvPr id="31" name="Lige forbindelse 30">
              <a:extLst>
                <a:ext uri="{FF2B5EF4-FFF2-40B4-BE49-F238E27FC236}">
                  <a16:creationId xmlns:a16="http://schemas.microsoft.com/office/drawing/2014/main" id="{D3EDEB0F-8F2A-4526-BE3D-BBF21A086390}"/>
                </a:ext>
              </a:extLst>
            </p:cNvPr>
            <p:cNvCxnSpPr>
              <a:cxnSpLocks/>
              <a:endCxn id="14" idx="0"/>
            </p:cNvCxnSpPr>
            <p:nvPr/>
          </p:nvCxnSpPr>
          <p:spPr>
            <a:xfrm flipH="1">
              <a:off x="7777050" y="2927361"/>
              <a:ext cx="1377624" cy="352494"/>
            </a:xfrm>
            <a:prstGeom prst="line">
              <a:avLst/>
            </a:prstGeom>
            <a:noFill/>
            <a:ln w="28575">
              <a:solidFill>
                <a:srgbClr val="FF0000"/>
              </a:solidFill>
            </a:ln>
          </p:spPr>
        </p:cxnSp>
      </p:grpSp>
      <p:grpSp>
        <p:nvGrpSpPr>
          <p:cNvPr id="40" name="Gruppe 39">
            <a:extLst>
              <a:ext uri="{FF2B5EF4-FFF2-40B4-BE49-F238E27FC236}">
                <a16:creationId xmlns:a16="http://schemas.microsoft.com/office/drawing/2014/main" id="{750D16D4-AE5C-4721-81D6-583A062321A7}"/>
              </a:ext>
            </a:extLst>
          </p:cNvPr>
          <p:cNvGrpSpPr/>
          <p:nvPr/>
        </p:nvGrpSpPr>
        <p:grpSpPr>
          <a:xfrm>
            <a:off x="6512458" y="3709729"/>
            <a:ext cx="4616286" cy="2788997"/>
            <a:chOff x="6512458" y="3709729"/>
            <a:chExt cx="4616286" cy="2788997"/>
          </a:xfrm>
        </p:grpSpPr>
        <p:sp>
          <p:nvSpPr>
            <p:cNvPr id="21" name="Rektangel 20">
              <a:extLst>
                <a:ext uri="{FF2B5EF4-FFF2-40B4-BE49-F238E27FC236}">
                  <a16:creationId xmlns:a16="http://schemas.microsoft.com/office/drawing/2014/main" id="{25ADA26D-9F20-4D10-A1F3-AE9AF3D6443F}"/>
                </a:ext>
              </a:extLst>
            </p:cNvPr>
            <p:cNvSpPr/>
            <p:nvPr/>
          </p:nvSpPr>
          <p:spPr>
            <a:xfrm>
              <a:off x="6512458" y="3709729"/>
              <a:ext cx="2529183" cy="1260000"/>
            </a:xfrm>
            <a:prstGeom prst="rect">
              <a:avLst/>
            </a:prstGeom>
            <a:noFill/>
            <a:ln w="28575">
              <a:solidFill>
                <a:srgbClr val="FF0000"/>
              </a:solidFill>
            </a:ln>
          </p:spPr>
          <p:txBody>
            <a:bodyPr wrap="square" rtlCol="0">
              <a:spAutoFit/>
            </a:bodyPr>
            <a:lstStyle/>
            <a:p>
              <a:endParaRPr lang="en-US" sz="1200" i="1">
                <a:solidFill>
                  <a:schemeClr val="tx1"/>
                </a:solidFill>
              </a:endParaRPr>
            </a:p>
          </p:txBody>
        </p:sp>
        <p:sp>
          <p:nvSpPr>
            <p:cNvPr id="27" name="Tekstfelt 26">
              <a:extLst>
                <a:ext uri="{FF2B5EF4-FFF2-40B4-BE49-F238E27FC236}">
                  <a16:creationId xmlns:a16="http://schemas.microsoft.com/office/drawing/2014/main" id="{DB55240E-07D5-48D6-9F31-ED96B79DEEF7}"/>
                </a:ext>
              </a:extLst>
            </p:cNvPr>
            <p:cNvSpPr txBox="1"/>
            <p:nvPr/>
          </p:nvSpPr>
          <p:spPr>
            <a:xfrm>
              <a:off x="9154674" y="6129394"/>
              <a:ext cx="1974070" cy="369332"/>
            </a:xfrm>
            <a:prstGeom prst="rect">
              <a:avLst/>
            </a:prstGeom>
            <a:noFill/>
            <a:ln w="28575">
              <a:solidFill>
                <a:srgbClr val="FF0000"/>
              </a:solidFill>
            </a:ln>
          </p:spPr>
          <p:txBody>
            <a:bodyPr wrap="square" rtlCol="0">
              <a:spAutoFit/>
            </a:bodyPr>
            <a:lstStyle/>
            <a:p>
              <a:r>
                <a:rPr lang="en-US" i="1" dirty="0"/>
                <a:t>function body</a:t>
              </a:r>
              <a:endParaRPr lang="en-US" dirty="0"/>
            </a:p>
          </p:txBody>
        </p:sp>
        <p:cxnSp>
          <p:nvCxnSpPr>
            <p:cNvPr id="34" name="Lige forbindelse 33">
              <a:extLst>
                <a:ext uri="{FF2B5EF4-FFF2-40B4-BE49-F238E27FC236}">
                  <a16:creationId xmlns:a16="http://schemas.microsoft.com/office/drawing/2014/main" id="{C1540BBE-CA66-4365-BED4-1C5E5460474F}"/>
                </a:ext>
              </a:extLst>
            </p:cNvPr>
            <p:cNvCxnSpPr>
              <a:cxnSpLocks/>
              <a:endCxn id="21" idx="2"/>
            </p:cNvCxnSpPr>
            <p:nvPr/>
          </p:nvCxnSpPr>
          <p:spPr>
            <a:xfrm flipH="1" flipV="1">
              <a:off x="7777050" y="4969729"/>
              <a:ext cx="1377624" cy="1159665"/>
            </a:xfrm>
            <a:prstGeom prst="line">
              <a:avLst/>
            </a:prstGeom>
            <a:noFill/>
            <a:ln w="28575">
              <a:solidFill>
                <a:srgbClr val="FF0000"/>
              </a:solidFill>
            </a:ln>
          </p:spPr>
        </p:cxnSp>
      </p:grpSp>
      <p:grpSp>
        <p:nvGrpSpPr>
          <p:cNvPr id="41" name="Gruppe 40">
            <a:extLst>
              <a:ext uri="{FF2B5EF4-FFF2-40B4-BE49-F238E27FC236}">
                <a16:creationId xmlns:a16="http://schemas.microsoft.com/office/drawing/2014/main" id="{289E80CA-3F9C-4E70-8DC0-897B8FBFF6AD}"/>
              </a:ext>
            </a:extLst>
          </p:cNvPr>
          <p:cNvGrpSpPr/>
          <p:nvPr/>
        </p:nvGrpSpPr>
        <p:grpSpPr>
          <a:xfrm>
            <a:off x="5304785" y="2516950"/>
            <a:ext cx="3927925" cy="2645316"/>
            <a:chOff x="5304785" y="2516950"/>
            <a:chExt cx="3927925" cy="2645316"/>
          </a:xfrm>
        </p:grpSpPr>
        <p:sp>
          <p:nvSpPr>
            <p:cNvPr id="23" name="Rektangel 22">
              <a:extLst>
                <a:ext uri="{FF2B5EF4-FFF2-40B4-BE49-F238E27FC236}">
                  <a16:creationId xmlns:a16="http://schemas.microsoft.com/office/drawing/2014/main" id="{0F91F5F0-8D23-461D-A6DE-1640AFE5DD6A}"/>
                </a:ext>
              </a:extLst>
            </p:cNvPr>
            <p:cNvSpPr/>
            <p:nvPr/>
          </p:nvSpPr>
          <p:spPr>
            <a:xfrm>
              <a:off x="6271146" y="3186752"/>
              <a:ext cx="2961564" cy="1975514"/>
            </a:xfrm>
            <a:prstGeom prst="rect">
              <a:avLst/>
            </a:prstGeom>
            <a:noFill/>
            <a:ln w="28575">
              <a:solidFill>
                <a:srgbClr val="92D050"/>
              </a:solidFill>
            </a:ln>
          </p:spPr>
          <p:txBody>
            <a:bodyPr wrap="square" rtlCol="0">
              <a:spAutoFit/>
            </a:bodyPr>
            <a:lstStyle/>
            <a:p>
              <a:endParaRPr lang="en-US" i="1"/>
            </a:p>
          </p:txBody>
        </p:sp>
        <p:sp>
          <p:nvSpPr>
            <p:cNvPr id="13" name="Tekstfelt 12">
              <a:extLst>
                <a:ext uri="{FF2B5EF4-FFF2-40B4-BE49-F238E27FC236}">
                  <a16:creationId xmlns:a16="http://schemas.microsoft.com/office/drawing/2014/main" id="{4F2E8985-FF2B-439E-863F-51B59B4200F7}"/>
                </a:ext>
              </a:extLst>
            </p:cNvPr>
            <p:cNvSpPr txBox="1"/>
            <p:nvPr/>
          </p:nvSpPr>
          <p:spPr>
            <a:xfrm>
              <a:off x="5304785" y="2516950"/>
              <a:ext cx="2690899" cy="369332"/>
            </a:xfrm>
            <a:prstGeom prst="rect">
              <a:avLst/>
            </a:prstGeom>
            <a:noFill/>
            <a:ln w="28575">
              <a:solidFill>
                <a:srgbClr val="92D050"/>
              </a:solidFill>
            </a:ln>
          </p:spPr>
          <p:txBody>
            <a:bodyPr wrap="square" rtlCol="0">
              <a:spAutoFit/>
            </a:bodyPr>
            <a:lstStyle>
              <a:defPPr>
                <a:defRPr lang="en-US"/>
              </a:defPPr>
              <a:lvl1pPr>
                <a:defRPr i="1"/>
              </a:lvl1pPr>
            </a:lstStyle>
            <a:p>
              <a:r>
                <a:rPr lang="en-US" dirty="0"/>
                <a:t>function definition</a:t>
              </a:r>
            </a:p>
          </p:txBody>
        </p:sp>
        <p:cxnSp>
          <p:nvCxnSpPr>
            <p:cNvPr id="37" name="Lige forbindelse 36">
              <a:extLst>
                <a:ext uri="{FF2B5EF4-FFF2-40B4-BE49-F238E27FC236}">
                  <a16:creationId xmlns:a16="http://schemas.microsoft.com/office/drawing/2014/main" id="{054DC704-DD22-44EB-85DC-C4FBF2BD225F}"/>
                </a:ext>
              </a:extLst>
            </p:cNvPr>
            <p:cNvCxnSpPr>
              <a:endCxn id="23" idx="0"/>
            </p:cNvCxnSpPr>
            <p:nvPr/>
          </p:nvCxnSpPr>
          <p:spPr>
            <a:xfrm>
              <a:off x="7284814" y="2875185"/>
              <a:ext cx="467114" cy="311567"/>
            </a:xfrm>
            <a:prstGeom prst="line">
              <a:avLst/>
            </a:prstGeom>
            <a:noFill/>
            <a:ln w="28575">
              <a:solidFill>
                <a:srgbClr val="92D050"/>
              </a:solidFill>
            </a:ln>
          </p:spPr>
        </p:cxnSp>
      </p:grpSp>
      <p:sp>
        <p:nvSpPr>
          <p:cNvPr id="7" name="Titel 3">
            <a:extLst>
              <a:ext uri="{FF2B5EF4-FFF2-40B4-BE49-F238E27FC236}">
                <a16:creationId xmlns:a16="http://schemas.microsoft.com/office/drawing/2014/main" id="{16B9DB6D-E984-293D-CF9E-AE435026F356}"/>
              </a:ext>
            </a:extLst>
          </p:cNvPr>
          <p:cNvSpPr>
            <a:spLocks noGrp="1"/>
          </p:cNvSpPr>
          <p:nvPr>
            <p:ph type="title"/>
          </p:nvPr>
        </p:nvSpPr>
        <p:spPr>
          <a:xfrm>
            <a:off x="587374" y="358775"/>
            <a:ext cx="11114295" cy="1622425"/>
          </a:xfrm>
        </p:spPr>
        <p:txBody>
          <a:bodyPr/>
          <a:lstStyle/>
          <a:p>
            <a:r>
              <a:rPr lang="en-US" sz="2800" dirty="0"/>
              <a:t>Function Declaration vs. Function Definition</a:t>
            </a:r>
            <a:br>
              <a:rPr lang="en-US" sz="2800" dirty="0"/>
            </a:br>
            <a:endParaRPr lang="en-US" sz="2800" dirty="0"/>
          </a:p>
        </p:txBody>
      </p:sp>
    </p:spTree>
    <p:extLst>
      <p:ext uri="{BB962C8B-B14F-4D97-AF65-F5344CB8AC3E}">
        <p14:creationId xmlns:p14="http://schemas.microsoft.com/office/powerpoint/2010/main" val="362840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D424D9EC-D8D1-4731-9342-8F05E5C7731F}"/>
              </a:ext>
            </a:extLst>
          </p:cNvPr>
          <p:cNvSpPr>
            <a:spLocks noGrp="1"/>
          </p:cNvSpPr>
          <p:nvPr>
            <p:ph type="sldNum" sz="quarter" idx="10"/>
          </p:nvPr>
        </p:nvSpPr>
        <p:spPr/>
        <p:txBody>
          <a:bodyPr/>
          <a:lstStyle/>
          <a:p>
            <a:fld id="{D8D877B3-D348-4611-9BDB-C5374591D951}" type="slidenum">
              <a:rPr lang="en-US" smtClean="0"/>
              <a:pPr/>
              <a:t>24</a:t>
            </a:fld>
            <a:endParaRPr lang="en-US" dirty="0"/>
          </a:p>
        </p:txBody>
      </p:sp>
      <p:sp>
        <p:nvSpPr>
          <p:cNvPr id="4" name="Titel 3">
            <a:extLst>
              <a:ext uri="{FF2B5EF4-FFF2-40B4-BE49-F238E27FC236}">
                <a16:creationId xmlns:a16="http://schemas.microsoft.com/office/drawing/2014/main" id="{CCE2D014-A6B9-4D91-9D64-E13A99AC6CF4}"/>
              </a:ext>
            </a:extLst>
          </p:cNvPr>
          <p:cNvSpPr>
            <a:spLocks noGrp="1"/>
          </p:cNvSpPr>
          <p:nvPr>
            <p:ph type="title"/>
          </p:nvPr>
        </p:nvSpPr>
        <p:spPr>
          <a:xfrm>
            <a:off x="587374" y="359274"/>
            <a:ext cx="10752513" cy="1486306"/>
          </a:xfrm>
        </p:spPr>
        <p:txBody>
          <a:bodyPr/>
          <a:lstStyle/>
          <a:p>
            <a:r>
              <a:rPr lang="en-US" sz="2800" dirty="0"/>
              <a:t>Function Declaration vs. Function Definition</a:t>
            </a:r>
            <a:br>
              <a:rPr lang="en-US" sz="2800" dirty="0"/>
            </a:br>
            <a:endParaRPr lang="en-US" sz="2800" dirty="0"/>
          </a:p>
        </p:txBody>
      </p:sp>
      <p:sp>
        <p:nvSpPr>
          <p:cNvPr id="6" name="TextBox 5">
            <a:extLst>
              <a:ext uri="{FF2B5EF4-FFF2-40B4-BE49-F238E27FC236}">
                <a16:creationId xmlns:a16="http://schemas.microsoft.com/office/drawing/2014/main" id="{FD4CF3AC-B627-D521-8AA9-4BD276FBC0B7}"/>
              </a:ext>
            </a:extLst>
          </p:cNvPr>
          <p:cNvSpPr txBox="1"/>
          <p:nvPr/>
        </p:nvSpPr>
        <p:spPr>
          <a:xfrm>
            <a:off x="389467" y="1857440"/>
            <a:ext cx="4658074" cy="3416320"/>
          </a:xfrm>
          <a:prstGeom prst="rect">
            <a:avLst/>
          </a:prstGeom>
          <a:solidFill>
            <a:srgbClr val="FF0000">
              <a:alpha val="10000"/>
            </a:srgbClr>
          </a:solidFill>
        </p:spPr>
        <p:txBody>
          <a:bodyPr wrap="square">
            <a:spAutoFit/>
          </a:bodyPr>
          <a:lstStyle/>
          <a:p>
            <a:pPr marL="342900" indent="-3429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fuction</a:t>
            </a:r>
            <a:r>
              <a:rPr lang="en-US" sz="1200" b="0" dirty="0">
                <a:solidFill>
                  <a:srgbClr val="000000"/>
                </a:solidFill>
                <a:effectLst/>
                <a:latin typeface="Consolas" panose="020B0609020204030204" pitchFamily="49" charset="0"/>
              </a:rPr>
              <a:t> declaration missing */</a:t>
            </a:r>
          </a:p>
          <a:p>
            <a:pPr marL="342900" indent="-342900">
              <a:buFont typeface="+mj-lt"/>
              <a:buAutoNum type="arabicPeriod"/>
            </a:pPr>
            <a:r>
              <a:rPr lang="en-US" sz="1200" b="0" dirty="0">
                <a:solidFill>
                  <a:srgbClr val="000000"/>
                </a:solidFill>
                <a:effectLst/>
                <a:latin typeface="Consolas" panose="020B0609020204030204" pitchFamily="49" charset="0"/>
              </a:rPr>
              <a:t>#include &lt;</a:t>
            </a:r>
            <a:r>
              <a:rPr lang="en-US" sz="1200" b="0" dirty="0" err="1">
                <a:solidFill>
                  <a:srgbClr val="000000"/>
                </a:solidFill>
                <a:effectLst/>
                <a:latin typeface="Consolas" panose="020B0609020204030204" pitchFamily="49" charset="0"/>
              </a:rPr>
              <a:t>stdio.h</a:t>
            </a:r>
            <a:r>
              <a:rPr lang="en-US" sz="1200" b="0" dirty="0">
                <a:solidFill>
                  <a:srgbClr val="000000"/>
                </a:solidFill>
                <a:effectLst/>
                <a:latin typeface="Consolas" panose="020B0609020204030204" pitchFamily="49" charset="0"/>
              </a:rPr>
              <a:t>&gt;</a:t>
            </a:r>
          </a:p>
          <a:p>
            <a:pPr marL="342900" indent="-342900">
              <a:buFont typeface="+mj-lt"/>
              <a:buAutoNum type="arabicPeriod"/>
            </a:pPr>
            <a:r>
              <a:rPr lang="en-US" sz="1200" b="0" dirty="0">
                <a:solidFill>
                  <a:srgbClr val="000000"/>
                </a:solidFill>
                <a:effectLst/>
                <a:latin typeface="Consolas" panose="020B0609020204030204" pitchFamily="49" charset="0"/>
              </a:rPr>
              <a:t> </a:t>
            </a:r>
          </a:p>
          <a:p>
            <a:pPr marL="342900" indent="-342900">
              <a:buFont typeface="+mj-lt"/>
              <a:buAutoNum type="arabicPeriod"/>
            </a:pPr>
            <a:r>
              <a:rPr lang="en-US" sz="1200" dirty="0">
                <a:solidFill>
                  <a:srgbClr val="000000"/>
                </a:solidFill>
                <a:latin typeface="Consolas" panose="020B0609020204030204" pitchFamily="49" charset="0"/>
              </a:rPr>
              <a:t> </a:t>
            </a:r>
          </a:p>
          <a:p>
            <a:pPr marL="342900" indent="-342900">
              <a:buFont typeface="+mj-lt"/>
              <a:buAutoNum type="arabicPeriod"/>
            </a:pPr>
            <a:r>
              <a:rPr lang="en-US" sz="1200" dirty="0">
                <a:solidFill>
                  <a:srgbClr val="000000"/>
                </a:solidFill>
                <a:latin typeface="Consolas" panose="020B0609020204030204" pitchFamily="49" charset="0"/>
              </a:rPr>
              <a:t> </a:t>
            </a:r>
          </a:p>
          <a:p>
            <a:pPr marL="342900" indent="-342900">
              <a:buFont typeface="+mj-lt"/>
              <a:buAutoNum type="arabicPeriod"/>
            </a:pPr>
            <a:r>
              <a:rPr lang="en-US" sz="1200" b="0" dirty="0">
                <a:solidFill>
                  <a:srgbClr val="000000"/>
                </a:solidFill>
                <a:effectLst/>
                <a:latin typeface="Consolas" panose="020B0609020204030204" pitchFamily="49" charset="0"/>
              </a:rPr>
              <a:t> </a:t>
            </a:r>
          </a:p>
          <a:p>
            <a:pPr marL="342900" indent="-342900">
              <a:buFont typeface="+mj-lt"/>
              <a:buAutoNum type="arabicPeriod"/>
            </a:pPr>
            <a:r>
              <a:rPr lang="en-US" sz="1200" b="0" dirty="0">
                <a:solidFill>
                  <a:srgbClr val="000000"/>
                </a:solidFill>
                <a:effectLst/>
                <a:latin typeface="Consolas" panose="020B0609020204030204" pitchFamily="49" charset="0"/>
              </a:rPr>
              <a:t> int main()</a:t>
            </a:r>
          </a:p>
          <a:p>
            <a:pPr marL="342900" indent="-342900">
              <a:buFont typeface="+mj-lt"/>
              <a:buAutoNum type="arabicPeriod"/>
            </a:pP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    int a = 76, b = 10;</a:t>
            </a:r>
          </a:p>
          <a:p>
            <a:pPr marL="342900" indent="-342900">
              <a:buFont typeface="+mj-lt"/>
              <a:buAutoNum type="arabicPeriod"/>
            </a:pPr>
            <a:r>
              <a:rPr lang="en-US" sz="1200" b="0" dirty="0">
                <a:solidFill>
                  <a:srgbClr val="000000"/>
                </a:solidFill>
                <a:effectLst/>
                <a:latin typeface="Consolas" panose="020B0609020204030204" pitchFamily="49" charset="0"/>
              </a:rPr>
              <a:t>    print_2_variables(</a:t>
            </a:r>
            <a:r>
              <a:rPr lang="en-US" sz="1200" b="0" dirty="0" err="1">
                <a:solidFill>
                  <a:srgbClr val="000000"/>
                </a:solidFill>
                <a:effectLst/>
                <a:latin typeface="Consolas" panose="020B0609020204030204" pitchFamily="49" charset="0"/>
              </a:rPr>
              <a:t>a,b</a:t>
            </a: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    return 0;</a:t>
            </a:r>
          </a:p>
          <a:p>
            <a:pPr marL="342900" indent="-342900">
              <a:buFont typeface="+mj-lt"/>
              <a:buAutoNum type="arabicPeriod"/>
            </a:pP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 </a:t>
            </a:r>
          </a:p>
          <a:p>
            <a:pPr marL="342900" indent="-342900">
              <a:buFont typeface="+mj-lt"/>
              <a:buAutoNum type="arabicPeriod"/>
            </a:pPr>
            <a:r>
              <a:rPr lang="en-US" sz="1200" b="0" dirty="0">
                <a:solidFill>
                  <a:srgbClr val="000000"/>
                </a:solidFill>
                <a:effectLst/>
                <a:latin typeface="Consolas" panose="020B0609020204030204" pitchFamily="49" charset="0"/>
              </a:rPr>
              <a:t>void print_2_variables(int </a:t>
            </a:r>
            <a:r>
              <a:rPr lang="en-US" sz="1200" b="0" dirty="0" err="1">
                <a:solidFill>
                  <a:srgbClr val="000000"/>
                </a:solidFill>
                <a:effectLst/>
                <a:latin typeface="Consolas" panose="020B0609020204030204" pitchFamily="49" charset="0"/>
              </a:rPr>
              <a:t>lvar,int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Printes</a:t>
            </a:r>
            <a:r>
              <a:rPr lang="en-US" sz="1200" b="0" dirty="0">
                <a:solidFill>
                  <a:srgbClr val="000000"/>
                </a:solidFill>
                <a:effectLst/>
                <a:latin typeface="Consolas" panose="020B0609020204030204" pitchFamily="49" charset="0"/>
              </a:rPr>
              <a:t> variables </a:t>
            </a:r>
            <a:r>
              <a:rPr lang="en-US" sz="1200" b="0" dirty="0" err="1">
                <a:solidFill>
                  <a:srgbClr val="000000"/>
                </a:solidFill>
                <a:effectLst/>
                <a:latin typeface="Consolas" panose="020B0609020204030204" pitchFamily="49" charset="0"/>
              </a:rPr>
              <a:t>lvar</a:t>
            </a:r>
            <a:r>
              <a:rPr lang="en-US" sz="1200" b="0" dirty="0">
                <a:solidFill>
                  <a:srgbClr val="000000"/>
                </a:solidFill>
                <a:effectLst/>
                <a:latin typeface="Consolas" panose="020B0609020204030204" pitchFamily="49" charset="0"/>
              </a:rPr>
              <a:t>, and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lvar</a:t>
            </a:r>
            <a:r>
              <a:rPr lang="en-US" sz="1200" b="0" dirty="0">
                <a:solidFill>
                  <a:srgbClr val="000000"/>
                </a:solidFill>
                <a:effectLst/>
                <a:latin typeface="Consolas" panose="020B0609020204030204" pitchFamily="49" charset="0"/>
              </a:rPr>
              <a:t>(%d),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(%d)\n", </a:t>
            </a:r>
            <a:r>
              <a:rPr lang="en-US" sz="1200" b="0" dirty="0" err="1">
                <a:solidFill>
                  <a:srgbClr val="000000"/>
                </a:solidFill>
                <a:effectLst/>
                <a:latin typeface="Consolas" panose="020B0609020204030204" pitchFamily="49" charset="0"/>
              </a:rPr>
              <a:t>lvar</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 );</a:t>
            </a:r>
          </a:p>
          <a:p>
            <a:pPr marL="342900" indent="-342900">
              <a:buFont typeface="+mj-lt"/>
              <a:buAutoNum type="arabicPeriod"/>
            </a:pPr>
            <a:r>
              <a:rPr lang="en-US" sz="1200" b="0" dirty="0">
                <a:solidFill>
                  <a:srgbClr val="000000"/>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432D8555-A063-915C-BD02-7D53E0AC8B3F}"/>
              </a:ext>
            </a:extLst>
          </p:cNvPr>
          <p:cNvSpPr txBox="1"/>
          <p:nvPr/>
        </p:nvSpPr>
        <p:spPr>
          <a:xfrm>
            <a:off x="5289275" y="1857440"/>
            <a:ext cx="6099312" cy="3416320"/>
          </a:xfrm>
          <a:prstGeom prst="rect">
            <a:avLst/>
          </a:prstGeom>
          <a:solidFill>
            <a:srgbClr val="92D050">
              <a:alpha val="10000"/>
            </a:srgbClr>
          </a:solidFill>
        </p:spPr>
        <p:txBody>
          <a:bodyPr wrap="square">
            <a:spAutoFit/>
          </a:bodyPr>
          <a:lstStyle/>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fuction</a:t>
            </a:r>
            <a:r>
              <a:rPr lang="en-US" sz="1200" b="0" dirty="0">
                <a:solidFill>
                  <a:srgbClr val="000000"/>
                </a:solidFill>
                <a:effectLst/>
                <a:latin typeface="Consolas" panose="020B0609020204030204" pitchFamily="49" charset="0"/>
              </a:rPr>
              <a:t> declaration included */</a:t>
            </a:r>
          </a:p>
          <a:p>
            <a:pPr marL="228600" indent="-228600">
              <a:buFont typeface="+mj-lt"/>
              <a:buAutoNum type="arabicPeriod"/>
            </a:pPr>
            <a:r>
              <a:rPr lang="en-US" sz="1200" b="0" dirty="0">
                <a:solidFill>
                  <a:srgbClr val="000000"/>
                </a:solidFill>
                <a:effectLst/>
                <a:latin typeface="Consolas" panose="020B0609020204030204" pitchFamily="49" charset="0"/>
              </a:rPr>
              <a:t>#include &lt;</a:t>
            </a:r>
            <a:r>
              <a:rPr lang="en-US" sz="1200" b="0" dirty="0" err="1">
                <a:solidFill>
                  <a:srgbClr val="000000"/>
                </a:solidFill>
                <a:effectLst/>
                <a:latin typeface="Consolas" panose="020B0609020204030204" pitchFamily="49" charset="0"/>
              </a:rPr>
              <a:t>stdio.h</a:t>
            </a:r>
            <a:r>
              <a:rPr lang="en-US" sz="1200" b="0" dirty="0">
                <a:solidFill>
                  <a:srgbClr val="000000"/>
                </a:solidFill>
                <a:effectLst/>
                <a:latin typeface="Consolas" panose="020B0609020204030204" pitchFamily="49" charset="0"/>
              </a:rPr>
              <a:t>&gt;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Function declarations*/</a:t>
            </a:r>
          </a:p>
          <a:p>
            <a:pPr marL="228600" indent="-228600">
              <a:buFont typeface="+mj-lt"/>
              <a:buAutoNum type="arabicPeriod"/>
            </a:pPr>
            <a:r>
              <a:rPr lang="en-US" sz="1200" b="0" dirty="0">
                <a:solidFill>
                  <a:srgbClr val="000000"/>
                </a:solidFill>
                <a:effectLst/>
                <a:latin typeface="Consolas" panose="020B0609020204030204" pitchFamily="49" charset="0"/>
              </a:rPr>
              <a:t>void print_2_variables(int </a:t>
            </a:r>
            <a:r>
              <a:rPr lang="en-US" sz="1200" b="0" dirty="0" err="1">
                <a:solidFill>
                  <a:srgbClr val="000000"/>
                </a:solidFill>
                <a:effectLst/>
                <a:latin typeface="Consolas" panose="020B0609020204030204" pitchFamily="49" charset="0"/>
              </a:rPr>
              <a:t>lvar</a:t>
            </a:r>
            <a:r>
              <a:rPr lang="en-US" sz="1200" b="0" dirty="0">
                <a:solidFill>
                  <a:srgbClr val="000000"/>
                </a:solidFill>
                <a:effectLst/>
                <a:latin typeface="Consolas" panose="020B0609020204030204" pitchFamily="49" charset="0"/>
              </a:rPr>
              <a:t>, int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int main()</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int a = 76, b = 10;</a:t>
            </a:r>
          </a:p>
          <a:p>
            <a:pPr marL="228600" indent="-228600">
              <a:buFont typeface="+mj-lt"/>
              <a:buAutoNum type="arabicPeriod"/>
            </a:pPr>
            <a:r>
              <a:rPr lang="en-US" sz="1200" b="0" dirty="0">
                <a:solidFill>
                  <a:srgbClr val="000000"/>
                </a:solidFill>
                <a:effectLst/>
                <a:latin typeface="Consolas" panose="020B0609020204030204" pitchFamily="49" charset="0"/>
              </a:rPr>
              <a:t>    print_2_variables(</a:t>
            </a:r>
            <a:r>
              <a:rPr lang="en-US" sz="1200" b="0" dirty="0" err="1">
                <a:solidFill>
                  <a:srgbClr val="000000"/>
                </a:solidFill>
                <a:effectLst/>
                <a:latin typeface="Consolas" panose="020B0609020204030204" pitchFamily="49" charset="0"/>
              </a:rPr>
              <a:t>a,b</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return 0;</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void print_2_variables(int </a:t>
            </a:r>
            <a:r>
              <a:rPr lang="en-US" sz="1200" b="0" dirty="0" err="1">
                <a:solidFill>
                  <a:srgbClr val="000000"/>
                </a:solidFill>
                <a:effectLst/>
                <a:latin typeface="Consolas" panose="020B0609020204030204" pitchFamily="49" charset="0"/>
              </a:rPr>
              <a:t>lvar,int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Printes</a:t>
            </a:r>
            <a:r>
              <a:rPr lang="en-US" sz="1200" b="0" dirty="0">
                <a:solidFill>
                  <a:srgbClr val="000000"/>
                </a:solidFill>
                <a:effectLst/>
                <a:latin typeface="Consolas" panose="020B0609020204030204" pitchFamily="49" charset="0"/>
              </a:rPr>
              <a:t> variables </a:t>
            </a:r>
            <a:r>
              <a:rPr lang="en-US" sz="1200" b="0" dirty="0" err="1">
                <a:solidFill>
                  <a:srgbClr val="000000"/>
                </a:solidFill>
                <a:effectLst/>
                <a:latin typeface="Consolas" panose="020B0609020204030204" pitchFamily="49" charset="0"/>
              </a:rPr>
              <a:t>lvar</a:t>
            </a:r>
            <a:r>
              <a:rPr lang="en-US" sz="1200" b="0" dirty="0">
                <a:solidFill>
                  <a:srgbClr val="000000"/>
                </a:solidFill>
                <a:effectLst/>
                <a:latin typeface="Consolas" panose="020B0609020204030204" pitchFamily="49" charset="0"/>
              </a:rPr>
              <a:t>, and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lvar</a:t>
            </a:r>
            <a:r>
              <a:rPr lang="en-US" sz="1200" b="0" dirty="0">
                <a:solidFill>
                  <a:srgbClr val="000000"/>
                </a:solidFill>
                <a:effectLst/>
                <a:latin typeface="Consolas" panose="020B0609020204030204" pitchFamily="49" charset="0"/>
              </a:rPr>
              <a:t>(%d),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(%d)\n", </a:t>
            </a:r>
            <a:r>
              <a:rPr lang="en-US" sz="1200" b="0" dirty="0" err="1">
                <a:solidFill>
                  <a:srgbClr val="000000"/>
                </a:solidFill>
                <a:effectLst/>
                <a:latin typeface="Consolas" panose="020B0609020204030204" pitchFamily="49" charset="0"/>
              </a:rPr>
              <a:t>lvar</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rvar</a:t>
            </a: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36792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25</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r>
              <a:rPr lang="en-US" dirty="0"/>
              <a:t>Repetition </a:t>
            </a:r>
            <a:r>
              <a:rPr lang="en-US" dirty="0" err="1"/>
              <a:t>fra</a:t>
            </a:r>
            <a:r>
              <a:rPr lang="en-US" dirty="0"/>
              <a:t> </a:t>
            </a:r>
            <a:r>
              <a:rPr lang="en-US" dirty="0" err="1"/>
              <a:t>tidligere</a:t>
            </a:r>
            <a:r>
              <a:rPr lang="en-US" dirty="0"/>
              <a:t> </a:t>
            </a:r>
            <a:r>
              <a:rPr lang="en-US" dirty="0" err="1"/>
              <a:t>kursusgange</a:t>
            </a:r>
            <a:endParaRPr lang="en-US" dirty="0"/>
          </a:p>
          <a:p>
            <a:r>
              <a:rPr lang="en-US" b="1" dirty="0" err="1"/>
              <a:t>F</a:t>
            </a:r>
            <a:r>
              <a:rPr lang="en-US" dirty="0" err="1"/>
              <a:t>unktioners</a:t>
            </a:r>
            <a:r>
              <a:rPr lang="en-US" dirty="0"/>
              <a:t> </a:t>
            </a:r>
            <a:r>
              <a:rPr lang="en-US" dirty="0" err="1"/>
              <a:t>opbygning</a:t>
            </a:r>
            <a:endParaRPr lang="en-US" dirty="0"/>
          </a:p>
          <a:p>
            <a:r>
              <a:rPr lang="en-US" dirty="0" err="1"/>
              <a:t>Viden</a:t>
            </a:r>
            <a:r>
              <a:rPr lang="en-US" dirty="0"/>
              <a:t> om input og output </a:t>
            </a:r>
            <a:r>
              <a:rPr lang="en-US" dirty="0" err="1"/>
              <a:t>fra</a:t>
            </a:r>
            <a:r>
              <a:rPr lang="en-US" dirty="0"/>
              <a:t> </a:t>
            </a:r>
            <a:r>
              <a:rPr lang="en-US" dirty="0" err="1"/>
              <a:t>funktioner</a:t>
            </a:r>
            <a:endParaRPr lang="en-US" dirty="0"/>
          </a:p>
          <a:p>
            <a:r>
              <a:rPr lang="en-US" dirty="0" err="1"/>
              <a:t>Viden</a:t>
            </a:r>
            <a:r>
              <a:rPr lang="en-US" dirty="0"/>
              <a:t> om type-declaration and definition</a:t>
            </a:r>
          </a:p>
          <a:p>
            <a:r>
              <a:rPr lang="en-US" b="1" dirty="0"/>
              <a:t>Header filer</a:t>
            </a:r>
            <a:endParaRPr lang="en-US" dirty="0"/>
          </a:p>
          <a:p>
            <a:r>
              <a:rPr lang="en-US" dirty="0" err="1"/>
              <a:t>Rekursive</a:t>
            </a:r>
            <a:r>
              <a:rPr lang="en-US" dirty="0"/>
              <a:t> </a:t>
            </a:r>
            <a:r>
              <a:rPr lang="en-US" dirty="0" err="1"/>
              <a:t>Funktioner</a:t>
            </a:r>
            <a:endParaRPr lang="en-US" dirty="0"/>
          </a:p>
          <a:p>
            <a:endParaRPr lang="en-US" b="1" dirty="0"/>
          </a:p>
          <a:p>
            <a:endParaRPr lang="en-US" dirty="0"/>
          </a:p>
          <a:p>
            <a:pPr marL="0" indent="0">
              <a:buNone/>
            </a:pPr>
            <a:endParaRPr lang="en-US"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2294189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6AB409-B56C-6C92-83C8-898F1FAE8B32}"/>
              </a:ext>
            </a:extLst>
          </p:cNvPr>
          <p:cNvSpPr>
            <a:spLocks noGrp="1"/>
          </p:cNvSpPr>
          <p:nvPr>
            <p:ph type="sldNum" sz="quarter" idx="4"/>
          </p:nvPr>
        </p:nvSpPr>
        <p:spPr/>
        <p:txBody>
          <a:bodyPr/>
          <a:lstStyle/>
          <a:p>
            <a:fld id="{D8D877B3-D348-4611-9BDB-C5374591D951}" type="slidenum">
              <a:rPr lang="en-US" smtClean="0"/>
              <a:pPr/>
              <a:t>26</a:t>
            </a:fld>
            <a:endParaRPr lang="en-US" dirty="0"/>
          </a:p>
        </p:txBody>
      </p:sp>
      <p:sp>
        <p:nvSpPr>
          <p:cNvPr id="3" name="Title 2">
            <a:extLst>
              <a:ext uri="{FF2B5EF4-FFF2-40B4-BE49-F238E27FC236}">
                <a16:creationId xmlns:a16="http://schemas.microsoft.com/office/drawing/2014/main" id="{902DB61A-7CBB-BE27-DDAD-A209E2D62D8E}"/>
              </a:ext>
            </a:extLst>
          </p:cNvPr>
          <p:cNvSpPr>
            <a:spLocks noGrp="1"/>
          </p:cNvSpPr>
          <p:nvPr>
            <p:ph type="title"/>
          </p:nvPr>
        </p:nvSpPr>
        <p:spPr>
          <a:xfrm>
            <a:off x="587374" y="370290"/>
            <a:ext cx="9908348" cy="1474385"/>
          </a:xfrm>
        </p:spPr>
        <p:txBody>
          <a:bodyPr/>
          <a:lstStyle/>
          <a:p>
            <a:r>
              <a:rPr lang="en-US" dirty="0"/>
              <a:t>Your own Header (.h)</a:t>
            </a:r>
            <a:br>
              <a:rPr lang="en-US" dirty="0"/>
            </a:br>
            <a:r>
              <a:rPr lang="en-US" sz="2000" dirty="0"/>
              <a:t>You can use more than 1 .c file now!!!</a:t>
            </a:r>
            <a:endParaRPr lang="LID4096" dirty="0"/>
          </a:p>
        </p:txBody>
      </p:sp>
      <p:sp>
        <p:nvSpPr>
          <p:cNvPr id="4" name="Text Placeholder 3">
            <a:extLst>
              <a:ext uri="{FF2B5EF4-FFF2-40B4-BE49-F238E27FC236}">
                <a16:creationId xmlns:a16="http://schemas.microsoft.com/office/drawing/2014/main" id="{3A361E2D-BB25-FDE8-0092-CD9E4844C927}"/>
              </a:ext>
            </a:extLst>
          </p:cNvPr>
          <p:cNvSpPr>
            <a:spLocks noGrp="1"/>
          </p:cNvSpPr>
          <p:nvPr>
            <p:ph type="body" sz="quarter" idx="12"/>
          </p:nvPr>
        </p:nvSpPr>
        <p:spPr>
          <a:xfrm>
            <a:off x="640384" y="1614839"/>
            <a:ext cx="10620094" cy="1267585"/>
          </a:xfrm>
        </p:spPr>
        <p:txBody>
          <a:bodyPr>
            <a:normAutofit/>
          </a:bodyPr>
          <a:lstStyle/>
          <a:p>
            <a:r>
              <a:rPr lang="en-US" sz="1100" dirty="0"/>
              <a:t>In </a:t>
            </a:r>
            <a:r>
              <a:rPr lang="en-US" sz="1100" b="1" dirty="0"/>
              <a:t>C language</a:t>
            </a:r>
            <a:r>
              <a:rPr lang="en-US" sz="1100" dirty="0"/>
              <a:t>, header files contain a set of predefined standard library functions</a:t>
            </a:r>
          </a:p>
          <a:p>
            <a:r>
              <a:rPr lang="en-US" sz="1100" dirty="0"/>
              <a:t>Contains references to the global variables, denoted g_</a:t>
            </a:r>
          </a:p>
          <a:p>
            <a:r>
              <a:rPr lang="en-US" sz="1100" dirty="0"/>
              <a:t>Contains references to global function-declarations</a:t>
            </a:r>
          </a:p>
          <a:p>
            <a:r>
              <a:rPr lang="en-US" sz="1100" dirty="0"/>
              <a:t>Contains struct-templates, so we do not need to define them every time</a:t>
            </a:r>
          </a:p>
        </p:txBody>
      </p:sp>
      <p:sp>
        <p:nvSpPr>
          <p:cNvPr id="12" name="TextBox 11">
            <a:extLst>
              <a:ext uri="{FF2B5EF4-FFF2-40B4-BE49-F238E27FC236}">
                <a16:creationId xmlns:a16="http://schemas.microsoft.com/office/drawing/2014/main" id="{B1AB590B-DAE9-9970-20AB-9579EFB27D77}"/>
              </a:ext>
            </a:extLst>
          </p:cNvPr>
          <p:cNvSpPr txBox="1"/>
          <p:nvPr/>
        </p:nvSpPr>
        <p:spPr>
          <a:xfrm>
            <a:off x="207065" y="3955225"/>
            <a:ext cx="5095038" cy="2554545"/>
          </a:xfrm>
          <a:prstGeom prst="rect">
            <a:avLst/>
          </a:prstGeom>
          <a:solidFill>
            <a:srgbClr val="FFC000">
              <a:alpha val="10000"/>
            </a:srgbClr>
          </a:solidFill>
        </p:spPr>
        <p:txBody>
          <a:bodyPr wrap="square">
            <a:spAutoFit/>
          </a:bodyPr>
          <a:lstStyle/>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my_own_file.c</a:t>
            </a: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#include "</a:t>
            </a:r>
            <a:r>
              <a:rPr lang="en-US" sz="1000" b="0" dirty="0" err="1">
                <a:solidFill>
                  <a:srgbClr val="000000"/>
                </a:solidFill>
                <a:effectLst/>
                <a:latin typeface="Consolas" panose="020B0609020204030204" pitchFamily="49" charset="0"/>
              </a:rPr>
              <a:t>my_own_file.h</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int value = 13;</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int main()</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("From </a:t>
            </a:r>
            <a:r>
              <a:rPr lang="en-US" sz="1000" b="0" dirty="0" err="1">
                <a:solidFill>
                  <a:srgbClr val="000000"/>
                </a:solidFill>
                <a:effectLst/>
                <a:latin typeface="Consolas" panose="020B0609020204030204" pitchFamily="49" charset="0"/>
              </a:rPr>
              <a:t>my_own_file.c</a:t>
            </a:r>
            <a:r>
              <a:rPr lang="en-US" sz="1000" b="0" dirty="0">
                <a:solidFill>
                  <a:srgbClr val="000000"/>
                </a:solidFill>
                <a:effectLst/>
                <a:latin typeface="Consolas" panose="020B0609020204030204" pitchFamily="49" charset="0"/>
              </a:rPr>
              <a:t>&gt;&gt;main: value=%d, </a:t>
            </a:r>
          </a:p>
          <a:p>
            <a:pPr marL="228600" indent="-228600">
              <a:buFont typeface="+mj-lt"/>
              <a:buAutoNum type="arabicPeriod"/>
            </a:pPr>
            <a:r>
              <a:rPr lang="en-US" sz="1000" dirty="0">
                <a:solidFill>
                  <a:srgbClr val="000000"/>
                </a:solidFill>
                <a:latin typeface="Consolas" panose="020B0609020204030204" pitchFamily="49" charset="0"/>
              </a:rPr>
              <a:t>          </a:t>
            </a:r>
            <a:r>
              <a:rPr lang="en-US" sz="1000" b="0" dirty="0">
                <a:solidFill>
                  <a:srgbClr val="000000"/>
                </a:solidFill>
                <a:effectLst/>
                <a:latin typeface="Consolas" panose="020B0609020204030204" pitchFamily="49" charset="0"/>
              </a:rPr>
              <a:t>fcn_plus1000(value)=%d\n", value, fcn_plus1000(value));</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fcn_global_print_value</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return 0;</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int fcn_plus1000(int n)</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return n + 1000;</a:t>
            </a:r>
          </a:p>
          <a:p>
            <a:pPr marL="228600" indent="-228600">
              <a:buFont typeface="+mj-lt"/>
              <a:buAutoNum type="arabicPeriod"/>
            </a:pPr>
            <a:r>
              <a:rPr lang="en-US" sz="1000" b="0" dirty="0">
                <a:solidFill>
                  <a:srgbClr val="000000"/>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C2B265DD-FB50-23FD-43A3-5CAD7464A679}"/>
              </a:ext>
            </a:extLst>
          </p:cNvPr>
          <p:cNvSpPr txBox="1"/>
          <p:nvPr/>
        </p:nvSpPr>
        <p:spPr>
          <a:xfrm>
            <a:off x="6622505" y="4040285"/>
            <a:ext cx="3176515" cy="1015663"/>
          </a:xfrm>
          <a:prstGeom prst="rect">
            <a:avLst/>
          </a:prstGeom>
          <a:solidFill>
            <a:srgbClr val="FFC000">
              <a:alpha val="10000"/>
            </a:srgbClr>
          </a:solidFill>
        </p:spPr>
        <p:txBody>
          <a:bodyPr wrap="square">
            <a:spAutoFit/>
          </a:bodyPr>
          <a:lstStyle/>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my_own_file.h</a:t>
            </a: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#pragma once</a:t>
            </a:r>
          </a:p>
          <a:p>
            <a:pPr marL="228600" indent="-228600">
              <a:buFont typeface="+mj-lt"/>
              <a:buAutoNum type="arabicPeriod"/>
            </a:pPr>
            <a:r>
              <a:rPr lang="en-US" sz="1000" b="0" dirty="0">
                <a:solidFill>
                  <a:srgbClr val="000000"/>
                </a:solidFill>
                <a:effectLst/>
                <a:latin typeface="Consolas" panose="020B0609020204030204" pitchFamily="49" charset="0"/>
              </a:rPr>
              <a:t>// needed std libraries</a:t>
            </a:r>
          </a:p>
          <a:p>
            <a:pPr marL="228600" indent="-228600">
              <a:buFont typeface="+mj-lt"/>
              <a:buAutoNum type="arabicPeriod"/>
            </a:pPr>
            <a:r>
              <a:rPr lang="en-US" sz="1000" b="0" dirty="0">
                <a:solidFill>
                  <a:srgbClr val="000000"/>
                </a:solidFill>
                <a:effectLst/>
                <a:latin typeface="Consolas" panose="020B0609020204030204" pitchFamily="49" charset="0"/>
              </a:rPr>
              <a:t>#include &lt;</a:t>
            </a:r>
            <a:r>
              <a:rPr lang="en-US" sz="1000" b="0" dirty="0" err="1">
                <a:solidFill>
                  <a:srgbClr val="000000"/>
                </a:solidFill>
                <a:effectLst/>
                <a:latin typeface="Consolas" panose="020B0609020204030204" pitchFamily="49" charset="0"/>
              </a:rPr>
              <a:t>stdio.h</a:t>
            </a:r>
            <a:r>
              <a:rPr lang="en-US" sz="1000" b="0" dirty="0">
                <a:solidFill>
                  <a:srgbClr val="000000"/>
                </a:solidFill>
                <a:effectLst/>
                <a:latin typeface="Consolas" panose="020B0609020204030204" pitchFamily="49" charset="0"/>
              </a:rPr>
              <a:t>&gt;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fuction</a:t>
            </a:r>
            <a:r>
              <a:rPr lang="en-US" sz="1000" b="0" dirty="0">
                <a:solidFill>
                  <a:srgbClr val="000000"/>
                </a:solidFill>
                <a:effectLst/>
                <a:latin typeface="Consolas" panose="020B0609020204030204" pitchFamily="49" charset="0"/>
              </a:rPr>
              <a:t> declaration</a:t>
            </a:r>
          </a:p>
          <a:p>
            <a:pPr marL="228600" indent="-228600">
              <a:buFont typeface="+mj-lt"/>
              <a:buAutoNum type="arabicPeriod"/>
            </a:pPr>
            <a:r>
              <a:rPr lang="en-US" sz="1000" b="0" dirty="0">
                <a:solidFill>
                  <a:srgbClr val="000000"/>
                </a:solidFill>
                <a:effectLst/>
                <a:latin typeface="Consolas" panose="020B0609020204030204" pitchFamily="49" charset="0"/>
              </a:rPr>
              <a:t>int fcn_plus1000(int n);</a:t>
            </a:r>
          </a:p>
        </p:txBody>
      </p:sp>
    </p:spTree>
    <p:extLst>
      <p:ext uri="{BB962C8B-B14F-4D97-AF65-F5344CB8AC3E}">
        <p14:creationId xmlns:p14="http://schemas.microsoft.com/office/powerpoint/2010/main" val="2088410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6AB409-B56C-6C92-83C8-898F1FAE8B32}"/>
              </a:ext>
            </a:extLst>
          </p:cNvPr>
          <p:cNvSpPr>
            <a:spLocks noGrp="1"/>
          </p:cNvSpPr>
          <p:nvPr>
            <p:ph type="sldNum" sz="quarter" idx="4"/>
          </p:nvPr>
        </p:nvSpPr>
        <p:spPr/>
        <p:txBody>
          <a:bodyPr/>
          <a:lstStyle/>
          <a:p>
            <a:fld id="{D8D877B3-D348-4611-9BDB-C5374591D951}" type="slidenum">
              <a:rPr lang="en-US" smtClean="0"/>
              <a:pPr/>
              <a:t>27</a:t>
            </a:fld>
            <a:endParaRPr lang="en-US" dirty="0"/>
          </a:p>
        </p:txBody>
      </p:sp>
      <p:sp>
        <p:nvSpPr>
          <p:cNvPr id="3" name="Title 2">
            <a:extLst>
              <a:ext uri="{FF2B5EF4-FFF2-40B4-BE49-F238E27FC236}">
                <a16:creationId xmlns:a16="http://schemas.microsoft.com/office/drawing/2014/main" id="{902DB61A-7CBB-BE27-DDAD-A209E2D62D8E}"/>
              </a:ext>
            </a:extLst>
          </p:cNvPr>
          <p:cNvSpPr>
            <a:spLocks noGrp="1"/>
          </p:cNvSpPr>
          <p:nvPr>
            <p:ph type="title"/>
          </p:nvPr>
        </p:nvSpPr>
        <p:spPr>
          <a:xfrm>
            <a:off x="587373" y="370290"/>
            <a:ext cx="11067913" cy="1474385"/>
          </a:xfrm>
        </p:spPr>
        <p:txBody>
          <a:bodyPr/>
          <a:lstStyle/>
          <a:p>
            <a:r>
              <a:rPr lang="en-US" sz="2800" dirty="0"/>
              <a:t>multiple .c files and Variables in Header (.h) </a:t>
            </a:r>
            <a:br>
              <a:rPr lang="en-US" dirty="0"/>
            </a:br>
            <a:endParaRPr lang="LID4096" dirty="0"/>
          </a:p>
        </p:txBody>
      </p:sp>
      <p:sp>
        <p:nvSpPr>
          <p:cNvPr id="6" name="TextBox 5">
            <a:extLst>
              <a:ext uri="{FF2B5EF4-FFF2-40B4-BE49-F238E27FC236}">
                <a16:creationId xmlns:a16="http://schemas.microsoft.com/office/drawing/2014/main" id="{20E9424F-19DF-233E-6205-1AAC1A569126}"/>
              </a:ext>
            </a:extLst>
          </p:cNvPr>
          <p:cNvSpPr txBox="1"/>
          <p:nvPr/>
        </p:nvSpPr>
        <p:spPr>
          <a:xfrm>
            <a:off x="6540371" y="4723952"/>
            <a:ext cx="5114915" cy="1323439"/>
          </a:xfrm>
          <a:prstGeom prst="rect">
            <a:avLst/>
          </a:prstGeom>
          <a:solidFill>
            <a:schemeClr val="bg1">
              <a:lumMod val="95000"/>
            </a:schemeClr>
          </a:solidFill>
        </p:spPr>
        <p:txBody>
          <a:bodyPr wrap="square">
            <a:spAutoFit/>
          </a:bodyPr>
          <a:lstStyle/>
          <a:p>
            <a:pPr marL="228600" indent="-228600">
              <a:buFont typeface="+mj-lt"/>
              <a:buAutoNum type="arabicPeriod"/>
            </a:pP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file</a:t>
            </a:r>
            <a:r>
              <a:rPr lang="en-US" sz="1000" dirty="0" err="1">
                <a:solidFill>
                  <a:srgbClr val="008000"/>
                </a:solidFill>
                <a:latin typeface="Consolas" panose="020B0609020204030204" pitchFamily="49" charset="0"/>
              </a:rPr>
              <a:t>_other</a:t>
            </a:r>
            <a:r>
              <a:rPr lang="en-US" sz="1000" b="0" dirty="0" err="1">
                <a:solidFill>
                  <a:srgbClr val="008000"/>
                </a:solidFill>
                <a:effectLst/>
                <a:latin typeface="Consolas" panose="020B0609020204030204" pitchFamily="49" charset="0"/>
              </a:rPr>
              <a:t>.c</a:t>
            </a:r>
            <a:r>
              <a:rPr lang="en-US" sz="1000" b="0" dirty="0">
                <a:solidFill>
                  <a:srgbClr val="008000"/>
                </a:solidFill>
                <a:effectLst/>
                <a:latin typeface="Consolas" panose="020B0609020204030204" pitchFamily="49" charset="0"/>
              </a:rPr>
              <a:t>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808080"/>
                </a:solidFill>
                <a:effectLst/>
                <a:latin typeface="Consolas" panose="020B0609020204030204" pitchFamily="49" charset="0"/>
              </a:rPr>
              <a:t>#include</a:t>
            </a:r>
            <a:r>
              <a:rPr lang="en-US" sz="1000" b="0" dirty="0">
                <a:solidFill>
                  <a:srgbClr val="000000"/>
                </a:solidFill>
                <a:effectLst/>
                <a:latin typeface="Consolas" panose="020B0609020204030204" pitchFamily="49" charset="0"/>
              </a:rPr>
              <a:t> </a:t>
            </a:r>
            <a:r>
              <a:rPr lang="en-US" sz="1000" b="0" dirty="0">
                <a:solidFill>
                  <a:srgbClr val="E21F1F"/>
                </a:solidFill>
                <a:effectLst/>
                <a:latin typeface="Consolas" panose="020B0609020204030204" pitchFamily="49" charset="0"/>
              </a:rPr>
              <a:t>&lt;</a:t>
            </a:r>
            <a:r>
              <a:rPr lang="en-US" sz="1000" b="0" dirty="0" err="1">
                <a:solidFill>
                  <a:srgbClr val="A31515"/>
                </a:solidFill>
                <a:effectLst/>
                <a:latin typeface="Consolas" panose="020B0609020204030204" pitchFamily="49" charset="0"/>
              </a:rPr>
              <a:t>stdio.h</a:t>
            </a:r>
            <a:r>
              <a:rPr lang="en-US" sz="1000" b="0" dirty="0">
                <a:solidFill>
                  <a:srgbClr val="E21F1F"/>
                </a:solidFill>
                <a:effectLst/>
                <a:latin typeface="Consolas" panose="020B0609020204030204" pitchFamily="49" charset="0"/>
              </a:rPr>
              <a:t>&gt;</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808080"/>
                </a:solidFill>
                <a:effectLst/>
                <a:latin typeface="Consolas" panose="020B0609020204030204" pitchFamily="49" charset="0"/>
              </a:rPr>
              <a:t>#include</a:t>
            </a:r>
            <a:r>
              <a:rPr lang="en-US" sz="1000" b="0" dirty="0">
                <a:solidFill>
                  <a:srgbClr val="000000"/>
                </a:solidFill>
                <a:effectLst/>
                <a:latin typeface="Consolas" panose="020B0609020204030204" pitchFamily="49" charset="0"/>
              </a:rPr>
              <a:t> </a:t>
            </a:r>
            <a:r>
              <a:rPr lang="en-US" sz="1000" b="0" dirty="0">
                <a:solidFill>
                  <a:srgbClr val="E21F1F"/>
                </a:solidFill>
                <a:effectLst/>
                <a:latin typeface="Consolas" panose="020B0609020204030204" pitchFamily="49" charset="0"/>
              </a:rPr>
              <a:t>"</a:t>
            </a:r>
            <a:r>
              <a:rPr lang="en-US" sz="1000" b="0" dirty="0" err="1">
                <a:solidFill>
                  <a:srgbClr val="A31515"/>
                </a:solidFill>
                <a:effectLst/>
                <a:latin typeface="Consolas" panose="020B0609020204030204" pitchFamily="49" charset="0"/>
              </a:rPr>
              <a:t>file_other.h</a:t>
            </a:r>
            <a:r>
              <a:rPr lang="en-US" sz="1000" b="0" dirty="0">
                <a:solidFill>
                  <a:srgbClr val="E21F1F"/>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g_value</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1000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FF"/>
                </a:solidFill>
                <a:effectLst/>
                <a:latin typeface="Consolas" panose="020B0609020204030204" pitchFamily="49" charset="0"/>
              </a:rPr>
              <a:t>void</a:t>
            </a: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FO_printValue</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value</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From </a:t>
            </a:r>
            <a:r>
              <a:rPr lang="en-US" sz="1000" b="0" dirty="0" err="1">
                <a:solidFill>
                  <a:srgbClr val="A31515"/>
                </a:solidFill>
                <a:effectLst/>
                <a:latin typeface="Consolas" panose="020B0609020204030204" pitchFamily="49" charset="0"/>
              </a:rPr>
              <a:t>file_other.c</a:t>
            </a:r>
            <a:r>
              <a:rPr lang="en-US" sz="1000" b="0" dirty="0">
                <a:solidFill>
                  <a:srgbClr val="A31515"/>
                </a:solidFill>
                <a:effectLst/>
                <a:latin typeface="Consolas" panose="020B0609020204030204" pitchFamily="49" charset="0"/>
              </a:rPr>
              <a:t>&gt;&gt;</a:t>
            </a:r>
            <a:r>
              <a:rPr lang="en-US" sz="1000" b="0" dirty="0" err="1">
                <a:solidFill>
                  <a:srgbClr val="A31515"/>
                </a:solidFill>
                <a:effectLst/>
                <a:latin typeface="Consolas" panose="020B0609020204030204" pitchFamily="49" charset="0"/>
              </a:rPr>
              <a:t>FO_printValue</a:t>
            </a:r>
            <a:r>
              <a:rPr lang="en-US" sz="1000" b="0" dirty="0">
                <a:solidFill>
                  <a:srgbClr val="A31515"/>
                </a:solidFill>
                <a:effectLst/>
                <a:latin typeface="Consolas" panose="020B0609020204030204" pitchFamily="49" charset="0"/>
              </a:rPr>
              <a:t>: value=</a:t>
            </a:r>
            <a:r>
              <a:rPr lang="en-US" sz="1000" b="0" dirty="0">
                <a:solidFill>
                  <a:srgbClr val="1F377F"/>
                </a:solidFill>
                <a:effectLst/>
                <a:latin typeface="Consolas" panose="020B0609020204030204" pitchFamily="49" charset="0"/>
              </a:rPr>
              <a:t>%d</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value</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19DF98B4-8D32-0C43-60D6-1F74C483D981}"/>
              </a:ext>
            </a:extLst>
          </p:cNvPr>
          <p:cNvSpPr txBox="1"/>
          <p:nvPr/>
        </p:nvSpPr>
        <p:spPr>
          <a:xfrm>
            <a:off x="6540371" y="2872712"/>
            <a:ext cx="5114915" cy="1477328"/>
          </a:xfrm>
          <a:prstGeom prst="rect">
            <a:avLst/>
          </a:prstGeom>
          <a:solidFill>
            <a:schemeClr val="bg1">
              <a:lumMod val="95000"/>
            </a:schemeClr>
          </a:solidFill>
        </p:spPr>
        <p:txBody>
          <a:bodyPr wrap="square">
            <a:spAutoFit/>
          </a:bodyPr>
          <a:lstStyle/>
          <a:p>
            <a:pPr marL="228600" indent="-228600">
              <a:buFont typeface="+mj-lt"/>
              <a:buAutoNum type="arabicPeriod"/>
            </a:pP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file_other.h</a:t>
            </a:r>
            <a:r>
              <a:rPr lang="en-US" sz="1000" b="0" dirty="0">
                <a:solidFill>
                  <a:srgbClr val="008000"/>
                </a:solidFill>
                <a:effectLst/>
                <a:latin typeface="Consolas" panose="020B0609020204030204" pitchFamily="49" charset="0"/>
              </a:rPr>
              <a:t>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808080"/>
                </a:solidFill>
                <a:effectLst/>
                <a:latin typeface="Consolas" panose="020B0609020204030204" pitchFamily="49" charset="0"/>
              </a:rPr>
              <a:t>#pragma</a:t>
            </a:r>
            <a:r>
              <a:rPr lang="en-US" sz="1000" b="0" dirty="0">
                <a:solidFill>
                  <a:srgbClr val="000000"/>
                </a:solidFill>
                <a:effectLst/>
                <a:latin typeface="Consolas" panose="020B0609020204030204" pitchFamily="49" charset="0"/>
              </a:rPr>
              <a:t> </a:t>
            </a:r>
            <a:r>
              <a:rPr lang="en-US" sz="1000" b="0" dirty="0">
                <a:solidFill>
                  <a:srgbClr val="FF0000"/>
                </a:solidFill>
                <a:effectLst/>
                <a:latin typeface="Consolas" panose="020B0609020204030204" pitchFamily="49" charset="0"/>
              </a:rPr>
              <a:t>once</a:t>
            </a:r>
            <a:r>
              <a:rPr lang="en-US" sz="1000" b="0" dirty="0">
                <a:solidFill>
                  <a:srgbClr val="000000"/>
                </a:solidFill>
                <a:effectLst/>
                <a:latin typeface="Consolas" panose="020B0609020204030204" pitchFamily="49" charset="0"/>
              </a:rPr>
              <a:t> </a:t>
            </a:r>
            <a:r>
              <a:rPr lang="en-US" sz="1000" b="0" dirty="0">
                <a:solidFill>
                  <a:srgbClr val="008000"/>
                </a:solidFill>
                <a:effectLst/>
                <a:latin typeface="Consolas" panose="020B0609020204030204" pitchFamily="49" charset="0"/>
              </a:rPr>
              <a:t>// only initialize this once.</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func</a:t>
            </a:r>
            <a:r>
              <a:rPr lang="en-US" sz="1000" b="0" dirty="0">
                <a:solidFill>
                  <a:srgbClr val="008000"/>
                </a:solidFill>
                <a:effectLst/>
                <a:latin typeface="Consolas" panose="020B0609020204030204" pitchFamily="49" charset="0"/>
              </a:rPr>
              <a:t> declaration</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808080"/>
                </a:solidFill>
                <a:effectLst/>
                <a:latin typeface="Consolas" panose="020B0609020204030204" pitchFamily="49" charset="0"/>
              </a:rPr>
              <a:t>#include</a:t>
            </a:r>
            <a:r>
              <a:rPr lang="en-US" sz="1000" b="0" dirty="0">
                <a:solidFill>
                  <a:srgbClr val="000000"/>
                </a:solidFill>
                <a:effectLst/>
                <a:latin typeface="Consolas" panose="020B0609020204030204" pitchFamily="49" charset="0"/>
              </a:rPr>
              <a:t> </a:t>
            </a:r>
            <a:r>
              <a:rPr lang="en-US" sz="1000" b="0" dirty="0">
                <a:solidFill>
                  <a:srgbClr val="E21F1F"/>
                </a:solidFill>
                <a:effectLst/>
                <a:latin typeface="Consolas" panose="020B0609020204030204" pitchFamily="49" charset="0"/>
              </a:rPr>
              <a:t>&lt;</a:t>
            </a:r>
            <a:r>
              <a:rPr lang="en-US" sz="1000" b="0" dirty="0" err="1">
                <a:solidFill>
                  <a:srgbClr val="A31515"/>
                </a:solidFill>
                <a:effectLst/>
                <a:latin typeface="Consolas" panose="020B0609020204030204" pitchFamily="49" charset="0"/>
              </a:rPr>
              <a:t>stdio.h</a:t>
            </a:r>
            <a:r>
              <a:rPr lang="en-US" sz="1000" b="0" dirty="0">
                <a:solidFill>
                  <a:srgbClr val="E21F1F"/>
                </a:solidFill>
                <a:effectLst/>
                <a:latin typeface="Consolas" panose="020B0609020204030204" pitchFamily="49" charset="0"/>
              </a:rPr>
              <a:t>&gt;</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8000"/>
                </a:solidFill>
                <a:effectLst/>
                <a:latin typeface="Consolas" panose="020B0609020204030204" pitchFamily="49" charset="0"/>
              </a:rPr>
              <a:t>/* function declarations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FF"/>
                </a:solidFill>
                <a:effectLst/>
                <a:latin typeface="Consolas" panose="020B0609020204030204" pitchFamily="49" charset="0"/>
              </a:rPr>
              <a:t>extern</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void</a:t>
            </a: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FO_printValue</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value</a:t>
            </a:r>
            <a:r>
              <a:rPr lang="en-US" sz="1000" b="0" dirty="0">
                <a:solidFill>
                  <a:srgbClr val="000000"/>
                </a:solidFill>
                <a:effectLst/>
                <a:latin typeface="Consolas" panose="020B0609020204030204" pitchFamily="49" charset="0"/>
              </a:rPr>
              <a:t>);</a:t>
            </a:r>
          </a:p>
          <a:p>
            <a:pPr marL="228600" indent="-228600">
              <a:buFont typeface="+mj-lt"/>
              <a:buAutoNum type="arabicPeriod"/>
            </a:pPr>
            <a:br>
              <a:rPr lang="en-US" sz="1000" b="0" dirty="0">
                <a:solidFill>
                  <a:srgbClr val="000000"/>
                </a:solidFill>
                <a:effectLst/>
                <a:latin typeface="Consolas" panose="020B0609020204030204" pitchFamily="49" charset="0"/>
              </a:rPr>
            </a:br>
            <a:r>
              <a:rPr lang="en-US" sz="1000" b="0" dirty="0">
                <a:solidFill>
                  <a:srgbClr val="008000"/>
                </a:solidFill>
                <a:effectLst/>
                <a:latin typeface="Consolas" panose="020B0609020204030204" pitchFamily="49" charset="0"/>
              </a:rPr>
              <a:t>/* global variables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FF"/>
                </a:solidFill>
                <a:effectLst/>
                <a:latin typeface="Consolas" panose="020B0609020204030204" pitchFamily="49" charset="0"/>
              </a:rPr>
              <a:t>extern</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g_value</a:t>
            </a:r>
            <a:r>
              <a:rPr lang="en-US" sz="1000" b="0" dirty="0">
                <a:solidFill>
                  <a:srgbClr val="00000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3F04FD41-4002-D6D3-B89E-CBF69ECAA643}"/>
              </a:ext>
            </a:extLst>
          </p:cNvPr>
          <p:cNvSpPr txBox="1"/>
          <p:nvPr/>
        </p:nvSpPr>
        <p:spPr>
          <a:xfrm>
            <a:off x="382258" y="2872712"/>
            <a:ext cx="5114915" cy="3170099"/>
          </a:xfrm>
          <a:prstGeom prst="rect">
            <a:avLst/>
          </a:prstGeom>
          <a:solidFill>
            <a:schemeClr val="bg1">
              <a:lumMod val="85000"/>
            </a:schemeClr>
          </a:solidFill>
        </p:spPr>
        <p:txBody>
          <a:bodyPr wrap="square">
            <a:spAutoFit/>
          </a:bodyPr>
          <a:lstStyle/>
          <a:p>
            <a:pPr marL="228600" indent="-228600">
              <a:buFont typeface="+mj-lt"/>
              <a:buAutoNum type="arabicPeriod"/>
            </a:pPr>
            <a:r>
              <a:rPr lang="en-US" sz="1000" b="0" dirty="0">
                <a:solidFill>
                  <a:srgbClr val="808080"/>
                </a:solidFill>
                <a:effectLst/>
                <a:latin typeface="Consolas" panose="020B0609020204030204" pitchFamily="49" charset="0"/>
              </a:rPr>
              <a:t>#include</a:t>
            </a:r>
            <a:r>
              <a:rPr lang="en-US" sz="1000" b="0" dirty="0">
                <a:solidFill>
                  <a:srgbClr val="000000"/>
                </a:solidFill>
                <a:effectLst/>
                <a:latin typeface="Consolas" panose="020B0609020204030204" pitchFamily="49" charset="0"/>
              </a:rPr>
              <a:t> </a:t>
            </a:r>
            <a:r>
              <a:rPr lang="en-US" sz="1000" b="0" dirty="0">
                <a:solidFill>
                  <a:srgbClr val="E21F1F"/>
                </a:solidFill>
                <a:effectLst/>
                <a:latin typeface="Consolas" panose="020B0609020204030204" pitchFamily="49" charset="0"/>
              </a:rPr>
              <a:t>&lt;</a:t>
            </a:r>
            <a:r>
              <a:rPr lang="en-US" sz="1000" b="0" dirty="0" err="1">
                <a:solidFill>
                  <a:srgbClr val="A31515"/>
                </a:solidFill>
                <a:effectLst/>
                <a:latin typeface="Consolas" panose="020B0609020204030204" pitchFamily="49" charset="0"/>
              </a:rPr>
              <a:t>stdio.h</a:t>
            </a:r>
            <a:r>
              <a:rPr lang="en-US" sz="1000" b="0" dirty="0">
                <a:solidFill>
                  <a:srgbClr val="E21F1F"/>
                </a:solidFill>
                <a:effectLst/>
                <a:latin typeface="Consolas" panose="020B0609020204030204" pitchFamily="49" charset="0"/>
              </a:rPr>
              <a:t>&gt;</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file_main.c</a:t>
            </a:r>
            <a:r>
              <a:rPr lang="en-US" sz="1000" b="0" dirty="0">
                <a:solidFill>
                  <a:srgbClr val="008000"/>
                </a:solidFill>
                <a:effectLst/>
                <a:latin typeface="Consolas" panose="020B0609020204030204" pitchFamily="49" charset="0"/>
              </a:rPr>
              <a:t> */</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808080"/>
                </a:solidFill>
                <a:effectLst/>
                <a:latin typeface="Consolas" panose="020B0609020204030204" pitchFamily="49" charset="0"/>
              </a:rPr>
              <a:t>#include</a:t>
            </a:r>
            <a:r>
              <a:rPr lang="en-US" sz="1000" b="0" dirty="0">
                <a:solidFill>
                  <a:srgbClr val="000000"/>
                </a:solidFill>
                <a:effectLst/>
                <a:latin typeface="Consolas" panose="020B0609020204030204" pitchFamily="49" charset="0"/>
              </a:rPr>
              <a:t> </a:t>
            </a:r>
            <a:r>
              <a:rPr lang="en-US" sz="1000" b="0" dirty="0">
                <a:solidFill>
                  <a:srgbClr val="E21F1F"/>
                </a:solidFill>
                <a:effectLst/>
                <a:latin typeface="Consolas" panose="020B0609020204030204" pitchFamily="49" charset="0"/>
              </a:rPr>
              <a:t>"</a:t>
            </a:r>
            <a:r>
              <a:rPr lang="en-US" sz="1000" b="0" dirty="0" err="1">
                <a:solidFill>
                  <a:srgbClr val="A31515"/>
                </a:solidFill>
                <a:effectLst/>
                <a:latin typeface="Consolas" panose="020B0609020204030204" pitchFamily="49" charset="0"/>
              </a:rPr>
              <a:t>file_other.h</a:t>
            </a:r>
            <a:r>
              <a:rPr lang="en-US" sz="1000" b="0" dirty="0">
                <a:solidFill>
                  <a:srgbClr val="E21F1F"/>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pPr marL="228600" indent="-228600">
              <a:buFont typeface="+mj-lt"/>
              <a:buAutoNum type="arabicPeriod"/>
            </a:pPr>
            <a:endParaRPr lang="en-US" sz="1000" b="0" dirty="0">
              <a:solidFill>
                <a:srgbClr val="008000"/>
              </a:solidFill>
              <a:effectLst/>
              <a:latin typeface="Consolas" panose="020B0609020204030204" pitchFamily="49" charset="0"/>
            </a:endParaRPr>
          </a:p>
          <a:p>
            <a:pPr marL="228600" indent="-228600">
              <a:buFont typeface="+mj-lt"/>
              <a:buAutoNum type="arabicPeriod"/>
            </a:pPr>
            <a:r>
              <a:rPr lang="en-US" sz="1000" b="0" dirty="0">
                <a:solidFill>
                  <a:srgbClr val="008000"/>
                </a:solidFill>
                <a:effectLst/>
                <a:latin typeface="Consolas" panose="020B0609020204030204" pitchFamily="49" charset="0"/>
              </a:rPr>
              <a:t>// </a:t>
            </a:r>
            <a:r>
              <a:rPr lang="en-US" sz="1000" b="0" dirty="0" err="1">
                <a:solidFill>
                  <a:srgbClr val="008000"/>
                </a:solidFill>
                <a:effectLst/>
                <a:latin typeface="Consolas" panose="020B0609020204030204" pitchFamily="49" charset="0"/>
              </a:rPr>
              <a:t>fuction</a:t>
            </a:r>
            <a:r>
              <a:rPr lang="en-US" sz="1000" b="0" dirty="0">
                <a:solidFill>
                  <a:srgbClr val="008000"/>
                </a:solidFill>
                <a:effectLst/>
                <a:latin typeface="Consolas" panose="020B0609020204030204" pitchFamily="49" charset="0"/>
              </a:rPr>
              <a:t> declaration</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74531F"/>
                </a:solidFill>
                <a:effectLst/>
                <a:latin typeface="Consolas" panose="020B0609020204030204" pitchFamily="49" charset="0"/>
              </a:rPr>
              <a:t>fcn_plus1000</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n</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74531F"/>
                </a:solidFill>
                <a:effectLst/>
                <a:latin typeface="Consolas" panose="020B0609020204030204" pitchFamily="49" charset="0"/>
              </a:rPr>
              <a:t>main</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err="1">
                <a:solidFill>
                  <a:srgbClr val="A31515"/>
                </a:solidFill>
                <a:effectLst/>
                <a:latin typeface="Consolas" panose="020B0609020204030204" pitchFamily="49" charset="0"/>
              </a:rPr>
              <a:t>file_main.c</a:t>
            </a:r>
            <a:r>
              <a:rPr lang="en-US" sz="1000" b="0" dirty="0">
                <a:solidFill>
                  <a:srgbClr val="A31515"/>
                </a:solidFill>
                <a:effectLst/>
                <a:latin typeface="Consolas" panose="020B0609020204030204" pitchFamily="49" charset="0"/>
              </a:rPr>
              <a:t>&gt;&gt;main: </a:t>
            </a:r>
            <a:r>
              <a:rPr lang="en-US" sz="1000" b="0" dirty="0" err="1">
                <a:solidFill>
                  <a:srgbClr val="A31515"/>
                </a:solidFill>
                <a:effectLst/>
                <a:latin typeface="Consolas" panose="020B0609020204030204" pitchFamily="49" charset="0"/>
              </a:rPr>
              <a:t>g_value</a:t>
            </a:r>
            <a:r>
              <a:rPr lang="en-US" sz="1000" b="0" dirty="0">
                <a:solidFill>
                  <a:srgbClr val="A31515"/>
                </a:solidFill>
                <a:effectLst/>
                <a:latin typeface="Consolas" panose="020B0609020204030204" pitchFamily="49" charset="0"/>
              </a:rPr>
              <a:t>=</a:t>
            </a:r>
            <a:r>
              <a:rPr lang="en-US" sz="1000" b="0" dirty="0">
                <a:solidFill>
                  <a:srgbClr val="1F377F"/>
                </a:solidFill>
                <a:effectLst/>
                <a:latin typeface="Consolas" panose="020B0609020204030204" pitchFamily="49" charset="0"/>
              </a:rPr>
              <a:t>%d</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g_value</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fcn_plus1000(value)=</a:t>
            </a:r>
            <a:r>
              <a:rPr lang="en-US" sz="1000" b="0" dirty="0">
                <a:solidFill>
                  <a:srgbClr val="1F377F"/>
                </a:solidFill>
                <a:effectLst/>
                <a:latin typeface="Consolas" panose="020B0609020204030204" pitchFamily="49" charset="0"/>
              </a:rPr>
              <a:t>%d</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 </a:t>
            </a:r>
            <a:r>
              <a:rPr lang="en-US" sz="1000" b="0" dirty="0">
                <a:solidFill>
                  <a:srgbClr val="74531F"/>
                </a:solidFill>
                <a:effectLst/>
                <a:latin typeface="Consolas" panose="020B0609020204030204" pitchFamily="49" charset="0"/>
              </a:rPr>
              <a:t>fcn_plus1000</a:t>
            </a:r>
            <a:r>
              <a:rPr lang="en-US" sz="1000" b="0" dirty="0">
                <a:solidFill>
                  <a:srgbClr val="000000"/>
                </a:solidFill>
                <a:effectLst/>
                <a:latin typeface="Consolas" panose="020B0609020204030204" pitchFamily="49" charset="0"/>
              </a:rPr>
              <a:t>(</a:t>
            </a:r>
            <a:r>
              <a:rPr lang="en-US" sz="1000" b="0" dirty="0" err="1">
                <a:solidFill>
                  <a:srgbClr val="000000"/>
                </a:solidFill>
                <a:effectLst/>
                <a:latin typeface="Consolas" panose="020B0609020204030204" pitchFamily="49" charset="0"/>
              </a:rPr>
              <a:t>g_value</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FO_printValue</a:t>
            </a:r>
            <a:r>
              <a:rPr lang="en-US" sz="1000" b="0" dirty="0">
                <a:solidFill>
                  <a:srgbClr val="000000"/>
                </a:solidFill>
                <a:effectLst/>
                <a:latin typeface="Consolas" panose="020B0609020204030204" pitchFamily="49" charset="0"/>
              </a:rPr>
              <a:t>(</a:t>
            </a:r>
            <a:r>
              <a:rPr lang="en-US" sz="1000" b="0" dirty="0">
                <a:solidFill>
                  <a:srgbClr val="098658"/>
                </a:solidFill>
                <a:effectLst/>
                <a:latin typeface="Consolas" panose="020B0609020204030204" pitchFamily="49" charset="0"/>
              </a:rPr>
              <a:t>15</a:t>
            </a: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8F08C4"/>
                </a:solidFill>
                <a:effectLst/>
                <a:latin typeface="Consolas" panose="020B0609020204030204" pitchFamily="49" charset="0"/>
              </a:rPr>
              <a:t>return</a:t>
            </a:r>
            <a:r>
              <a:rPr lang="en-US" sz="1000" b="0" dirty="0">
                <a:solidFill>
                  <a:srgbClr val="000000"/>
                </a:solidFill>
                <a:effectLst/>
                <a:latin typeface="Consolas" panose="020B0609020204030204" pitchFamily="49" charset="0"/>
              </a:rPr>
              <a:t> </a:t>
            </a:r>
            <a:r>
              <a:rPr lang="en-US" sz="1000" b="0" dirty="0">
                <a:solidFill>
                  <a:srgbClr val="098658"/>
                </a:solidFill>
                <a:effectLst/>
                <a:latin typeface="Consolas" panose="020B0609020204030204" pitchFamily="49" charset="0"/>
              </a:rPr>
              <a:t>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74531F"/>
                </a:solidFill>
                <a:effectLst/>
                <a:latin typeface="Consolas" panose="020B0609020204030204" pitchFamily="49" charset="0"/>
              </a:rPr>
              <a:t>fcn_plus1000</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n</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8F08C4"/>
                </a:solidFill>
                <a:effectLst/>
                <a:latin typeface="Consolas" panose="020B0609020204030204" pitchFamily="49" charset="0"/>
              </a:rPr>
              <a:t>return</a:t>
            </a:r>
            <a:r>
              <a:rPr lang="en-US" sz="1000" b="0" dirty="0">
                <a:solidFill>
                  <a:srgbClr val="000000"/>
                </a:solidFill>
                <a:effectLst/>
                <a:latin typeface="Consolas" panose="020B0609020204030204" pitchFamily="49" charset="0"/>
              </a:rPr>
              <a:t> </a:t>
            </a:r>
            <a:r>
              <a:rPr lang="en-US" sz="1000" b="0" dirty="0">
                <a:solidFill>
                  <a:srgbClr val="808080"/>
                </a:solidFill>
                <a:effectLst/>
                <a:latin typeface="Consolas" panose="020B0609020204030204" pitchFamily="49" charset="0"/>
              </a:rPr>
              <a:t>n</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1000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p:txBody>
      </p:sp>
      <p:cxnSp>
        <p:nvCxnSpPr>
          <p:cNvPr id="16" name="Straight Arrow Connector 15">
            <a:extLst>
              <a:ext uri="{FF2B5EF4-FFF2-40B4-BE49-F238E27FC236}">
                <a16:creationId xmlns:a16="http://schemas.microsoft.com/office/drawing/2014/main" id="{81DBEFD3-655A-A7D8-E211-9BB63509DD06}"/>
              </a:ext>
            </a:extLst>
          </p:cNvPr>
          <p:cNvCxnSpPr>
            <a:cxnSpLocks/>
          </p:cNvCxnSpPr>
          <p:nvPr/>
        </p:nvCxnSpPr>
        <p:spPr>
          <a:xfrm>
            <a:off x="2324986" y="3333090"/>
            <a:ext cx="4206292" cy="161477"/>
          </a:xfrm>
          <a:prstGeom prst="straightConnector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4D6AD55C-92A5-4BAE-7429-E023D8236FEC}"/>
              </a:ext>
            </a:extLst>
          </p:cNvPr>
          <p:cNvSpPr txBox="1"/>
          <p:nvPr/>
        </p:nvSpPr>
        <p:spPr>
          <a:xfrm>
            <a:off x="3246475" y="1521155"/>
            <a:ext cx="6096000" cy="1200329"/>
          </a:xfrm>
          <a:prstGeom prst="rect">
            <a:avLst/>
          </a:prstGeom>
          <a:noFill/>
        </p:spPr>
        <p:txBody>
          <a:bodyPr wrap="square">
            <a:spAutoFit/>
          </a:bodyPr>
          <a:lstStyle/>
          <a:p>
            <a:pPr marL="0" indent="0">
              <a:buNone/>
            </a:pPr>
            <a:r>
              <a:rPr lang="en-US" sz="1200" dirty="0"/>
              <a:t>You can use more than 1 .c file now!!! (Terminal)</a:t>
            </a:r>
          </a:p>
          <a:p>
            <a:pPr marL="0" indent="0">
              <a:buNone/>
            </a:pPr>
            <a:r>
              <a:rPr lang="en-US" sz="1200" dirty="0" err="1"/>
              <a:t>gcc</a:t>
            </a:r>
            <a:r>
              <a:rPr lang="en-US" sz="1200" dirty="0"/>
              <a:t> -o file </a:t>
            </a:r>
            <a:r>
              <a:rPr lang="en-US" sz="1200" dirty="0" err="1"/>
              <a:t>file_main.c</a:t>
            </a:r>
            <a:r>
              <a:rPr lang="en-US" sz="1200" dirty="0"/>
              <a:t> </a:t>
            </a:r>
            <a:r>
              <a:rPr lang="en-US" sz="1200" dirty="0" err="1"/>
              <a:t>file_other.c</a:t>
            </a:r>
            <a:endParaRPr lang="en-US" sz="1200" dirty="0"/>
          </a:p>
          <a:p>
            <a:pPr marL="0" indent="0">
              <a:buNone/>
            </a:pPr>
            <a:r>
              <a:rPr lang="en-US" sz="1200" dirty="0"/>
              <a:t>./file.exe</a:t>
            </a:r>
          </a:p>
          <a:p>
            <a:r>
              <a:rPr lang="en-DK" sz="1200" dirty="0" err="1"/>
              <a:t>file_main.c</a:t>
            </a:r>
            <a:r>
              <a:rPr lang="en-DK" sz="1200" dirty="0"/>
              <a:t>&gt;&gt;main: </a:t>
            </a:r>
            <a:r>
              <a:rPr lang="en-DK" sz="1200" dirty="0" err="1"/>
              <a:t>g_value</a:t>
            </a:r>
            <a:r>
              <a:rPr lang="en-DK" sz="1200" dirty="0"/>
              <a:t>=1000</a:t>
            </a:r>
          </a:p>
          <a:p>
            <a:r>
              <a:rPr lang="en-DK" sz="1200" dirty="0"/>
              <a:t>fcn_plus1000(value)=2000</a:t>
            </a:r>
          </a:p>
          <a:p>
            <a:r>
              <a:rPr lang="en-DK" sz="1200" dirty="0"/>
              <a:t>From </a:t>
            </a:r>
            <a:r>
              <a:rPr lang="en-DK" sz="1200" dirty="0" err="1"/>
              <a:t>file_other.c</a:t>
            </a:r>
            <a:r>
              <a:rPr lang="en-DK" sz="1200" dirty="0"/>
              <a:t>&gt;&gt;</a:t>
            </a:r>
            <a:r>
              <a:rPr lang="en-DK" sz="1200" dirty="0" err="1"/>
              <a:t>FO_printValue</a:t>
            </a:r>
            <a:r>
              <a:rPr lang="en-DK" sz="1200" dirty="0"/>
              <a:t>: value=15</a:t>
            </a:r>
          </a:p>
        </p:txBody>
      </p:sp>
      <p:cxnSp>
        <p:nvCxnSpPr>
          <p:cNvPr id="28" name="Straight Arrow Connector 27">
            <a:extLst>
              <a:ext uri="{FF2B5EF4-FFF2-40B4-BE49-F238E27FC236}">
                <a16:creationId xmlns:a16="http://schemas.microsoft.com/office/drawing/2014/main" id="{827E7E69-EDBC-EA3A-F93D-993BE9DC1532}"/>
              </a:ext>
            </a:extLst>
          </p:cNvPr>
          <p:cNvCxnSpPr>
            <a:cxnSpLocks/>
          </p:cNvCxnSpPr>
          <p:nvPr/>
        </p:nvCxnSpPr>
        <p:spPr>
          <a:xfrm>
            <a:off x="2278127" y="4848448"/>
            <a:ext cx="4200645" cy="57814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D5EE2CFE-A6F3-B214-642C-0D0629A1FC9E}"/>
              </a:ext>
            </a:extLst>
          </p:cNvPr>
          <p:cNvCxnSpPr>
            <a:cxnSpLocks/>
          </p:cNvCxnSpPr>
          <p:nvPr/>
        </p:nvCxnSpPr>
        <p:spPr>
          <a:xfrm flipV="1">
            <a:off x="5131981" y="4232234"/>
            <a:ext cx="1346791" cy="263566"/>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Straight Arrow Connector 40">
            <a:extLst>
              <a:ext uri="{FF2B5EF4-FFF2-40B4-BE49-F238E27FC236}">
                <a16:creationId xmlns:a16="http://schemas.microsoft.com/office/drawing/2014/main" id="{E9E04E61-5B1C-FDBF-C0C7-E7932C0DFD49}"/>
              </a:ext>
            </a:extLst>
          </p:cNvPr>
          <p:cNvCxnSpPr>
            <a:cxnSpLocks/>
          </p:cNvCxnSpPr>
          <p:nvPr/>
        </p:nvCxnSpPr>
        <p:spPr>
          <a:xfrm>
            <a:off x="5131981" y="4495800"/>
            <a:ext cx="1346791" cy="729343"/>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081938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28</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r>
              <a:rPr lang="en-US" dirty="0"/>
              <a:t>Repetition </a:t>
            </a:r>
            <a:r>
              <a:rPr lang="en-US" dirty="0" err="1"/>
              <a:t>fra</a:t>
            </a:r>
            <a:r>
              <a:rPr lang="en-US" dirty="0"/>
              <a:t> </a:t>
            </a:r>
            <a:r>
              <a:rPr lang="en-US" dirty="0" err="1"/>
              <a:t>tidligere</a:t>
            </a:r>
            <a:r>
              <a:rPr lang="en-US" dirty="0"/>
              <a:t> </a:t>
            </a:r>
            <a:r>
              <a:rPr lang="en-US" dirty="0" err="1"/>
              <a:t>kursusgange</a:t>
            </a:r>
            <a:endParaRPr lang="en-US" dirty="0"/>
          </a:p>
          <a:p>
            <a:r>
              <a:rPr lang="en-US" b="1" dirty="0" err="1"/>
              <a:t>F</a:t>
            </a:r>
            <a:r>
              <a:rPr lang="en-US" dirty="0" err="1"/>
              <a:t>unktioners</a:t>
            </a:r>
            <a:r>
              <a:rPr lang="en-US" dirty="0"/>
              <a:t> </a:t>
            </a:r>
            <a:r>
              <a:rPr lang="en-US" dirty="0" err="1"/>
              <a:t>opbygning</a:t>
            </a:r>
            <a:endParaRPr lang="en-US" dirty="0"/>
          </a:p>
          <a:p>
            <a:r>
              <a:rPr lang="en-US" dirty="0" err="1"/>
              <a:t>Viden</a:t>
            </a:r>
            <a:r>
              <a:rPr lang="en-US" dirty="0"/>
              <a:t> om input og output </a:t>
            </a:r>
            <a:r>
              <a:rPr lang="en-US" dirty="0" err="1"/>
              <a:t>fra</a:t>
            </a:r>
            <a:r>
              <a:rPr lang="en-US" dirty="0"/>
              <a:t> </a:t>
            </a:r>
            <a:r>
              <a:rPr lang="en-US" dirty="0" err="1"/>
              <a:t>funktioner</a:t>
            </a:r>
            <a:endParaRPr lang="en-US" dirty="0"/>
          </a:p>
          <a:p>
            <a:r>
              <a:rPr lang="en-US" dirty="0" err="1"/>
              <a:t>Viden</a:t>
            </a:r>
            <a:r>
              <a:rPr lang="en-US" dirty="0"/>
              <a:t> om type-declaration and definition</a:t>
            </a:r>
          </a:p>
          <a:p>
            <a:r>
              <a:rPr lang="en-US" dirty="0"/>
              <a:t>Header filer</a:t>
            </a:r>
          </a:p>
          <a:p>
            <a:r>
              <a:rPr lang="en-US" b="1" dirty="0" err="1"/>
              <a:t>Rekursive</a:t>
            </a:r>
            <a:r>
              <a:rPr lang="en-US" b="1" dirty="0"/>
              <a:t> </a:t>
            </a:r>
            <a:r>
              <a:rPr lang="en-US" b="1" dirty="0" err="1"/>
              <a:t>Funktioner</a:t>
            </a:r>
            <a:endParaRPr lang="en-US" b="1" dirty="0"/>
          </a:p>
          <a:p>
            <a:endParaRPr lang="en-US" dirty="0"/>
          </a:p>
          <a:p>
            <a:pPr marL="0" indent="0">
              <a:buNone/>
            </a:pPr>
            <a:endParaRPr lang="en-US"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2421982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0DC1CBAD-5535-4422-882C-4A87EED48CDD}"/>
              </a:ext>
            </a:extLst>
          </p:cNvPr>
          <p:cNvSpPr>
            <a:spLocks noGrp="1"/>
          </p:cNvSpPr>
          <p:nvPr>
            <p:ph type="sldNum" sz="quarter" idx="10"/>
          </p:nvPr>
        </p:nvSpPr>
        <p:spPr/>
        <p:txBody>
          <a:bodyPr/>
          <a:lstStyle/>
          <a:p>
            <a:fld id="{D8D877B3-D348-4611-9BDB-C5374591D951}" type="slidenum">
              <a:rPr lang="en-US" smtClean="0"/>
              <a:pPr/>
              <a:t>29</a:t>
            </a:fld>
            <a:endParaRPr lang="en-US" dirty="0"/>
          </a:p>
        </p:txBody>
      </p:sp>
      <p:sp>
        <p:nvSpPr>
          <p:cNvPr id="4" name="Titel 3">
            <a:extLst>
              <a:ext uri="{FF2B5EF4-FFF2-40B4-BE49-F238E27FC236}">
                <a16:creationId xmlns:a16="http://schemas.microsoft.com/office/drawing/2014/main" id="{F279D28B-7FD3-4C56-8106-4641D28448F2}"/>
              </a:ext>
            </a:extLst>
          </p:cNvPr>
          <p:cNvSpPr>
            <a:spLocks noGrp="1"/>
          </p:cNvSpPr>
          <p:nvPr>
            <p:ph type="title"/>
          </p:nvPr>
        </p:nvSpPr>
        <p:spPr>
          <a:xfrm>
            <a:off x="587373" y="359273"/>
            <a:ext cx="11323981" cy="1469527"/>
          </a:xfrm>
        </p:spPr>
        <p:txBody>
          <a:bodyPr/>
          <a:lstStyle/>
          <a:p>
            <a:r>
              <a:rPr lang="da-DK" dirty="0"/>
              <a:t>Iterative versus rekursive funktioner?</a:t>
            </a:r>
          </a:p>
        </p:txBody>
      </p:sp>
      <p:sp>
        <p:nvSpPr>
          <p:cNvPr id="5" name="Pladsholder til tekst 4">
            <a:extLst>
              <a:ext uri="{FF2B5EF4-FFF2-40B4-BE49-F238E27FC236}">
                <a16:creationId xmlns:a16="http://schemas.microsoft.com/office/drawing/2014/main" id="{7C33DE81-44D1-474E-861F-4B92C802B0E7}"/>
              </a:ext>
            </a:extLst>
          </p:cNvPr>
          <p:cNvSpPr>
            <a:spLocks noGrp="1"/>
          </p:cNvSpPr>
          <p:nvPr>
            <p:ph type="body" sz="quarter" idx="12"/>
          </p:nvPr>
        </p:nvSpPr>
        <p:spPr>
          <a:xfrm>
            <a:off x="587375" y="1828800"/>
            <a:ext cx="4880171" cy="4066674"/>
          </a:xfrm>
        </p:spPr>
        <p:txBody>
          <a:bodyPr>
            <a:normAutofit/>
          </a:bodyPr>
          <a:lstStyle/>
          <a:p>
            <a:pPr marL="0" indent="0">
              <a:buNone/>
            </a:pPr>
            <a:r>
              <a:rPr lang="da-DK" dirty="0">
                <a:latin typeface="Consolas" panose="020B0609020204030204" pitchFamily="49" charset="0"/>
                <a:cs typeface="Consolas" panose="020B0609020204030204" pitchFamily="49" charset="0"/>
              </a:rPr>
              <a:t>En iterativ funktion er en, der i et loop gentager en dele af kildekoden.</a:t>
            </a:r>
          </a:p>
          <a:p>
            <a:pPr marL="0" indent="0">
              <a:buNone/>
            </a:pPr>
            <a:endParaRPr lang="da-DK" dirty="0">
              <a:latin typeface="Consolas" panose="020B0609020204030204" pitchFamily="49" charset="0"/>
              <a:cs typeface="Consolas" panose="020B0609020204030204" pitchFamily="49" charset="0"/>
            </a:endParaRPr>
          </a:p>
          <a:p>
            <a:pPr marL="0" indent="0">
              <a:buNone/>
            </a:pPr>
            <a:r>
              <a:rPr lang="da-DK" dirty="0">
                <a:latin typeface="Consolas" panose="020B0609020204030204" pitchFamily="49" charset="0"/>
                <a:cs typeface="Consolas" panose="020B0609020204030204" pitchFamily="49" charset="0"/>
              </a:rPr>
              <a:t>En rekursiv funktion kalder sig selv for at gentage koden.</a:t>
            </a:r>
          </a:p>
          <a:p>
            <a:pPr marL="0" indent="0">
              <a:buNone/>
            </a:pPr>
            <a:endParaRPr lang="da-DK" dirty="0">
              <a:latin typeface="Consolas" panose="020B0609020204030204" pitchFamily="49" charset="0"/>
              <a:cs typeface="Consolas" panose="020B0609020204030204" pitchFamily="49" charset="0"/>
            </a:endParaRPr>
          </a:p>
          <a:p>
            <a:pPr marL="0" indent="0">
              <a:buNone/>
            </a:pPr>
            <a:endParaRPr lang="da-DK" dirty="0"/>
          </a:p>
          <a:p>
            <a:pPr marL="0" indent="0">
              <a:buNone/>
            </a:pPr>
            <a:r>
              <a:rPr lang="da-DK" dirty="0">
                <a:latin typeface="Consolas" panose="020B0609020204030204" pitchFamily="49" charset="0"/>
                <a:cs typeface="Consolas" panose="020B0609020204030204" pitchFamily="49" charset="0"/>
              </a:rPr>
              <a:t>E</a:t>
            </a:r>
            <a:r>
              <a:rPr lang="da-DK" dirty="0"/>
              <a:t>n </a:t>
            </a:r>
            <a:r>
              <a:rPr lang="da-DK" dirty="0">
                <a:latin typeface="Consolas" panose="020B0609020204030204" pitchFamily="49" charset="0"/>
                <a:cs typeface="Consolas" panose="020B0609020204030204" pitchFamily="49" charset="0"/>
              </a:rPr>
              <a:t>klassisk rekursiv funktion er </a:t>
            </a:r>
            <a:r>
              <a:rPr lang="da-DK" dirty="0" err="1">
                <a:latin typeface="Consolas" panose="020B0609020204030204" pitchFamily="49" charset="0"/>
                <a:cs typeface="Consolas" panose="020B0609020204030204" pitchFamily="49" charset="0"/>
              </a:rPr>
              <a:t>factorial</a:t>
            </a:r>
            <a:r>
              <a:rPr lang="da-DK" dirty="0">
                <a:latin typeface="Consolas" panose="020B0609020204030204" pitchFamily="49" charset="0"/>
                <a:cs typeface="Consolas" panose="020B0609020204030204" pitchFamily="49" charset="0"/>
              </a:rPr>
              <a:t>:</a:t>
            </a:r>
          </a:p>
          <a:p>
            <a:pPr marL="0" indent="0">
              <a:buNone/>
            </a:pPr>
            <a:endParaRPr lang="da-DK" dirty="0">
              <a:latin typeface="Consolas" panose="020B0609020204030204" pitchFamily="49" charset="0"/>
              <a:cs typeface="Consolas" panose="020B0609020204030204" pitchFamily="49" charset="0"/>
            </a:endParaRPr>
          </a:p>
          <a:p>
            <a:pPr marL="0" indent="0">
              <a:buNone/>
            </a:pPr>
            <a:endParaRPr lang="da-DK" dirty="0">
              <a:latin typeface="Consolas" panose="020B0609020204030204" pitchFamily="49" charset="0"/>
              <a:cs typeface="Consolas" panose="020B0609020204030204" pitchFamily="49" charset="0"/>
            </a:endParaRPr>
          </a:p>
        </p:txBody>
      </p:sp>
      <p:pic>
        <p:nvPicPr>
          <p:cNvPr id="9" name="Billede 8">
            <a:extLst>
              <a:ext uri="{FF2B5EF4-FFF2-40B4-BE49-F238E27FC236}">
                <a16:creationId xmlns:a16="http://schemas.microsoft.com/office/drawing/2014/main" id="{5EBDCBBB-1F1F-42B3-A596-3D2D99B75821}"/>
              </a:ext>
            </a:extLst>
          </p:cNvPr>
          <p:cNvPicPr>
            <a:picLocks noChangeAspect="1"/>
          </p:cNvPicPr>
          <p:nvPr/>
        </p:nvPicPr>
        <p:blipFill>
          <a:blip r:embed="rId2"/>
          <a:stretch>
            <a:fillRect/>
          </a:stretch>
        </p:blipFill>
        <p:spPr>
          <a:xfrm>
            <a:off x="577472" y="3244094"/>
            <a:ext cx="4748598" cy="369812"/>
          </a:xfrm>
          <a:prstGeom prst="rect">
            <a:avLst/>
          </a:prstGeom>
        </p:spPr>
      </p:pic>
      <p:pic>
        <p:nvPicPr>
          <p:cNvPr id="11" name="Billede 10">
            <a:extLst>
              <a:ext uri="{FF2B5EF4-FFF2-40B4-BE49-F238E27FC236}">
                <a16:creationId xmlns:a16="http://schemas.microsoft.com/office/drawing/2014/main" id="{A59CBFBC-33B3-4E27-AEC4-B840AA91DD81}"/>
              </a:ext>
            </a:extLst>
          </p:cNvPr>
          <p:cNvPicPr>
            <a:picLocks noChangeAspect="1"/>
          </p:cNvPicPr>
          <p:nvPr/>
        </p:nvPicPr>
        <p:blipFill>
          <a:blip r:embed="rId3"/>
          <a:stretch>
            <a:fillRect/>
          </a:stretch>
        </p:blipFill>
        <p:spPr>
          <a:xfrm>
            <a:off x="1765276" y="4591222"/>
            <a:ext cx="2524368" cy="326935"/>
          </a:xfrm>
          <a:prstGeom prst="rect">
            <a:avLst/>
          </a:prstGeom>
        </p:spPr>
      </p:pic>
      <p:sp>
        <p:nvSpPr>
          <p:cNvPr id="6" name="TextBox 5">
            <a:extLst>
              <a:ext uri="{FF2B5EF4-FFF2-40B4-BE49-F238E27FC236}">
                <a16:creationId xmlns:a16="http://schemas.microsoft.com/office/drawing/2014/main" id="{DE4CECF0-5E56-F7A7-759A-495E117AB183}"/>
              </a:ext>
            </a:extLst>
          </p:cNvPr>
          <p:cNvSpPr txBox="1"/>
          <p:nvPr/>
        </p:nvSpPr>
        <p:spPr>
          <a:xfrm>
            <a:off x="5738142" y="1094036"/>
            <a:ext cx="6444574" cy="5001369"/>
          </a:xfrm>
          <a:prstGeom prst="rect">
            <a:avLst/>
          </a:prstGeom>
          <a:solidFill>
            <a:srgbClr val="FFC000">
              <a:alpha val="10000"/>
            </a:srgbClr>
          </a:solidFill>
        </p:spPr>
        <p:txBody>
          <a:bodyPr wrap="square">
            <a:spAutoFit/>
          </a:bodyPr>
          <a:lstStyle/>
          <a:p>
            <a:pPr marL="228600" indent="-228600">
              <a:buFont typeface="+mj-lt"/>
              <a:buAutoNum type="arabicPeriod"/>
            </a:pPr>
            <a:r>
              <a:rPr lang="en-US" sz="1100" b="0" dirty="0">
                <a:solidFill>
                  <a:srgbClr val="808080"/>
                </a:solidFill>
                <a:effectLst/>
                <a:latin typeface="Consolas" panose="020B0609020204030204" pitchFamily="49" charset="0"/>
              </a:rPr>
              <a:t>#include</a:t>
            </a:r>
            <a:r>
              <a:rPr lang="en-US" sz="1100" b="0" dirty="0">
                <a:solidFill>
                  <a:srgbClr val="000000"/>
                </a:solidFill>
                <a:effectLst/>
                <a:latin typeface="Consolas" panose="020B0609020204030204" pitchFamily="49" charset="0"/>
              </a:rPr>
              <a:t> </a:t>
            </a:r>
            <a:r>
              <a:rPr lang="en-US" sz="1100" b="0" dirty="0">
                <a:solidFill>
                  <a:srgbClr val="E21F1F"/>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E21F1F"/>
                </a:solidFill>
                <a:effectLst/>
                <a:latin typeface="Consolas" panose="020B0609020204030204" pitchFamily="49" charset="0"/>
              </a:rPr>
              <a:t>&gt;</a:t>
            </a:r>
            <a:endParaRPr lang="en-US" sz="1100" b="0" dirty="0">
              <a:solidFill>
                <a:srgbClr val="000000"/>
              </a:solidFill>
              <a:effectLst/>
              <a:latin typeface="Consolas" panose="020B0609020204030204" pitchFamily="49" charset="0"/>
            </a:endParaRPr>
          </a:p>
          <a:p>
            <a:pPr marL="228600" indent="-228600">
              <a:buFont typeface="+mj-lt"/>
              <a:buAutoNum type="arabicPeriod"/>
            </a:pPr>
            <a:br>
              <a:rPr lang="en-US" sz="1100" b="0" dirty="0">
                <a:solidFill>
                  <a:srgbClr val="000000"/>
                </a:solidFill>
                <a:effectLst/>
                <a:latin typeface="Consolas" panose="020B0609020204030204" pitchFamily="49" charset="0"/>
              </a:rPr>
            </a:b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factorial_iterative</a:t>
            </a:r>
            <a:r>
              <a:rPr lang="en-US" sz="1100" b="0" dirty="0">
                <a:solidFill>
                  <a:srgbClr val="000000"/>
                </a:solidFill>
                <a:effectLst/>
                <a:latin typeface="Consolas" panose="020B0609020204030204" pitchFamily="49" charset="0"/>
              </a:rPr>
              <a:t>(</a:t>
            </a:r>
            <a:r>
              <a:rPr lang="en-US" sz="1100" b="0" dirty="0">
                <a:solidFill>
                  <a:srgbClr val="0000FF"/>
                </a:solidFill>
                <a:effectLst/>
                <a:latin typeface="Consolas" panose="020B0609020204030204" pitchFamily="49" charset="0"/>
              </a:rPr>
              <a:t>unsigned</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product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for</a:t>
            </a:r>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j</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j</a:t>
            </a:r>
            <a:r>
              <a:rPr lang="en-US" sz="1100" b="0" dirty="0">
                <a:solidFill>
                  <a:srgbClr val="000000"/>
                </a:solidFill>
                <a:effectLst/>
                <a:latin typeface="Consolas" panose="020B0609020204030204" pitchFamily="49" charset="0"/>
              </a:rPr>
              <a:t>&lt;=</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j</a:t>
            </a:r>
            <a:r>
              <a:rPr lang="en-US" sz="1100" b="0" dirty="0" err="1">
                <a:solidFill>
                  <a:srgbClr val="000000"/>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product</a:t>
            </a:r>
            <a:r>
              <a:rPr lang="en-US" sz="1100" b="0" dirty="0">
                <a:solidFill>
                  <a:srgbClr val="000000"/>
                </a:solidFill>
                <a:effectLst/>
                <a:latin typeface="Consolas" panose="020B0609020204030204" pitchFamily="49" charset="0"/>
              </a:rPr>
              <a:t> *= </a:t>
            </a:r>
            <a:r>
              <a:rPr lang="en-US" sz="1100" b="0" dirty="0">
                <a:solidFill>
                  <a:srgbClr val="1F377F"/>
                </a:solidFill>
                <a:effectLst/>
                <a:latin typeface="Consolas" panose="020B0609020204030204" pitchFamily="49" charset="0"/>
              </a:rPr>
              <a:t>j</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product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factorial_rekursive</a:t>
            </a:r>
            <a:r>
              <a:rPr lang="en-US" sz="1100" b="0" dirty="0">
                <a:solidFill>
                  <a:srgbClr val="000000"/>
                </a:solidFill>
                <a:effectLst/>
                <a:latin typeface="Consolas" panose="020B0609020204030204" pitchFamily="49" charset="0"/>
              </a:rPr>
              <a:t>(</a:t>
            </a:r>
            <a:r>
              <a:rPr lang="en-US" sz="1100" b="0" dirty="0">
                <a:solidFill>
                  <a:srgbClr val="0000FF"/>
                </a:solidFill>
                <a:effectLst/>
                <a:latin typeface="Consolas" panose="020B0609020204030204" pitchFamily="49" charset="0"/>
              </a:rPr>
              <a:t>unsigned</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if</a:t>
            </a:r>
            <a:r>
              <a:rPr lang="en-US" sz="1100" b="0" dirty="0">
                <a:solidFill>
                  <a:srgbClr val="000000"/>
                </a:solidFill>
                <a:effectLst/>
                <a:latin typeface="Consolas" panose="020B0609020204030204" pitchFamily="49" charset="0"/>
              </a:rPr>
              <a:t>(</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&lt;=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err="1">
                <a:solidFill>
                  <a:srgbClr val="74531F"/>
                </a:solidFill>
                <a:effectLst/>
                <a:latin typeface="Consolas" panose="020B0609020204030204" pitchFamily="49" charset="0"/>
              </a:rPr>
              <a:t>factorial_rekursive</a:t>
            </a:r>
            <a:r>
              <a:rPr lang="en-US" sz="1100" b="0" dirty="0">
                <a:solidFill>
                  <a:srgbClr val="000000"/>
                </a:solidFill>
                <a:effectLst/>
                <a:latin typeface="Consolas" panose="020B0609020204030204" pitchFamily="49" charset="0"/>
              </a:rPr>
              <a:t>(</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void</a:t>
            </a:r>
            <a:r>
              <a:rPr lang="en-US" sz="1100" b="0" dirty="0">
                <a:solidFill>
                  <a:srgbClr val="000000"/>
                </a:solidFill>
                <a:effectLst/>
                <a:latin typeface="Consolas" panose="020B0609020204030204" pitchFamily="49" charset="0"/>
              </a:rPr>
              <a:t> </a:t>
            </a:r>
            <a:r>
              <a:rPr lang="en-US" sz="1100" b="0" dirty="0">
                <a:solidFill>
                  <a:srgbClr val="74531F"/>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100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for</a:t>
            </a:r>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&lt;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Iterative Factorial of </a:t>
            </a:r>
            <a:r>
              <a:rPr lang="en-US" sz="1100" b="0" dirty="0">
                <a:solidFill>
                  <a:srgbClr val="1F377F"/>
                </a:solidFill>
                <a:effectLst/>
                <a:latin typeface="Consolas" panose="020B0609020204030204" pitchFamily="49" charset="0"/>
              </a:rPr>
              <a:t>%d</a:t>
            </a:r>
            <a:r>
              <a:rPr lang="en-US" sz="1100" b="0" dirty="0">
                <a:solidFill>
                  <a:srgbClr val="A31515"/>
                </a:solidFill>
                <a:effectLst/>
                <a:latin typeface="Consolas" panose="020B0609020204030204" pitchFamily="49" charset="0"/>
              </a:rPr>
              <a:t> is </a:t>
            </a:r>
            <a:r>
              <a:rPr lang="en-US" sz="1100" b="0" dirty="0">
                <a:solidFill>
                  <a:srgbClr val="1F377F"/>
                </a:solidFill>
                <a:effectLst/>
                <a:latin typeface="Consolas" panose="020B0609020204030204" pitchFamily="49" charset="0"/>
              </a:rPr>
              <a:t>%</a:t>
            </a:r>
            <a:r>
              <a:rPr lang="en-US" sz="1100" b="0" dirty="0" err="1">
                <a:solidFill>
                  <a:srgbClr val="1F377F"/>
                </a:solidFill>
                <a:effectLst/>
                <a:latin typeface="Consolas" panose="020B0609020204030204" pitchFamily="49" charset="0"/>
              </a:rPr>
              <a:t>ld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factorial_iterative</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err="1">
                <a:solidFill>
                  <a:srgbClr val="A31515"/>
                </a:solidFill>
                <a:effectLst/>
                <a:latin typeface="Consolas" panose="020B0609020204030204" pitchFamily="49" charset="0"/>
              </a:rPr>
              <a:t>Rekursive</a:t>
            </a:r>
            <a:r>
              <a:rPr lang="en-US" sz="1100" b="0" dirty="0">
                <a:solidFill>
                  <a:srgbClr val="A31515"/>
                </a:solidFill>
                <a:effectLst/>
                <a:latin typeface="Consolas" panose="020B0609020204030204" pitchFamily="49" charset="0"/>
              </a:rPr>
              <a:t> Factorial of </a:t>
            </a:r>
            <a:r>
              <a:rPr lang="en-US" sz="1100" b="0" dirty="0">
                <a:solidFill>
                  <a:srgbClr val="1F377F"/>
                </a:solidFill>
                <a:effectLst/>
                <a:latin typeface="Consolas" panose="020B0609020204030204" pitchFamily="49" charset="0"/>
              </a:rPr>
              <a:t>%d</a:t>
            </a:r>
            <a:r>
              <a:rPr lang="en-US" sz="1100" b="0" dirty="0">
                <a:solidFill>
                  <a:srgbClr val="A31515"/>
                </a:solidFill>
                <a:effectLst/>
                <a:latin typeface="Consolas" panose="020B0609020204030204" pitchFamily="49" charset="0"/>
              </a:rPr>
              <a:t> is </a:t>
            </a:r>
            <a:r>
              <a:rPr lang="en-US" sz="1100" b="0" dirty="0">
                <a:solidFill>
                  <a:srgbClr val="1F377F"/>
                </a:solidFill>
                <a:effectLst/>
                <a:latin typeface="Consolas" panose="020B0609020204030204" pitchFamily="49" charset="0"/>
              </a:rPr>
              <a:t>%</a:t>
            </a:r>
            <a:r>
              <a:rPr lang="en-US" sz="1100" b="0" dirty="0" err="1">
                <a:solidFill>
                  <a:srgbClr val="1F377F"/>
                </a:solidFill>
                <a:effectLst/>
                <a:latin typeface="Consolas" panose="020B0609020204030204" pitchFamily="49" charset="0"/>
              </a:rPr>
              <a:t>ld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factorial_rekursive</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2386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0DC1CBAD-5535-4422-882C-4A87EED48CDD}"/>
              </a:ext>
            </a:extLst>
          </p:cNvPr>
          <p:cNvSpPr>
            <a:spLocks noGrp="1"/>
          </p:cNvSpPr>
          <p:nvPr>
            <p:ph type="sldNum" sz="quarter" idx="10"/>
          </p:nvPr>
        </p:nvSpPr>
        <p:spPr/>
        <p:txBody>
          <a:bodyPr/>
          <a:lstStyle/>
          <a:p>
            <a:fld id="{D8D877B3-D348-4611-9BDB-C5374591D951}" type="slidenum">
              <a:rPr lang="en-US" smtClean="0"/>
              <a:pPr/>
              <a:t>30</a:t>
            </a:fld>
            <a:endParaRPr lang="en-US" dirty="0"/>
          </a:p>
        </p:txBody>
      </p:sp>
      <p:sp>
        <p:nvSpPr>
          <p:cNvPr id="4" name="Titel 3">
            <a:extLst>
              <a:ext uri="{FF2B5EF4-FFF2-40B4-BE49-F238E27FC236}">
                <a16:creationId xmlns:a16="http://schemas.microsoft.com/office/drawing/2014/main" id="{F279D28B-7FD3-4C56-8106-4641D28448F2}"/>
              </a:ext>
            </a:extLst>
          </p:cNvPr>
          <p:cNvSpPr>
            <a:spLocks noGrp="1"/>
          </p:cNvSpPr>
          <p:nvPr>
            <p:ph type="title"/>
          </p:nvPr>
        </p:nvSpPr>
        <p:spPr>
          <a:xfrm>
            <a:off x="587374" y="359273"/>
            <a:ext cx="10301536" cy="1469527"/>
          </a:xfrm>
        </p:spPr>
        <p:txBody>
          <a:bodyPr/>
          <a:lstStyle/>
          <a:p>
            <a:r>
              <a:rPr lang="da-DK" dirty="0"/>
              <a:t>Rekursive funktioner kan skabe problemer</a:t>
            </a:r>
          </a:p>
        </p:txBody>
      </p:sp>
      <p:sp>
        <p:nvSpPr>
          <p:cNvPr id="5" name="Pladsholder til tekst 4">
            <a:extLst>
              <a:ext uri="{FF2B5EF4-FFF2-40B4-BE49-F238E27FC236}">
                <a16:creationId xmlns:a16="http://schemas.microsoft.com/office/drawing/2014/main" id="{7C33DE81-44D1-474E-861F-4B92C802B0E7}"/>
              </a:ext>
            </a:extLst>
          </p:cNvPr>
          <p:cNvSpPr>
            <a:spLocks noGrp="1"/>
          </p:cNvSpPr>
          <p:nvPr>
            <p:ph type="body" sz="quarter" idx="12"/>
          </p:nvPr>
        </p:nvSpPr>
        <p:spPr>
          <a:xfrm>
            <a:off x="587375" y="1828799"/>
            <a:ext cx="5516364" cy="4479721"/>
          </a:xfrm>
        </p:spPr>
        <p:txBody>
          <a:bodyPr>
            <a:normAutofit/>
          </a:bodyPr>
          <a:lstStyle/>
          <a:p>
            <a:pPr marL="0" indent="0">
              <a:buNone/>
            </a:pPr>
            <a:r>
              <a:rPr lang="da-DK" sz="1800" dirty="0">
                <a:latin typeface="Consolas" panose="020B0609020204030204" pitchFamily="49" charset="0"/>
                <a:cs typeface="Consolas" panose="020B0609020204030204" pitchFamily="49" charset="0"/>
              </a:rPr>
              <a:t>Hvis rekursive funktioner bruger meget hukommelse per funktionskald, risikerer man </a:t>
            </a:r>
            <a:r>
              <a:rPr lang="da-DK" sz="1800" dirty="0" err="1">
                <a:latin typeface="Consolas" panose="020B0609020204030204" pitchFamily="49" charset="0"/>
                <a:cs typeface="Consolas" panose="020B0609020204030204" pitchFamily="49" charset="0"/>
              </a:rPr>
              <a:t>stack-overflow</a:t>
            </a:r>
            <a:r>
              <a:rPr lang="da-DK" sz="1800" dirty="0">
                <a:latin typeface="Consolas" panose="020B0609020204030204" pitchFamily="49" charset="0"/>
                <a:cs typeface="Consolas" panose="020B0609020204030204" pitchFamily="49" charset="0"/>
              </a:rPr>
              <a:t>. </a:t>
            </a:r>
          </a:p>
          <a:p>
            <a:pPr>
              <a:buFont typeface="Arial" panose="020B0604020202020204" pitchFamily="34" charset="0"/>
              <a:buChar char="•"/>
            </a:pPr>
            <a:r>
              <a:rPr lang="da-DK" sz="1800" dirty="0">
                <a:latin typeface="Consolas" panose="020B0609020204030204" pitchFamily="49" charset="0"/>
                <a:cs typeface="Consolas" panose="020B0609020204030204" pitchFamily="49" charset="0"/>
              </a:rPr>
              <a:t>løber simpelt hen tør hukommelse </a:t>
            </a:r>
          </a:p>
          <a:p>
            <a:pPr>
              <a:buFont typeface="Arial" panose="020B0604020202020204" pitchFamily="34" charset="0"/>
              <a:buChar char="•"/>
            </a:pPr>
            <a:r>
              <a:rPr lang="da-DK" sz="1800" dirty="0">
                <a:latin typeface="Consolas" panose="020B0609020204030204" pitchFamily="49" charset="0"/>
                <a:cs typeface="Consolas" panose="020B0609020204030204" pitchFamily="49" charset="0"/>
              </a:rPr>
              <a:t>koden går ned (crashing). </a:t>
            </a:r>
          </a:p>
          <a:p>
            <a:pPr marL="0" indent="0">
              <a:buNone/>
            </a:pPr>
            <a:r>
              <a:rPr lang="da-DK" sz="1800" dirty="0">
                <a:latin typeface="Consolas" panose="020B0609020204030204" pitchFamily="49" charset="0"/>
                <a:cs typeface="Consolas" panose="020B0609020204030204" pitchFamily="49" charset="0"/>
              </a:rPr>
              <a:t>På maskiner med begrænset hukommelse.</a:t>
            </a:r>
          </a:p>
          <a:p>
            <a:pPr marL="0" indent="0">
              <a:buNone/>
            </a:pPr>
            <a:r>
              <a:rPr lang="da-DK" sz="1800" b="1" dirty="0">
                <a:latin typeface="Consolas" panose="020B0609020204030204" pitchFamily="49" charset="0"/>
                <a:cs typeface="Consolas" panose="020B0609020204030204" pitchFamily="49" charset="0"/>
              </a:rPr>
              <a:t>ESP32</a:t>
            </a:r>
            <a:r>
              <a:rPr lang="da-DK" sz="1800" dirty="0">
                <a:latin typeface="Consolas" panose="020B0609020204030204" pitchFamily="49" charset="0"/>
                <a:cs typeface="Consolas" panose="020B0609020204030204" pitchFamily="49" charset="0"/>
              </a:rPr>
              <a:t>, virker det fint med 4 iterationer, ved 5 iterationer -&gt; </a:t>
            </a:r>
            <a:r>
              <a:rPr lang="da-DK" sz="1800" dirty="0">
                <a:highlight>
                  <a:srgbClr val="FF0000"/>
                </a:highlight>
                <a:latin typeface="Consolas" panose="020B0609020204030204" pitchFamily="49" charset="0"/>
                <a:cs typeface="Consolas" panose="020B0609020204030204" pitchFamily="49" charset="0"/>
              </a:rPr>
              <a:t>et </a:t>
            </a:r>
            <a:r>
              <a:rPr lang="da-DK" sz="1800" dirty="0" err="1">
                <a:highlight>
                  <a:srgbClr val="FF0000"/>
                </a:highlight>
                <a:latin typeface="Consolas" panose="020B0609020204030204" pitchFamily="49" charset="0"/>
                <a:cs typeface="Consolas" panose="020B0609020204030204" pitchFamily="49" charset="0"/>
              </a:rPr>
              <a:t>stack</a:t>
            </a:r>
            <a:r>
              <a:rPr lang="da-DK" sz="1800" dirty="0">
                <a:highlight>
                  <a:srgbClr val="FF0000"/>
                </a:highlight>
                <a:latin typeface="Consolas" panose="020B0609020204030204" pitchFamily="49" charset="0"/>
                <a:cs typeface="Consolas" panose="020B0609020204030204" pitchFamily="49" charset="0"/>
              </a:rPr>
              <a:t> </a:t>
            </a:r>
            <a:r>
              <a:rPr lang="da-DK" sz="1800" dirty="0" err="1">
                <a:highlight>
                  <a:srgbClr val="FF0000"/>
                </a:highlight>
                <a:latin typeface="Consolas" panose="020B0609020204030204" pitchFamily="49" charset="0"/>
                <a:cs typeface="Consolas" panose="020B0609020204030204" pitchFamily="49" charset="0"/>
              </a:rPr>
              <a:t>overflow</a:t>
            </a:r>
            <a:endParaRPr lang="da-DK" sz="1800" dirty="0">
              <a:highlight>
                <a:srgbClr val="FF0000"/>
              </a:highlight>
              <a:latin typeface="Consolas" panose="020B0609020204030204" pitchFamily="49" charset="0"/>
              <a:cs typeface="Consolas" panose="020B0609020204030204" pitchFamily="49" charset="0"/>
            </a:endParaRPr>
          </a:p>
          <a:p>
            <a:pPr marL="0" indent="0">
              <a:buNone/>
            </a:pPr>
            <a:endParaRPr lang="da-DK" sz="1800" dirty="0">
              <a:latin typeface="Consolas" panose="020B0609020204030204" pitchFamily="49" charset="0"/>
              <a:cs typeface="Consolas" panose="020B0609020204030204" pitchFamily="49" charset="0"/>
            </a:endParaRPr>
          </a:p>
          <a:p>
            <a:pPr marL="0" indent="0">
              <a:buNone/>
            </a:pPr>
            <a:endParaRPr lang="da-DK" sz="1800" dirty="0">
              <a:latin typeface="Consolas" panose="020B0609020204030204" pitchFamily="49" charset="0"/>
              <a:cs typeface="Consolas" panose="020B0609020204030204" pitchFamily="49" charset="0"/>
            </a:endParaRPr>
          </a:p>
        </p:txBody>
      </p:sp>
      <p:pic>
        <p:nvPicPr>
          <p:cNvPr id="7" name="Billede 6">
            <a:extLst>
              <a:ext uri="{FF2B5EF4-FFF2-40B4-BE49-F238E27FC236}">
                <a16:creationId xmlns:a16="http://schemas.microsoft.com/office/drawing/2014/main" id="{727629AC-C5BA-448A-BD91-9A8BB34B2849}"/>
              </a:ext>
            </a:extLst>
          </p:cNvPr>
          <p:cNvPicPr>
            <a:picLocks noChangeAspect="1"/>
          </p:cNvPicPr>
          <p:nvPr/>
        </p:nvPicPr>
        <p:blipFill>
          <a:blip r:embed="rId2"/>
          <a:stretch>
            <a:fillRect/>
          </a:stretch>
        </p:blipFill>
        <p:spPr>
          <a:xfrm>
            <a:off x="6394991" y="1329358"/>
            <a:ext cx="5516364" cy="2756259"/>
          </a:xfrm>
          <a:prstGeom prst="rect">
            <a:avLst/>
          </a:prstGeom>
        </p:spPr>
      </p:pic>
    </p:spTree>
    <p:extLst>
      <p:ext uri="{BB962C8B-B14F-4D97-AF65-F5344CB8AC3E}">
        <p14:creationId xmlns:p14="http://schemas.microsoft.com/office/powerpoint/2010/main" val="3469801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lede 6">
            <a:extLst>
              <a:ext uri="{FF2B5EF4-FFF2-40B4-BE49-F238E27FC236}">
                <a16:creationId xmlns:a16="http://schemas.microsoft.com/office/drawing/2014/main" id="{71071C02-2222-46C9-BE9B-9F82C3E35655}"/>
              </a:ext>
            </a:extLst>
          </p:cNvPr>
          <p:cNvPicPr>
            <a:picLocks noChangeAspect="1"/>
          </p:cNvPicPr>
          <p:nvPr/>
        </p:nvPicPr>
        <p:blipFill rotWithShape="1">
          <a:blip r:embed="rId2"/>
          <a:srcRect t="10447" r="43634" b="19725"/>
          <a:stretch/>
        </p:blipFill>
        <p:spPr>
          <a:xfrm>
            <a:off x="587374" y="1252264"/>
            <a:ext cx="6089091" cy="5246463"/>
          </a:xfrm>
          <a:prstGeom prst="rect">
            <a:avLst/>
          </a:prstGeom>
        </p:spPr>
      </p:pic>
      <p:grpSp>
        <p:nvGrpSpPr>
          <p:cNvPr id="33" name="Gruppe 32">
            <a:extLst>
              <a:ext uri="{FF2B5EF4-FFF2-40B4-BE49-F238E27FC236}">
                <a16:creationId xmlns:a16="http://schemas.microsoft.com/office/drawing/2014/main" id="{ACDC9ED4-424F-4230-B384-6FADFDF54045}"/>
              </a:ext>
            </a:extLst>
          </p:cNvPr>
          <p:cNvGrpSpPr/>
          <p:nvPr/>
        </p:nvGrpSpPr>
        <p:grpSpPr>
          <a:xfrm>
            <a:off x="7346814" y="881206"/>
            <a:ext cx="4564541" cy="5523574"/>
            <a:chOff x="7346814" y="881206"/>
            <a:chExt cx="4564541" cy="5523574"/>
          </a:xfrm>
        </p:grpSpPr>
        <p:pic>
          <p:nvPicPr>
            <p:cNvPr id="9" name="Billede 8">
              <a:extLst>
                <a:ext uri="{FF2B5EF4-FFF2-40B4-BE49-F238E27FC236}">
                  <a16:creationId xmlns:a16="http://schemas.microsoft.com/office/drawing/2014/main" id="{F9FC064D-3D77-49AE-8EA7-7EF30BBA0C08}"/>
                </a:ext>
              </a:extLst>
            </p:cNvPr>
            <p:cNvPicPr>
              <a:picLocks noChangeAspect="1"/>
            </p:cNvPicPr>
            <p:nvPr/>
          </p:nvPicPr>
          <p:blipFill>
            <a:blip r:embed="rId3"/>
            <a:stretch>
              <a:fillRect/>
            </a:stretch>
          </p:blipFill>
          <p:spPr>
            <a:xfrm>
              <a:off x="7346814" y="1252264"/>
              <a:ext cx="4564541" cy="5152516"/>
            </a:xfrm>
            <a:prstGeom prst="rect">
              <a:avLst/>
            </a:prstGeom>
          </p:spPr>
        </p:pic>
        <p:sp>
          <p:nvSpPr>
            <p:cNvPr id="32" name="Tekstfelt 31">
              <a:extLst>
                <a:ext uri="{FF2B5EF4-FFF2-40B4-BE49-F238E27FC236}">
                  <a16:creationId xmlns:a16="http://schemas.microsoft.com/office/drawing/2014/main" id="{84862156-CCAD-4F1F-A354-17B8FF5CED46}"/>
                </a:ext>
              </a:extLst>
            </p:cNvPr>
            <p:cNvSpPr txBox="1"/>
            <p:nvPr/>
          </p:nvSpPr>
          <p:spPr>
            <a:xfrm>
              <a:off x="8215710" y="881206"/>
              <a:ext cx="3044879" cy="369332"/>
            </a:xfrm>
            <a:prstGeom prst="rect">
              <a:avLst/>
            </a:prstGeom>
            <a:noFill/>
          </p:spPr>
          <p:txBody>
            <a:bodyPr wrap="square">
              <a:spAutoFit/>
            </a:bodyPr>
            <a:lstStyle/>
            <a:p>
              <a:pPr marL="0" indent="0">
                <a:buNone/>
              </a:pPr>
              <a:r>
                <a:rPr lang="da-DK" sz="1800" dirty="0"/>
                <a:t>Output i terminalen:</a:t>
              </a:r>
            </a:p>
          </p:txBody>
        </p:sp>
      </p:grpSp>
      <p:sp>
        <p:nvSpPr>
          <p:cNvPr id="3" name="Pladsholder til slidenummer 2">
            <a:extLst>
              <a:ext uri="{FF2B5EF4-FFF2-40B4-BE49-F238E27FC236}">
                <a16:creationId xmlns:a16="http://schemas.microsoft.com/office/drawing/2014/main" id="{A6B32DC9-D4E0-4241-87EB-49283092BB15}"/>
              </a:ext>
            </a:extLst>
          </p:cNvPr>
          <p:cNvSpPr>
            <a:spLocks noGrp="1"/>
          </p:cNvSpPr>
          <p:nvPr>
            <p:ph type="sldNum" sz="quarter" idx="10"/>
          </p:nvPr>
        </p:nvSpPr>
        <p:spPr/>
        <p:txBody>
          <a:bodyPr/>
          <a:lstStyle/>
          <a:p>
            <a:fld id="{D8D877B3-D348-4611-9BDB-C5374591D951}" type="slidenum">
              <a:rPr lang="en-US" smtClean="0"/>
              <a:pPr/>
              <a:t>31</a:t>
            </a:fld>
            <a:endParaRPr lang="en-US" dirty="0"/>
          </a:p>
        </p:txBody>
      </p:sp>
      <p:sp>
        <p:nvSpPr>
          <p:cNvPr id="4" name="Titel 3">
            <a:extLst>
              <a:ext uri="{FF2B5EF4-FFF2-40B4-BE49-F238E27FC236}">
                <a16:creationId xmlns:a16="http://schemas.microsoft.com/office/drawing/2014/main" id="{1EE98054-5CCF-4038-9E2D-0174438E2C9F}"/>
              </a:ext>
            </a:extLst>
          </p:cNvPr>
          <p:cNvSpPr>
            <a:spLocks noGrp="1"/>
          </p:cNvSpPr>
          <p:nvPr>
            <p:ph type="title"/>
          </p:nvPr>
        </p:nvSpPr>
        <p:spPr>
          <a:xfrm>
            <a:off x="587374" y="359273"/>
            <a:ext cx="9423961" cy="1621619"/>
          </a:xfrm>
        </p:spPr>
        <p:txBody>
          <a:bodyPr/>
          <a:lstStyle/>
          <a:p>
            <a:r>
              <a:rPr lang="da-DK" dirty="0"/>
              <a:t>Rekursive crash på en ESP32</a:t>
            </a:r>
            <a:endParaRPr lang="en-US" dirty="0"/>
          </a:p>
        </p:txBody>
      </p:sp>
      <p:grpSp>
        <p:nvGrpSpPr>
          <p:cNvPr id="10" name="Gruppe 9">
            <a:extLst>
              <a:ext uri="{FF2B5EF4-FFF2-40B4-BE49-F238E27FC236}">
                <a16:creationId xmlns:a16="http://schemas.microsoft.com/office/drawing/2014/main" id="{BBE5D64D-6B08-49D0-9DDD-523AD6BC434A}"/>
              </a:ext>
            </a:extLst>
          </p:cNvPr>
          <p:cNvGrpSpPr/>
          <p:nvPr/>
        </p:nvGrpSpPr>
        <p:grpSpPr>
          <a:xfrm>
            <a:off x="4247752" y="1214057"/>
            <a:ext cx="6594045" cy="799301"/>
            <a:chOff x="471958" y="2690519"/>
            <a:chExt cx="6594045" cy="799301"/>
          </a:xfrm>
        </p:grpSpPr>
        <p:sp>
          <p:nvSpPr>
            <p:cNvPr id="11" name="Tekstfelt 10">
              <a:extLst>
                <a:ext uri="{FF2B5EF4-FFF2-40B4-BE49-F238E27FC236}">
                  <a16:creationId xmlns:a16="http://schemas.microsoft.com/office/drawing/2014/main" id="{230F275A-16C0-49EA-B58E-FE7DECE25CDC}"/>
                </a:ext>
              </a:extLst>
            </p:cNvPr>
            <p:cNvSpPr txBox="1"/>
            <p:nvPr/>
          </p:nvSpPr>
          <p:spPr>
            <a:xfrm>
              <a:off x="471958" y="2690519"/>
              <a:ext cx="2300630" cy="369332"/>
            </a:xfrm>
            <a:prstGeom prst="rect">
              <a:avLst/>
            </a:prstGeom>
            <a:noFill/>
            <a:ln w="28575">
              <a:solidFill>
                <a:srgbClr val="FF0000"/>
              </a:solidFill>
            </a:ln>
          </p:spPr>
          <p:txBody>
            <a:bodyPr wrap="none" rtlCol="0">
              <a:spAutoFit/>
            </a:bodyPr>
            <a:lstStyle/>
            <a:p>
              <a:r>
                <a:rPr lang="en-US" i="1" dirty="0"/>
                <a:t>POWERON_RESET</a:t>
              </a:r>
              <a:endParaRPr lang="en-US" dirty="0"/>
            </a:p>
          </p:txBody>
        </p:sp>
        <p:sp>
          <p:nvSpPr>
            <p:cNvPr id="12" name="Rektangel 11">
              <a:extLst>
                <a:ext uri="{FF2B5EF4-FFF2-40B4-BE49-F238E27FC236}">
                  <a16:creationId xmlns:a16="http://schemas.microsoft.com/office/drawing/2014/main" id="{8DD36B40-5769-4290-9B6B-A4D40C796895}"/>
                </a:ext>
              </a:extLst>
            </p:cNvPr>
            <p:cNvSpPr/>
            <p:nvPr/>
          </p:nvSpPr>
          <p:spPr>
            <a:xfrm>
              <a:off x="3572962" y="3318159"/>
              <a:ext cx="3493041" cy="171661"/>
            </a:xfrm>
            <a:prstGeom prst="rect">
              <a:avLst/>
            </a:prstGeom>
            <a:noFill/>
            <a:ln w="28575">
              <a:solidFill>
                <a:srgbClr val="FF0000"/>
              </a:solidFill>
            </a:ln>
          </p:spPr>
          <p:txBody>
            <a:bodyPr wrap="square" rtlCol="0">
              <a:spAutoFit/>
            </a:bodyPr>
            <a:lstStyle/>
            <a:p>
              <a:endParaRPr lang="en-US" i="1">
                <a:solidFill>
                  <a:schemeClr val="tx1"/>
                </a:solidFill>
              </a:endParaRPr>
            </a:p>
          </p:txBody>
        </p:sp>
        <p:cxnSp>
          <p:nvCxnSpPr>
            <p:cNvPr id="13" name="Lige forbindelse 12">
              <a:extLst>
                <a:ext uri="{FF2B5EF4-FFF2-40B4-BE49-F238E27FC236}">
                  <a16:creationId xmlns:a16="http://schemas.microsoft.com/office/drawing/2014/main" id="{87EBEF26-591D-403B-92C0-3B0DC626F639}"/>
                </a:ext>
              </a:extLst>
            </p:cNvPr>
            <p:cNvCxnSpPr>
              <a:cxnSpLocks/>
              <a:endCxn id="12" idx="0"/>
            </p:cNvCxnSpPr>
            <p:nvPr/>
          </p:nvCxnSpPr>
          <p:spPr>
            <a:xfrm>
              <a:off x="2772588" y="2875185"/>
              <a:ext cx="2546895" cy="442974"/>
            </a:xfrm>
            <a:prstGeom prst="line">
              <a:avLst/>
            </a:prstGeom>
            <a:noFill/>
            <a:ln w="28575">
              <a:solidFill>
                <a:srgbClr val="FF0000"/>
              </a:solidFill>
            </a:ln>
          </p:spPr>
        </p:cxnSp>
      </p:grpSp>
      <p:grpSp>
        <p:nvGrpSpPr>
          <p:cNvPr id="16" name="Gruppe 15">
            <a:extLst>
              <a:ext uri="{FF2B5EF4-FFF2-40B4-BE49-F238E27FC236}">
                <a16:creationId xmlns:a16="http://schemas.microsoft.com/office/drawing/2014/main" id="{54179FF5-8188-4F05-97F7-3C4E3A1F3397}"/>
              </a:ext>
            </a:extLst>
          </p:cNvPr>
          <p:cNvGrpSpPr/>
          <p:nvPr/>
        </p:nvGrpSpPr>
        <p:grpSpPr>
          <a:xfrm>
            <a:off x="4468657" y="5047465"/>
            <a:ext cx="6371466" cy="639315"/>
            <a:chOff x="694537" y="3318159"/>
            <a:chExt cx="6371466" cy="639315"/>
          </a:xfrm>
        </p:grpSpPr>
        <p:sp>
          <p:nvSpPr>
            <p:cNvPr id="17" name="Tekstfelt 16">
              <a:extLst>
                <a:ext uri="{FF2B5EF4-FFF2-40B4-BE49-F238E27FC236}">
                  <a16:creationId xmlns:a16="http://schemas.microsoft.com/office/drawing/2014/main" id="{BB21721C-AB7B-44D8-B4E5-06A5390A19E2}"/>
                </a:ext>
              </a:extLst>
            </p:cNvPr>
            <p:cNvSpPr txBox="1"/>
            <p:nvPr/>
          </p:nvSpPr>
          <p:spPr>
            <a:xfrm>
              <a:off x="694537" y="3588142"/>
              <a:ext cx="2069797" cy="369332"/>
            </a:xfrm>
            <a:prstGeom prst="rect">
              <a:avLst/>
            </a:prstGeom>
            <a:noFill/>
            <a:ln w="28575">
              <a:solidFill>
                <a:srgbClr val="FF0000"/>
              </a:solidFill>
            </a:ln>
          </p:spPr>
          <p:txBody>
            <a:bodyPr wrap="none" rtlCol="0">
              <a:spAutoFit/>
            </a:bodyPr>
            <a:lstStyle/>
            <a:p>
              <a:r>
                <a:rPr lang="en-US" i="1" dirty="0"/>
                <a:t>SW_CPU_RESET</a:t>
              </a:r>
              <a:endParaRPr lang="en-US" dirty="0"/>
            </a:p>
          </p:txBody>
        </p:sp>
        <p:sp>
          <p:nvSpPr>
            <p:cNvPr id="18" name="Rektangel 17">
              <a:extLst>
                <a:ext uri="{FF2B5EF4-FFF2-40B4-BE49-F238E27FC236}">
                  <a16:creationId xmlns:a16="http://schemas.microsoft.com/office/drawing/2014/main" id="{81E81BF8-66FE-4469-860C-6EE462DBA48F}"/>
                </a:ext>
              </a:extLst>
            </p:cNvPr>
            <p:cNvSpPr/>
            <p:nvPr/>
          </p:nvSpPr>
          <p:spPr>
            <a:xfrm>
              <a:off x="3572962" y="3318159"/>
              <a:ext cx="3493041" cy="171661"/>
            </a:xfrm>
            <a:prstGeom prst="rect">
              <a:avLst/>
            </a:prstGeom>
            <a:noFill/>
            <a:ln w="28575">
              <a:solidFill>
                <a:srgbClr val="FF0000"/>
              </a:solidFill>
            </a:ln>
          </p:spPr>
          <p:txBody>
            <a:bodyPr wrap="square" rtlCol="0">
              <a:spAutoFit/>
            </a:bodyPr>
            <a:lstStyle/>
            <a:p>
              <a:endParaRPr lang="en-US" i="1">
                <a:solidFill>
                  <a:schemeClr val="tx1"/>
                </a:solidFill>
              </a:endParaRPr>
            </a:p>
          </p:txBody>
        </p:sp>
        <p:cxnSp>
          <p:nvCxnSpPr>
            <p:cNvPr id="19" name="Lige forbindelse 18">
              <a:extLst>
                <a:ext uri="{FF2B5EF4-FFF2-40B4-BE49-F238E27FC236}">
                  <a16:creationId xmlns:a16="http://schemas.microsoft.com/office/drawing/2014/main" id="{476E7A85-11F2-4425-B833-4D5D8C1901F8}"/>
                </a:ext>
              </a:extLst>
            </p:cNvPr>
            <p:cNvCxnSpPr>
              <a:cxnSpLocks/>
              <a:endCxn id="18" idx="2"/>
            </p:cNvCxnSpPr>
            <p:nvPr/>
          </p:nvCxnSpPr>
          <p:spPr>
            <a:xfrm flipV="1">
              <a:off x="2774262" y="3489820"/>
              <a:ext cx="2545221" cy="282990"/>
            </a:xfrm>
            <a:prstGeom prst="line">
              <a:avLst/>
            </a:prstGeom>
            <a:noFill/>
            <a:ln w="28575">
              <a:solidFill>
                <a:srgbClr val="FF0000"/>
              </a:solidFill>
            </a:ln>
          </p:spPr>
        </p:cxnSp>
      </p:grpSp>
      <p:grpSp>
        <p:nvGrpSpPr>
          <p:cNvPr id="20" name="Gruppe 19">
            <a:extLst>
              <a:ext uri="{FF2B5EF4-FFF2-40B4-BE49-F238E27FC236}">
                <a16:creationId xmlns:a16="http://schemas.microsoft.com/office/drawing/2014/main" id="{5816CC1A-D4F4-4B6A-953A-5EF607024A1D}"/>
              </a:ext>
            </a:extLst>
          </p:cNvPr>
          <p:cNvGrpSpPr/>
          <p:nvPr/>
        </p:nvGrpSpPr>
        <p:grpSpPr>
          <a:xfrm>
            <a:off x="4863305" y="3308112"/>
            <a:ext cx="6476582" cy="799301"/>
            <a:chOff x="1087511" y="2690519"/>
            <a:chExt cx="6476582" cy="799301"/>
          </a:xfrm>
        </p:grpSpPr>
        <p:sp>
          <p:nvSpPr>
            <p:cNvPr id="21" name="Tekstfelt 20">
              <a:extLst>
                <a:ext uri="{FF2B5EF4-FFF2-40B4-BE49-F238E27FC236}">
                  <a16:creationId xmlns:a16="http://schemas.microsoft.com/office/drawing/2014/main" id="{7C81AC05-5853-4333-A3AE-88C7F3B50C10}"/>
                </a:ext>
              </a:extLst>
            </p:cNvPr>
            <p:cNvSpPr txBox="1"/>
            <p:nvPr/>
          </p:nvSpPr>
          <p:spPr>
            <a:xfrm>
              <a:off x="1087511" y="2690519"/>
              <a:ext cx="1685077" cy="369332"/>
            </a:xfrm>
            <a:prstGeom prst="rect">
              <a:avLst/>
            </a:prstGeom>
            <a:noFill/>
            <a:ln w="28575">
              <a:solidFill>
                <a:srgbClr val="FF0000"/>
              </a:solidFill>
            </a:ln>
          </p:spPr>
          <p:txBody>
            <a:bodyPr wrap="none" rtlCol="0">
              <a:spAutoFit/>
            </a:bodyPr>
            <a:lstStyle/>
            <a:p>
              <a:r>
                <a:rPr lang="en-US" i="1" dirty="0"/>
                <a:t>Stack overflow</a:t>
              </a:r>
              <a:endParaRPr lang="en-US" dirty="0"/>
            </a:p>
          </p:txBody>
        </p:sp>
        <p:sp>
          <p:nvSpPr>
            <p:cNvPr id="22" name="Rektangel 21">
              <a:extLst>
                <a:ext uri="{FF2B5EF4-FFF2-40B4-BE49-F238E27FC236}">
                  <a16:creationId xmlns:a16="http://schemas.microsoft.com/office/drawing/2014/main" id="{13D3B774-74EA-426E-8546-BC025D5C9605}"/>
                </a:ext>
              </a:extLst>
            </p:cNvPr>
            <p:cNvSpPr/>
            <p:nvPr/>
          </p:nvSpPr>
          <p:spPr>
            <a:xfrm>
              <a:off x="3572962" y="3318159"/>
              <a:ext cx="3991131" cy="171661"/>
            </a:xfrm>
            <a:prstGeom prst="rect">
              <a:avLst/>
            </a:prstGeom>
            <a:noFill/>
            <a:ln w="28575">
              <a:solidFill>
                <a:srgbClr val="FF0000"/>
              </a:solidFill>
            </a:ln>
          </p:spPr>
          <p:txBody>
            <a:bodyPr wrap="square" rtlCol="0">
              <a:spAutoFit/>
            </a:bodyPr>
            <a:lstStyle/>
            <a:p>
              <a:endParaRPr lang="en-US" i="1">
                <a:solidFill>
                  <a:schemeClr val="tx1"/>
                </a:solidFill>
              </a:endParaRPr>
            </a:p>
          </p:txBody>
        </p:sp>
        <p:cxnSp>
          <p:nvCxnSpPr>
            <p:cNvPr id="23" name="Lige forbindelse 22">
              <a:extLst>
                <a:ext uri="{FF2B5EF4-FFF2-40B4-BE49-F238E27FC236}">
                  <a16:creationId xmlns:a16="http://schemas.microsoft.com/office/drawing/2014/main" id="{0985DA58-A8C0-4EEF-A3F2-9A69F992119D}"/>
                </a:ext>
              </a:extLst>
            </p:cNvPr>
            <p:cNvCxnSpPr>
              <a:cxnSpLocks/>
              <a:endCxn id="22" idx="0"/>
            </p:cNvCxnSpPr>
            <p:nvPr/>
          </p:nvCxnSpPr>
          <p:spPr>
            <a:xfrm>
              <a:off x="2772588" y="2875185"/>
              <a:ext cx="2795940" cy="442974"/>
            </a:xfrm>
            <a:prstGeom prst="line">
              <a:avLst/>
            </a:prstGeom>
            <a:noFill/>
            <a:ln w="28575">
              <a:solidFill>
                <a:srgbClr val="FF0000"/>
              </a:solidFill>
            </a:ln>
          </p:spPr>
        </p:cxnSp>
      </p:grpSp>
      <p:grpSp>
        <p:nvGrpSpPr>
          <p:cNvPr id="27" name="Gruppe 26">
            <a:extLst>
              <a:ext uri="{FF2B5EF4-FFF2-40B4-BE49-F238E27FC236}">
                <a16:creationId xmlns:a16="http://schemas.microsoft.com/office/drawing/2014/main" id="{2F3AB24A-2444-4594-BD88-1A4434732BED}"/>
              </a:ext>
            </a:extLst>
          </p:cNvPr>
          <p:cNvGrpSpPr/>
          <p:nvPr/>
        </p:nvGrpSpPr>
        <p:grpSpPr>
          <a:xfrm>
            <a:off x="5016223" y="3997095"/>
            <a:ext cx="6323664" cy="799301"/>
            <a:chOff x="1240429" y="2690519"/>
            <a:chExt cx="6323664" cy="799301"/>
          </a:xfrm>
        </p:grpSpPr>
        <p:sp>
          <p:nvSpPr>
            <p:cNvPr id="28" name="Tekstfelt 27">
              <a:extLst>
                <a:ext uri="{FF2B5EF4-FFF2-40B4-BE49-F238E27FC236}">
                  <a16:creationId xmlns:a16="http://schemas.microsoft.com/office/drawing/2014/main" id="{CF47A141-A307-47F3-867A-49E385164B35}"/>
                </a:ext>
              </a:extLst>
            </p:cNvPr>
            <p:cNvSpPr txBox="1"/>
            <p:nvPr/>
          </p:nvSpPr>
          <p:spPr>
            <a:xfrm>
              <a:off x="1240429" y="2690519"/>
              <a:ext cx="1531188" cy="369332"/>
            </a:xfrm>
            <a:prstGeom prst="rect">
              <a:avLst/>
            </a:prstGeom>
            <a:noFill/>
            <a:ln w="28575">
              <a:solidFill>
                <a:srgbClr val="FF0000"/>
              </a:solidFill>
            </a:ln>
          </p:spPr>
          <p:txBody>
            <a:bodyPr wrap="none" rtlCol="0">
              <a:spAutoFit/>
            </a:bodyPr>
            <a:lstStyle/>
            <a:p>
              <a:r>
                <a:rPr lang="en-US" i="1" dirty="0"/>
                <a:t>Rebooting …</a:t>
              </a:r>
              <a:endParaRPr lang="en-US" dirty="0"/>
            </a:p>
          </p:txBody>
        </p:sp>
        <p:sp>
          <p:nvSpPr>
            <p:cNvPr id="29" name="Rektangel 28">
              <a:extLst>
                <a:ext uri="{FF2B5EF4-FFF2-40B4-BE49-F238E27FC236}">
                  <a16:creationId xmlns:a16="http://schemas.microsoft.com/office/drawing/2014/main" id="{65740DA2-D7E2-4F07-A764-D381C7339437}"/>
                </a:ext>
              </a:extLst>
            </p:cNvPr>
            <p:cNvSpPr/>
            <p:nvPr/>
          </p:nvSpPr>
          <p:spPr>
            <a:xfrm>
              <a:off x="3572962" y="3318159"/>
              <a:ext cx="3991131" cy="171661"/>
            </a:xfrm>
            <a:prstGeom prst="rect">
              <a:avLst/>
            </a:prstGeom>
            <a:noFill/>
            <a:ln w="28575">
              <a:solidFill>
                <a:srgbClr val="FF0000"/>
              </a:solidFill>
            </a:ln>
          </p:spPr>
          <p:txBody>
            <a:bodyPr wrap="square" rtlCol="0">
              <a:spAutoFit/>
            </a:bodyPr>
            <a:lstStyle/>
            <a:p>
              <a:endParaRPr lang="en-US" i="1">
                <a:solidFill>
                  <a:schemeClr val="tx1"/>
                </a:solidFill>
              </a:endParaRPr>
            </a:p>
          </p:txBody>
        </p:sp>
        <p:cxnSp>
          <p:nvCxnSpPr>
            <p:cNvPr id="30" name="Lige forbindelse 29">
              <a:extLst>
                <a:ext uri="{FF2B5EF4-FFF2-40B4-BE49-F238E27FC236}">
                  <a16:creationId xmlns:a16="http://schemas.microsoft.com/office/drawing/2014/main" id="{4A4E78CB-8A4A-458D-8655-A03061AA801B}"/>
                </a:ext>
              </a:extLst>
            </p:cNvPr>
            <p:cNvCxnSpPr>
              <a:cxnSpLocks/>
              <a:endCxn id="29" idx="0"/>
            </p:cNvCxnSpPr>
            <p:nvPr/>
          </p:nvCxnSpPr>
          <p:spPr>
            <a:xfrm>
              <a:off x="2772588" y="2875185"/>
              <a:ext cx="2795940" cy="442974"/>
            </a:xfrm>
            <a:prstGeom prst="line">
              <a:avLst/>
            </a:prstGeom>
            <a:noFill/>
            <a:ln w="28575">
              <a:solidFill>
                <a:srgbClr val="FF0000"/>
              </a:solidFill>
            </a:ln>
          </p:spPr>
        </p:cxnSp>
      </p:grpSp>
    </p:spTree>
    <p:extLst>
      <p:ext uri="{BB962C8B-B14F-4D97-AF65-F5344CB8AC3E}">
        <p14:creationId xmlns:p14="http://schemas.microsoft.com/office/powerpoint/2010/main" val="218336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443EC142-362C-4D6C-B67B-19D2CF064B1E}"/>
              </a:ext>
            </a:extLst>
          </p:cNvPr>
          <p:cNvSpPr>
            <a:spLocks noGrp="1"/>
          </p:cNvSpPr>
          <p:nvPr>
            <p:ph type="sldNum" sz="quarter" idx="4"/>
          </p:nvPr>
        </p:nvSpPr>
        <p:spPr/>
        <p:txBody>
          <a:bodyPr/>
          <a:lstStyle/>
          <a:p>
            <a:fld id="{D8D877B3-D348-4611-9BDB-C5374591D951}" type="slidenum">
              <a:rPr lang="en-US" smtClean="0"/>
              <a:pPr/>
              <a:t>32</a:t>
            </a:fld>
            <a:endParaRPr lang="en-US" dirty="0"/>
          </a:p>
        </p:txBody>
      </p:sp>
      <p:sp>
        <p:nvSpPr>
          <p:cNvPr id="6" name="Titel 5">
            <a:extLst>
              <a:ext uri="{FF2B5EF4-FFF2-40B4-BE49-F238E27FC236}">
                <a16:creationId xmlns:a16="http://schemas.microsoft.com/office/drawing/2014/main" id="{433C3B08-E738-48BD-9EF3-44AC957A5518}"/>
              </a:ext>
            </a:extLst>
          </p:cNvPr>
          <p:cNvSpPr>
            <a:spLocks noGrp="1"/>
          </p:cNvSpPr>
          <p:nvPr>
            <p:ph type="title"/>
          </p:nvPr>
        </p:nvSpPr>
        <p:spPr>
          <a:xfrm>
            <a:off x="587374" y="370290"/>
            <a:ext cx="6392266" cy="1474385"/>
          </a:xfrm>
        </p:spPr>
        <p:txBody>
          <a:bodyPr/>
          <a:lstStyle/>
          <a:p>
            <a:r>
              <a:rPr lang="da-DK" dirty="0"/>
              <a:t>Den ternære operator</a:t>
            </a:r>
          </a:p>
        </p:txBody>
      </p:sp>
      <p:grpSp>
        <p:nvGrpSpPr>
          <p:cNvPr id="19" name="Gruppe 18">
            <a:extLst>
              <a:ext uri="{FF2B5EF4-FFF2-40B4-BE49-F238E27FC236}">
                <a16:creationId xmlns:a16="http://schemas.microsoft.com/office/drawing/2014/main" id="{9930299F-23DE-4B62-B72B-88E77C98E299}"/>
              </a:ext>
            </a:extLst>
          </p:cNvPr>
          <p:cNvGrpSpPr/>
          <p:nvPr/>
        </p:nvGrpSpPr>
        <p:grpSpPr>
          <a:xfrm>
            <a:off x="587374" y="3065759"/>
            <a:ext cx="5809463" cy="2845590"/>
            <a:chOff x="587374" y="3065759"/>
            <a:chExt cx="5809463" cy="2845590"/>
          </a:xfrm>
        </p:grpSpPr>
        <p:pic>
          <p:nvPicPr>
            <p:cNvPr id="9" name="Billede 8">
              <a:extLst>
                <a:ext uri="{FF2B5EF4-FFF2-40B4-BE49-F238E27FC236}">
                  <a16:creationId xmlns:a16="http://schemas.microsoft.com/office/drawing/2014/main" id="{FF217328-BE94-439E-9AE4-B0449E17201D}"/>
                </a:ext>
              </a:extLst>
            </p:cNvPr>
            <p:cNvPicPr>
              <a:picLocks noChangeAspect="1"/>
            </p:cNvPicPr>
            <p:nvPr/>
          </p:nvPicPr>
          <p:blipFill>
            <a:blip r:embed="rId2"/>
            <a:stretch>
              <a:fillRect/>
            </a:stretch>
          </p:blipFill>
          <p:spPr>
            <a:xfrm>
              <a:off x="587374" y="4943105"/>
              <a:ext cx="5809463" cy="968244"/>
            </a:xfrm>
            <a:prstGeom prst="rect">
              <a:avLst/>
            </a:prstGeom>
          </p:spPr>
        </p:pic>
        <p:pic>
          <p:nvPicPr>
            <p:cNvPr id="11" name="Billede 10">
              <a:extLst>
                <a:ext uri="{FF2B5EF4-FFF2-40B4-BE49-F238E27FC236}">
                  <a16:creationId xmlns:a16="http://schemas.microsoft.com/office/drawing/2014/main" id="{E9DAC19D-4557-41BD-A36A-82BE06AC8152}"/>
                </a:ext>
              </a:extLst>
            </p:cNvPr>
            <p:cNvPicPr>
              <a:picLocks noChangeAspect="1"/>
            </p:cNvPicPr>
            <p:nvPr/>
          </p:nvPicPr>
          <p:blipFill>
            <a:blip r:embed="rId3"/>
            <a:stretch>
              <a:fillRect/>
            </a:stretch>
          </p:blipFill>
          <p:spPr>
            <a:xfrm>
              <a:off x="587374" y="3065759"/>
              <a:ext cx="5100992" cy="1692459"/>
            </a:xfrm>
            <a:prstGeom prst="rect">
              <a:avLst/>
            </a:prstGeom>
          </p:spPr>
        </p:pic>
      </p:grpSp>
      <p:sp>
        <p:nvSpPr>
          <p:cNvPr id="12" name="Pladsholder til tekst 4">
            <a:extLst>
              <a:ext uri="{FF2B5EF4-FFF2-40B4-BE49-F238E27FC236}">
                <a16:creationId xmlns:a16="http://schemas.microsoft.com/office/drawing/2014/main" id="{B9A37D05-F796-4396-8271-3AF41F1609CF}"/>
              </a:ext>
            </a:extLst>
          </p:cNvPr>
          <p:cNvSpPr>
            <a:spLocks noGrp="1"/>
          </p:cNvSpPr>
          <p:nvPr>
            <p:ph type="body" sz="quarter" idx="12"/>
          </p:nvPr>
        </p:nvSpPr>
        <p:spPr>
          <a:xfrm>
            <a:off x="6722575" y="1878651"/>
            <a:ext cx="4955816" cy="4066674"/>
          </a:xfrm>
        </p:spPr>
        <p:txBody>
          <a:bodyPr>
            <a:normAutofit/>
          </a:bodyPr>
          <a:lstStyle/>
          <a:p>
            <a:pPr marL="0" indent="0">
              <a:buNone/>
            </a:pPr>
            <a:r>
              <a:rPr lang="da-DK" sz="1700" dirty="0">
                <a:latin typeface="Consolas" panose="020B0609020204030204" pitchFamily="49" charset="0"/>
                <a:cs typeface="Consolas" panose="020B0609020204030204" pitchFamily="49" charset="0"/>
              </a:rPr>
              <a:t>Denne operator returnerer en af to værdier afhængigt af resultatet af et udtryk. Hvis ”expression-1" evalueres til </a:t>
            </a:r>
            <a:r>
              <a:rPr lang="da-DK" sz="1700" dirty="0" err="1">
                <a:latin typeface="Consolas" panose="020B0609020204030204" pitchFamily="49" charset="0"/>
                <a:cs typeface="Consolas" panose="020B0609020204030204" pitchFamily="49" charset="0"/>
              </a:rPr>
              <a:t>boolsk</a:t>
            </a:r>
            <a:r>
              <a:rPr lang="da-DK" sz="1700" dirty="0">
                <a:latin typeface="Consolas" panose="020B0609020204030204" pitchFamily="49" charset="0"/>
                <a:cs typeface="Consolas" panose="020B0609020204030204" pitchFamily="49" charset="0"/>
              </a:rPr>
              <a:t> sand, evalueres ”expression-2", og dets værdi returneres som et slutresultat, ellers evalueres ”expression-3", og dets værdi returneres som et endeligt resultat.</a:t>
            </a:r>
          </a:p>
          <a:p>
            <a:pPr marL="0" indent="0">
              <a:buNone/>
            </a:pPr>
            <a:endParaRPr lang="da-DK" sz="1700" dirty="0">
              <a:latin typeface="Consolas" panose="020B0609020204030204" pitchFamily="49" charset="0"/>
              <a:cs typeface="Consolas" panose="020B0609020204030204" pitchFamily="49" charset="0"/>
            </a:endParaRPr>
          </a:p>
          <a:p>
            <a:pPr marL="0" indent="0">
              <a:buNone/>
            </a:pPr>
            <a:r>
              <a:rPr lang="da-DK" sz="1700" dirty="0">
                <a:latin typeface="Consolas" panose="020B0609020204030204" pitchFamily="49" charset="0"/>
                <a:cs typeface="Consolas" panose="020B0609020204030204" pitchFamily="49" charset="0"/>
              </a:rPr>
              <a:t>Kompakt kode kan være svær at læse, hvis man ikke helt har styr på syntaksen.</a:t>
            </a:r>
          </a:p>
          <a:p>
            <a:pPr marL="0" indent="0">
              <a:buNone/>
            </a:pPr>
            <a:endParaRPr lang="da-DK" sz="1700" dirty="0">
              <a:latin typeface="Consolas" panose="020B0609020204030204" pitchFamily="49" charset="0"/>
              <a:cs typeface="Consolas" panose="020B0609020204030204" pitchFamily="49" charset="0"/>
            </a:endParaRPr>
          </a:p>
        </p:txBody>
      </p:sp>
      <p:sp>
        <p:nvSpPr>
          <p:cNvPr id="16" name="Tekstfelt 15">
            <a:extLst>
              <a:ext uri="{FF2B5EF4-FFF2-40B4-BE49-F238E27FC236}">
                <a16:creationId xmlns:a16="http://schemas.microsoft.com/office/drawing/2014/main" id="{26E916F3-3FF2-45A5-856E-D87B5FB53B49}"/>
              </a:ext>
            </a:extLst>
          </p:cNvPr>
          <p:cNvSpPr txBox="1"/>
          <p:nvPr/>
        </p:nvSpPr>
        <p:spPr>
          <a:xfrm>
            <a:off x="587374" y="1844675"/>
            <a:ext cx="6094602" cy="1200329"/>
          </a:xfrm>
          <a:prstGeom prst="rect">
            <a:avLst/>
          </a:prstGeom>
        </p:spPr>
        <p:txBody>
          <a:bodyPr vert="horz" lIns="0" tIns="45720" rIns="0" bIns="45720" rtlCol="0">
            <a:normAutofit/>
          </a:bodyPr>
          <a:lstStyle>
            <a:lvl1pPr indent="0" defTabSz="914318">
              <a:lnSpc>
                <a:spcPct val="120000"/>
              </a:lnSpc>
              <a:spcBef>
                <a:spcPts val="1000"/>
              </a:spcBef>
              <a:buFontTx/>
              <a:buNone/>
              <a:defRPr sz="2000" spc="0"/>
            </a:lvl1pPr>
            <a:lvl2pPr marL="623888" indent="-285750" defTabSz="914318">
              <a:lnSpc>
                <a:spcPct val="120000"/>
              </a:lnSpc>
              <a:spcBef>
                <a:spcPts val="499"/>
              </a:spcBef>
              <a:buFontTx/>
              <a:buBlip>
                <a:blip r:embed="rId4"/>
              </a:buBlip>
              <a:defRPr sz="1400"/>
            </a:lvl2pPr>
            <a:lvl3pPr marL="806450" indent="-171450" defTabSz="914318">
              <a:lnSpc>
                <a:spcPct val="120000"/>
              </a:lnSpc>
              <a:spcBef>
                <a:spcPts val="499"/>
              </a:spcBef>
              <a:buFontTx/>
              <a:buBlip>
                <a:blip r:embed="rId5"/>
              </a:buBlip>
              <a:tabLst>
                <a:tab pos="898525" algn="l"/>
              </a:tabLst>
              <a:defRPr sz="1200"/>
            </a:lvl3pPr>
            <a:lvl4pPr marL="1071563" indent="-171450" defTabSz="914318">
              <a:lnSpc>
                <a:spcPct val="120000"/>
              </a:lnSpc>
              <a:spcBef>
                <a:spcPts val="499"/>
              </a:spcBef>
              <a:buFontTx/>
              <a:buBlip>
                <a:blip r:embed="rId5"/>
              </a:buBlip>
              <a:defRPr sz="1000">
                <a:solidFill>
                  <a:schemeClr val="tx1">
                    <a:alpha val="70000"/>
                  </a:schemeClr>
                </a:solidFill>
              </a:defRPr>
            </a:lvl4pPr>
            <a:lvl5pPr marL="1071563" indent="-171450" defTabSz="914318">
              <a:lnSpc>
                <a:spcPct val="120000"/>
              </a:lnSpc>
              <a:spcBef>
                <a:spcPts val="499"/>
              </a:spcBef>
              <a:buFontTx/>
              <a:buBlip>
                <a:blip r:embed="rId5"/>
              </a:buBlip>
              <a:defRPr sz="1000" baseline="0">
                <a:solidFill>
                  <a:schemeClr val="tx1">
                    <a:alpha val="50000"/>
                  </a:schemeClr>
                </a:solidFill>
              </a:defRPr>
            </a:lvl5pPr>
            <a:lvl6pPr marL="2514374" indent="-228580" defTabSz="914318">
              <a:lnSpc>
                <a:spcPct val="90000"/>
              </a:lnSpc>
              <a:spcBef>
                <a:spcPts val="499"/>
              </a:spcBef>
              <a:buFont typeface="Arial" panose="020B0604020202020204" pitchFamily="34" charset="0"/>
              <a:buChar char="•"/>
            </a:lvl6pPr>
            <a:lvl7pPr marL="2971534" indent="-228580" defTabSz="914318">
              <a:lnSpc>
                <a:spcPct val="90000"/>
              </a:lnSpc>
              <a:spcBef>
                <a:spcPts val="499"/>
              </a:spcBef>
              <a:buFont typeface="Arial" panose="020B0604020202020204" pitchFamily="34" charset="0"/>
              <a:buChar char="•"/>
            </a:lvl7pPr>
            <a:lvl8pPr marL="3428692" indent="-228580" defTabSz="914318">
              <a:lnSpc>
                <a:spcPct val="90000"/>
              </a:lnSpc>
              <a:spcBef>
                <a:spcPts val="499"/>
              </a:spcBef>
              <a:buFont typeface="Arial" panose="020B0604020202020204" pitchFamily="34" charset="0"/>
              <a:buChar char="•"/>
            </a:lvl8pPr>
            <a:lvl9pPr marL="3885850" indent="-228580" defTabSz="914318">
              <a:lnSpc>
                <a:spcPct val="90000"/>
              </a:lnSpc>
              <a:spcBef>
                <a:spcPts val="499"/>
              </a:spcBef>
              <a:buFont typeface="Arial" panose="020B0604020202020204" pitchFamily="34" charset="0"/>
              <a:buChar char="•"/>
            </a:lvl9pPr>
          </a:lstStyle>
          <a:p>
            <a:r>
              <a:rPr lang="da-DK" dirty="0">
                <a:latin typeface="Consolas" panose="020B0609020204030204" pitchFamily="49" charset="0"/>
                <a:cs typeface="Consolas" panose="020B0609020204030204" pitchFamily="49" charset="0"/>
              </a:rPr>
              <a:t>Syntaks for den ternære operatør er:</a:t>
            </a:r>
          </a:p>
        </p:txBody>
      </p:sp>
      <p:pic>
        <p:nvPicPr>
          <p:cNvPr id="18" name="Billede 17">
            <a:extLst>
              <a:ext uri="{FF2B5EF4-FFF2-40B4-BE49-F238E27FC236}">
                <a16:creationId xmlns:a16="http://schemas.microsoft.com/office/drawing/2014/main" id="{4FFE49D8-957E-4269-99FC-7812952C8CEB}"/>
              </a:ext>
            </a:extLst>
          </p:cNvPr>
          <p:cNvPicPr>
            <a:picLocks noChangeAspect="1"/>
          </p:cNvPicPr>
          <p:nvPr/>
        </p:nvPicPr>
        <p:blipFill>
          <a:blip r:embed="rId6"/>
          <a:stretch>
            <a:fillRect/>
          </a:stretch>
        </p:blipFill>
        <p:spPr>
          <a:xfrm>
            <a:off x="546775" y="2316049"/>
            <a:ext cx="5182190" cy="560077"/>
          </a:xfrm>
          <a:prstGeom prst="rect">
            <a:avLst/>
          </a:prstGeom>
        </p:spPr>
      </p:pic>
    </p:spTree>
    <p:extLst>
      <p:ext uri="{BB962C8B-B14F-4D97-AF65-F5344CB8AC3E}">
        <p14:creationId xmlns:p14="http://schemas.microsoft.com/office/powerpoint/2010/main" val="3003718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33</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da-DK" dirty="0"/>
              <a:t>Opgaver</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endParaRPr lang="en-DK"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35300379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80B789-28A6-3EB3-208C-901537EC9DC4}"/>
              </a:ext>
            </a:extLst>
          </p:cNvPr>
          <p:cNvSpPr>
            <a:spLocks noGrp="1"/>
          </p:cNvSpPr>
          <p:nvPr>
            <p:ph type="sldNum" sz="quarter" idx="4"/>
          </p:nvPr>
        </p:nvSpPr>
        <p:spPr/>
        <p:txBody>
          <a:bodyPr/>
          <a:lstStyle/>
          <a:p>
            <a:fld id="{D8D877B3-D348-4611-9BDB-C5374591D951}" type="slidenum">
              <a:rPr lang="en-US" smtClean="0"/>
              <a:pPr/>
              <a:t>34</a:t>
            </a:fld>
            <a:endParaRPr lang="en-US" dirty="0"/>
          </a:p>
        </p:txBody>
      </p:sp>
      <p:sp>
        <p:nvSpPr>
          <p:cNvPr id="3" name="Title 2">
            <a:extLst>
              <a:ext uri="{FF2B5EF4-FFF2-40B4-BE49-F238E27FC236}">
                <a16:creationId xmlns:a16="http://schemas.microsoft.com/office/drawing/2014/main" id="{6CC12802-A665-2150-AAA7-07F746E69F08}"/>
              </a:ext>
            </a:extLst>
          </p:cNvPr>
          <p:cNvSpPr>
            <a:spLocks noGrp="1"/>
          </p:cNvSpPr>
          <p:nvPr>
            <p:ph type="title"/>
          </p:nvPr>
        </p:nvSpPr>
        <p:spPr>
          <a:xfrm>
            <a:off x="587374" y="370290"/>
            <a:ext cx="11323981" cy="1474385"/>
          </a:xfrm>
        </p:spPr>
        <p:txBody>
          <a:bodyPr/>
          <a:lstStyle/>
          <a:p>
            <a:r>
              <a:rPr lang="da-DK" dirty="0"/>
              <a:t>Opgave: patient1</a:t>
            </a:r>
            <a:br>
              <a:rPr lang="da-DK" dirty="0"/>
            </a:br>
            <a:r>
              <a:rPr lang="da-DK" sz="2400" dirty="0"/>
              <a:t>Patient journalen </a:t>
            </a:r>
            <a:r>
              <a:rPr lang="da-DK" sz="2400" dirty="0" err="1"/>
              <a:t>make</a:t>
            </a:r>
            <a:r>
              <a:rPr lang="da-DK" sz="2400" dirty="0"/>
              <a:t> </a:t>
            </a:r>
            <a:r>
              <a:rPr lang="da-DK" sz="2400" dirty="0" err="1"/>
              <a:t>main</a:t>
            </a:r>
            <a:r>
              <a:rPr lang="da-DK" sz="2400" dirty="0"/>
              <a:t> do </a:t>
            </a:r>
            <a:r>
              <a:rPr lang="da-DK" sz="2400" dirty="0" err="1"/>
              <a:t>less</a:t>
            </a:r>
            <a:r>
              <a:rPr lang="da-DK" sz="2400" dirty="0"/>
              <a:t>!!</a:t>
            </a:r>
            <a:endParaRPr lang="en-DK" sz="2400" dirty="0"/>
          </a:p>
        </p:txBody>
      </p:sp>
      <p:sp>
        <p:nvSpPr>
          <p:cNvPr id="4" name="Text Placeholder 3">
            <a:extLst>
              <a:ext uri="{FF2B5EF4-FFF2-40B4-BE49-F238E27FC236}">
                <a16:creationId xmlns:a16="http://schemas.microsoft.com/office/drawing/2014/main" id="{8C8AC6F6-8E72-9119-E2B8-E50C5F953A2A}"/>
              </a:ext>
            </a:extLst>
          </p:cNvPr>
          <p:cNvSpPr>
            <a:spLocks noGrp="1"/>
          </p:cNvSpPr>
          <p:nvPr>
            <p:ph type="body" sz="quarter" idx="12"/>
          </p:nvPr>
        </p:nvSpPr>
        <p:spPr>
          <a:xfrm>
            <a:off x="587375" y="2065337"/>
            <a:ext cx="6594978" cy="3704284"/>
          </a:xfrm>
        </p:spPr>
        <p:txBody>
          <a:bodyPr>
            <a:normAutofit lnSpcReduction="10000"/>
          </a:bodyPr>
          <a:lstStyle/>
          <a:p>
            <a:pPr marL="0" indent="0">
              <a:buNone/>
            </a:pPr>
            <a:r>
              <a:rPr lang="da-DK" sz="1400" dirty="0"/>
              <a:t>Skriv kildekoden til et program patient1.c som printer patient-information ud for 1 patient</a:t>
            </a:r>
            <a:r>
              <a:rPr lang="da-DK" sz="1600" dirty="0"/>
              <a:t> via funktionen</a:t>
            </a:r>
            <a:r>
              <a:rPr lang="da-DK" sz="1400" i="1" dirty="0"/>
              <a:t> </a:t>
            </a:r>
            <a:r>
              <a:rPr lang="da-DK" sz="1400" i="1" dirty="0" err="1"/>
              <a:t>void</a:t>
            </a:r>
            <a:r>
              <a:rPr lang="da-DK" sz="1400" i="1" dirty="0"/>
              <a:t> </a:t>
            </a:r>
            <a:r>
              <a:rPr lang="da-DK" sz="1400" i="1" dirty="0" err="1"/>
              <a:t>printPatientInfo</a:t>
            </a:r>
            <a:r>
              <a:rPr lang="da-DK" sz="1400" i="1" dirty="0"/>
              <a:t>(</a:t>
            </a:r>
            <a:r>
              <a:rPr lang="da-DK" sz="1400" i="1" dirty="0" err="1"/>
              <a:t>int</a:t>
            </a:r>
            <a:r>
              <a:rPr lang="da-DK" sz="1400" i="1" dirty="0"/>
              <a:t> id, ...) via </a:t>
            </a:r>
            <a:r>
              <a:rPr lang="da-DK" sz="1400" i="1" dirty="0" err="1"/>
              <a:t>call</a:t>
            </a:r>
            <a:r>
              <a:rPr lang="da-DK" sz="1400" i="1" dirty="0"/>
              <a:t>-by-</a:t>
            </a:r>
            <a:r>
              <a:rPr lang="da-DK" sz="1400" i="1" dirty="0" err="1"/>
              <a:t>value</a:t>
            </a:r>
            <a:r>
              <a:rPr lang="da-DK" sz="1400" i="1" dirty="0"/>
              <a:t>. Tag udgangspunkt i filen patient1.c:</a:t>
            </a:r>
          </a:p>
          <a:p>
            <a:pPr marL="0" indent="0">
              <a:buNone/>
            </a:pPr>
            <a:r>
              <a:rPr lang="da-DK" sz="1400" b="1" dirty="0"/>
              <a:t>Fremgangsmåde:</a:t>
            </a:r>
          </a:p>
          <a:p>
            <a:pPr marL="342900" indent="-342900">
              <a:buFont typeface="+mj-lt"/>
              <a:buAutoNum type="arabicPeriod"/>
            </a:pPr>
            <a:r>
              <a:rPr lang="da-DK" sz="1400" dirty="0"/>
              <a:t>Definer en funktion-</a:t>
            </a:r>
            <a:r>
              <a:rPr lang="da-DK" sz="1400" dirty="0" err="1"/>
              <a:t>declaration</a:t>
            </a:r>
            <a:r>
              <a:rPr lang="da-DK" sz="1400" dirty="0"/>
              <a:t> og definition </a:t>
            </a:r>
            <a:r>
              <a:rPr lang="da-DK" sz="1400" i="1" dirty="0" err="1">
                <a:highlight>
                  <a:srgbClr val="FFFF00"/>
                </a:highlight>
              </a:rPr>
              <a:t>printPatientInfo</a:t>
            </a:r>
            <a:r>
              <a:rPr lang="da-DK" sz="1400" i="1" dirty="0">
                <a:highlight>
                  <a:srgbClr val="FFFF00"/>
                </a:highlight>
              </a:rPr>
              <a:t>(...) </a:t>
            </a:r>
          </a:p>
          <a:p>
            <a:pPr marL="338138" lvl="1" indent="0">
              <a:buNone/>
            </a:pPr>
            <a:r>
              <a:rPr lang="da-DK" sz="1200" i="1" dirty="0"/>
              <a:t>Hint: Start langsomt, så med 1 enkelt parameter i parameterlisten, som kun indeholder id (linje 11-12), </a:t>
            </a:r>
          </a:p>
          <a:p>
            <a:pPr marL="342900" indent="-342900">
              <a:buFont typeface="+mj-lt"/>
              <a:buAutoNum type="arabicPeriod"/>
            </a:pPr>
            <a:r>
              <a:rPr lang="da-DK" i="1" dirty="0"/>
              <a:t>Erstat </a:t>
            </a:r>
            <a:r>
              <a:rPr lang="da-DK" i="1" dirty="0" err="1"/>
              <a:t>printf</a:t>
            </a:r>
            <a:r>
              <a:rPr lang="da-DK" i="1" dirty="0"/>
              <a:t> linjerne i </a:t>
            </a:r>
            <a:r>
              <a:rPr lang="da-DK" i="1" dirty="0" err="1"/>
              <a:t>main</a:t>
            </a:r>
            <a:r>
              <a:rPr lang="da-DK" i="1" dirty="0"/>
              <a:t>-</a:t>
            </a:r>
            <a:r>
              <a:rPr lang="da-DK" i="1" dirty="0" err="1"/>
              <a:t>function</a:t>
            </a:r>
            <a:r>
              <a:rPr lang="da-DK" i="1" dirty="0"/>
              <a:t>-body med </a:t>
            </a:r>
            <a:r>
              <a:rPr lang="da-DK" i="1" dirty="0" err="1"/>
              <a:t>printPatientInfo</a:t>
            </a:r>
            <a:r>
              <a:rPr lang="da-DK" dirty="0"/>
              <a:t> funktions kald.</a:t>
            </a:r>
          </a:p>
          <a:p>
            <a:pPr marL="681038" lvl="1" indent="-342900">
              <a:buFont typeface="+mj-lt"/>
              <a:buAutoNum type="arabicPeriod"/>
            </a:pPr>
            <a:r>
              <a:rPr lang="da-DK" i="1" dirty="0"/>
              <a:t>Hint: </a:t>
            </a:r>
            <a:r>
              <a:rPr lang="da-DK" i="1" dirty="0" err="1"/>
              <a:t>int</a:t>
            </a:r>
            <a:r>
              <a:rPr lang="da-DK" i="1" dirty="0"/>
              <a:t> </a:t>
            </a:r>
            <a:r>
              <a:rPr lang="da-DK" i="1" dirty="0" err="1"/>
              <a:t>main</a:t>
            </a:r>
            <a:r>
              <a:rPr lang="da-DK" i="1" dirty="0"/>
              <a:t> skal ikke indeholde nogle </a:t>
            </a:r>
            <a:r>
              <a:rPr lang="da-DK" i="1" dirty="0" err="1"/>
              <a:t>printf</a:t>
            </a:r>
            <a:r>
              <a:rPr lang="da-DK" i="1" dirty="0"/>
              <a:t> kald</a:t>
            </a:r>
            <a:endParaRPr lang="da-DK" dirty="0"/>
          </a:p>
          <a:p>
            <a:pPr marL="0" indent="0">
              <a:buNone/>
            </a:pPr>
            <a:endParaRPr lang="da-DK" sz="1400" dirty="0"/>
          </a:p>
          <a:p>
            <a:pPr marL="0" indent="0">
              <a:buNone/>
            </a:pPr>
            <a:endParaRPr lang="en-DK" sz="1400" dirty="0"/>
          </a:p>
        </p:txBody>
      </p:sp>
      <p:sp>
        <p:nvSpPr>
          <p:cNvPr id="5" name="TextBox 4">
            <a:extLst>
              <a:ext uri="{FF2B5EF4-FFF2-40B4-BE49-F238E27FC236}">
                <a16:creationId xmlns:a16="http://schemas.microsoft.com/office/drawing/2014/main" id="{3A0BEECF-962D-5FB3-A03D-A228E41C061A}"/>
              </a:ext>
            </a:extLst>
          </p:cNvPr>
          <p:cNvSpPr txBox="1"/>
          <p:nvPr/>
        </p:nvSpPr>
        <p:spPr>
          <a:xfrm>
            <a:off x="7182353" y="2294022"/>
            <a:ext cx="4577101" cy="3416320"/>
          </a:xfrm>
          <a:prstGeom prst="rect">
            <a:avLst/>
          </a:prstGeom>
          <a:solidFill>
            <a:schemeClr val="bg1">
              <a:lumMod val="95000"/>
            </a:schemeClr>
          </a:solidFill>
        </p:spPr>
        <p:txBody>
          <a:bodyPr wrap="square">
            <a:spAutoFit/>
          </a:bodyPr>
          <a:lstStyle/>
          <a:p>
            <a:pPr marL="228600" indent="-228600">
              <a:buFont typeface="+mj-lt"/>
              <a:buAutoNum type="arabicPeriod"/>
            </a:pPr>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stdio.h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id</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13</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age</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44</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weight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80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height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1.80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Patient Information:</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8000"/>
                </a:solidFill>
                <a:effectLst/>
                <a:latin typeface="Consolas" panose="020B0609020204030204" pitchFamily="49" charset="0"/>
              </a:rPr>
              <a:t>    /* Print patient information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PatientID</a:t>
            </a:r>
            <a:r>
              <a:rPr lang="en-US" sz="1200" b="0" dirty="0">
                <a:solidFill>
                  <a:srgbClr val="A31515"/>
                </a:solidFill>
                <a:effectLst/>
                <a:latin typeface="Consolas" panose="020B0609020204030204" pitchFamily="49" charset="0"/>
              </a:rPr>
              <a:t>:</a:t>
            </a:r>
            <a:r>
              <a:rPr lang="en-US" sz="1200" b="0" dirty="0">
                <a:solidFill>
                  <a:srgbClr val="B776FB"/>
                </a:solidFill>
                <a:effectLst/>
                <a:latin typeface="Consolas" panose="020B0609020204030204" pitchFamily="49" charset="0"/>
              </a:rPr>
              <a:t>\</a:t>
            </a:r>
            <a:r>
              <a:rPr lang="en-US" sz="1200" b="0" dirty="0" err="1">
                <a:solidFill>
                  <a:srgbClr val="B776FB"/>
                </a:solidFill>
                <a:effectLst/>
                <a:latin typeface="Consolas" panose="020B0609020204030204" pitchFamily="49" charset="0"/>
              </a:rPr>
              <a:t>t</a:t>
            </a:r>
            <a:r>
              <a:rPr lang="en-US" sz="1200" b="0" dirty="0" err="1">
                <a:solidFill>
                  <a:srgbClr val="1F377F"/>
                </a:solidFill>
                <a:effectLst/>
                <a:latin typeface="Consolas" panose="020B0609020204030204" pitchFamily="49" charset="0"/>
              </a:rPr>
              <a:t>%d</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id</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age:</a:t>
            </a:r>
            <a:r>
              <a:rPr lang="en-US" sz="1200" b="0" dirty="0">
                <a:solidFill>
                  <a:srgbClr val="B776FB"/>
                </a:solidFill>
                <a:effectLst/>
                <a:latin typeface="Consolas" panose="020B0609020204030204" pitchFamily="49" charset="0"/>
              </a:rPr>
              <a:t>\t\</a:t>
            </a:r>
            <a:r>
              <a:rPr lang="en-US" sz="1200" b="0" dirty="0" err="1">
                <a:solidFill>
                  <a:srgbClr val="B776FB"/>
                </a:solidFill>
                <a:effectLst/>
                <a:latin typeface="Consolas" panose="020B0609020204030204" pitchFamily="49" charset="0"/>
              </a:rPr>
              <a:t>t</a:t>
            </a:r>
            <a:r>
              <a:rPr lang="en-US" sz="1200" b="0" dirty="0" err="1">
                <a:solidFill>
                  <a:srgbClr val="1F377F"/>
                </a:solidFill>
                <a:effectLst/>
                <a:latin typeface="Consolas" panose="020B0609020204030204" pitchFamily="49" charset="0"/>
              </a:rPr>
              <a:t>%d</a:t>
            </a:r>
            <a:r>
              <a:rPr lang="en-US" sz="1200" b="0" dirty="0">
                <a:solidFill>
                  <a:srgbClr val="A31515"/>
                </a:solidFill>
                <a:effectLst/>
                <a:latin typeface="Consolas" panose="020B0609020204030204" pitchFamily="49" charset="0"/>
              </a:rPr>
              <a:t> years</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age</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weight:</a:t>
            </a:r>
            <a:r>
              <a:rPr lang="en-US" sz="1200" b="0" dirty="0">
                <a:solidFill>
                  <a:srgbClr val="B776FB"/>
                </a:solidFill>
                <a:effectLst/>
                <a:latin typeface="Consolas" panose="020B0609020204030204" pitchFamily="49" charset="0"/>
              </a:rPr>
              <a:t>\t</a:t>
            </a:r>
            <a:r>
              <a:rPr lang="en-US" sz="1200" b="0" dirty="0">
                <a:solidFill>
                  <a:srgbClr val="1F377F"/>
                </a:solidFill>
                <a:effectLst/>
                <a:latin typeface="Consolas" panose="020B0609020204030204" pitchFamily="49" charset="0"/>
              </a:rPr>
              <a:t>%.1f</a:t>
            </a:r>
            <a:r>
              <a:rPr lang="en-US" sz="1200" b="0" dirty="0">
                <a:solidFill>
                  <a:srgbClr val="A31515"/>
                </a:solidFill>
                <a:effectLst/>
                <a:latin typeface="Consolas" panose="020B0609020204030204" pitchFamily="49" charset="0"/>
              </a:rPr>
              <a:t> kg</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weight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height:</a:t>
            </a:r>
            <a:r>
              <a:rPr lang="en-US" sz="1200" b="0" dirty="0">
                <a:solidFill>
                  <a:srgbClr val="B776FB"/>
                </a:solidFill>
                <a:effectLst/>
                <a:latin typeface="Consolas" panose="020B0609020204030204" pitchFamily="49" charset="0"/>
              </a:rPr>
              <a:t>\t</a:t>
            </a:r>
            <a:r>
              <a:rPr lang="en-US" sz="1200" b="0" dirty="0">
                <a:solidFill>
                  <a:srgbClr val="1F377F"/>
                </a:solidFill>
                <a:effectLst/>
                <a:latin typeface="Consolas" panose="020B0609020204030204" pitchFamily="49" charset="0"/>
              </a:rPr>
              <a:t>%.2f</a:t>
            </a:r>
            <a:r>
              <a:rPr lang="en-US" sz="1200" b="0" dirty="0">
                <a:solidFill>
                  <a:srgbClr val="A31515"/>
                </a:solidFill>
                <a:effectLst/>
                <a:latin typeface="Consolas" panose="020B0609020204030204" pitchFamily="49" charset="0"/>
              </a:rPr>
              <a:t> m</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height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081407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80B789-28A6-3EB3-208C-901537EC9DC4}"/>
              </a:ext>
            </a:extLst>
          </p:cNvPr>
          <p:cNvSpPr>
            <a:spLocks noGrp="1"/>
          </p:cNvSpPr>
          <p:nvPr>
            <p:ph type="sldNum" sz="quarter" idx="4"/>
          </p:nvPr>
        </p:nvSpPr>
        <p:spPr/>
        <p:txBody>
          <a:bodyPr/>
          <a:lstStyle/>
          <a:p>
            <a:fld id="{D8D877B3-D348-4611-9BDB-C5374591D951}" type="slidenum">
              <a:rPr lang="en-US" smtClean="0"/>
              <a:pPr/>
              <a:t>35</a:t>
            </a:fld>
            <a:endParaRPr lang="en-US" dirty="0"/>
          </a:p>
        </p:txBody>
      </p:sp>
      <p:sp>
        <p:nvSpPr>
          <p:cNvPr id="3" name="Title 2">
            <a:extLst>
              <a:ext uri="{FF2B5EF4-FFF2-40B4-BE49-F238E27FC236}">
                <a16:creationId xmlns:a16="http://schemas.microsoft.com/office/drawing/2014/main" id="{6CC12802-A665-2150-AAA7-07F746E69F08}"/>
              </a:ext>
            </a:extLst>
          </p:cNvPr>
          <p:cNvSpPr>
            <a:spLocks noGrp="1"/>
          </p:cNvSpPr>
          <p:nvPr>
            <p:ph type="title"/>
          </p:nvPr>
        </p:nvSpPr>
        <p:spPr>
          <a:xfrm>
            <a:off x="587374" y="370290"/>
            <a:ext cx="11323981" cy="1474385"/>
          </a:xfrm>
        </p:spPr>
        <p:txBody>
          <a:bodyPr/>
          <a:lstStyle/>
          <a:p>
            <a:r>
              <a:rPr lang="da-DK" dirty="0"/>
              <a:t>Opgave: patient2</a:t>
            </a:r>
            <a:br>
              <a:rPr lang="da-DK" dirty="0"/>
            </a:br>
            <a:r>
              <a:rPr lang="da-DK" sz="2400" dirty="0"/>
              <a:t>Patient journalen </a:t>
            </a:r>
            <a:r>
              <a:rPr lang="da-DK" sz="2400" dirty="0" err="1"/>
              <a:t>make</a:t>
            </a:r>
            <a:r>
              <a:rPr lang="da-DK" sz="2400" dirty="0"/>
              <a:t> </a:t>
            </a:r>
            <a:r>
              <a:rPr lang="da-DK" sz="2400" dirty="0" err="1"/>
              <a:t>main</a:t>
            </a:r>
            <a:r>
              <a:rPr lang="da-DK" sz="2400" dirty="0"/>
              <a:t> do </a:t>
            </a:r>
            <a:r>
              <a:rPr lang="da-DK" sz="2400" dirty="0" err="1"/>
              <a:t>less</a:t>
            </a:r>
            <a:r>
              <a:rPr lang="da-DK" sz="2400" dirty="0"/>
              <a:t>!!</a:t>
            </a:r>
            <a:endParaRPr lang="en-DK" sz="2400"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C8AC6F6-8E72-9119-E2B8-E50C5F953A2A}"/>
                  </a:ext>
                </a:extLst>
              </p:cNvPr>
              <p:cNvSpPr>
                <a:spLocks noGrp="1"/>
              </p:cNvSpPr>
              <p:nvPr>
                <p:ph type="body" sz="quarter" idx="12"/>
              </p:nvPr>
            </p:nvSpPr>
            <p:spPr>
              <a:xfrm>
                <a:off x="587375" y="2065337"/>
                <a:ext cx="6456363" cy="3704284"/>
              </a:xfrm>
            </p:spPr>
            <p:txBody>
              <a:bodyPr>
                <a:normAutofit fontScale="70000" lnSpcReduction="20000"/>
              </a:bodyPr>
              <a:lstStyle/>
              <a:p>
                <a:pPr marL="0" indent="0">
                  <a:buNone/>
                </a:pPr>
                <a:r>
                  <a:rPr lang="da-DK" dirty="0"/>
                  <a:t>Skriv kildekoden til et program </a:t>
                </a:r>
                <a:r>
                  <a:rPr lang="da-DK" dirty="0">
                    <a:highlight>
                      <a:srgbClr val="FFFF00"/>
                    </a:highlight>
                  </a:rPr>
                  <a:t>patient2.c </a:t>
                </a:r>
                <a:r>
                  <a:rPr lang="da-DK" dirty="0"/>
                  <a:t>som printer patient-information ud for alle patienter patient</a:t>
                </a:r>
                <a:r>
                  <a:rPr lang="da-DK" sz="1800" dirty="0"/>
                  <a:t> via funktionen</a:t>
                </a:r>
                <a:r>
                  <a:rPr lang="da-DK" i="1" dirty="0"/>
                  <a:t> </a:t>
                </a:r>
                <a:r>
                  <a:rPr lang="da-DK" i="1" dirty="0" err="1"/>
                  <a:t>void</a:t>
                </a:r>
                <a:r>
                  <a:rPr lang="da-DK" i="1" dirty="0"/>
                  <a:t> </a:t>
                </a:r>
                <a:r>
                  <a:rPr lang="da-DK" i="1" dirty="0" err="1"/>
                  <a:t>printPatientInfo</a:t>
                </a:r>
                <a:r>
                  <a:rPr lang="da-DK" i="1" dirty="0"/>
                  <a:t>(</a:t>
                </a:r>
                <a:r>
                  <a:rPr lang="da-DK" i="1" dirty="0" err="1"/>
                  <a:t>int</a:t>
                </a:r>
                <a:r>
                  <a:rPr lang="da-DK" i="1" dirty="0"/>
                  <a:t> id, ...): </a:t>
                </a:r>
                <a:endParaRPr lang="da-DK" dirty="0"/>
              </a:p>
              <a:p>
                <a:pPr marL="342900" indent="-342900">
                  <a:buFont typeface="+mj-lt"/>
                  <a:buAutoNum type="arabicPeriod"/>
                </a:pPr>
                <a:r>
                  <a:rPr lang="da-DK" dirty="0"/>
                  <a:t>Skriv funktionen </a:t>
                </a:r>
                <a:r>
                  <a:rPr lang="da-DK" dirty="0" err="1">
                    <a:highlight>
                      <a:srgbClr val="FFFF00"/>
                    </a:highlight>
                  </a:rPr>
                  <a:t>printPatientInfo</a:t>
                </a:r>
                <a:r>
                  <a:rPr lang="da-DK" dirty="0"/>
                  <a:t>, og benyt den</a:t>
                </a:r>
              </a:p>
              <a:p>
                <a:pPr marL="681038" lvl="1" indent="-342900">
                  <a:buFont typeface="+mj-lt"/>
                  <a:buAutoNum type="arabicPeriod"/>
                </a:pPr>
                <a:r>
                  <a:rPr lang="da-DK" dirty="0"/>
                  <a:t>Udnyt </a:t>
                </a:r>
                <a:r>
                  <a:rPr lang="da-DK" i="1" dirty="0" err="1">
                    <a:highlight>
                      <a:srgbClr val="FFFF00"/>
                    </a:highlight>
                  </a:rPr>
                  <a:t>printPatientInfo</a:t>
                </a:r>
                <a:r>
                  <a:rPr lang="da-DK" dirty="0"/>
                  <a:t> kildekode fra patient1.c</a:t>
                </a:r>
              </a:p>
              <a:p>
                <a:pPr marL="342900" indent="-342900">
                  <a:buFont typeface="+mj-lt"/>
                  <a:buAutoNum type="arabicPeriod"/>
                </a:pPr>
                <a:r>
                  <a:rPr lang="da-DK" dirty="0"/>
                  <a:t>Lav en funktion </a:t>
                </a:r>
                <a:r>
                  <a:rPr lang="da-DK" dirty="0" err="1">
                    <a:highlight>
                      <a:srgbClr val="FFFF00"/>
                    </a:highlight>
                  </a:rPr>
                  <a:t>calculateBMI</a:t>
                </a:r>
                <a:r>
                  <a:rPr lang="da-DK" dirty="0"/>
                  <a:t> som beregner </a:t>
                </a:r>
                <a14:m>
                  <m:oMath xmlns:m="http://schemas.openxmlformats.org/officeDocument/2006/math">
                    <m:r>
                      <a:rPr lang="da-DK" i="1" dirty="0" smtClean="0">
                        <a:latin typeface="Cambria Math" panose="02040503050406030204" pitchFamily="18" charset="0"/>
                      </a:rPr>
                      <m:t>𝑏𝑚𝑖</m:t>
                    </m:r>
                    <m:r>
                      <a:rPr lang="da-DK" b="0" i="1" dirty="0" smtClean="0">
                        <a:latin typeface="Cambria Math" panose="02040503050406030204" pitchFamily="18" charset="0"/>
                      </a:rPr>
                      <m:t>=</m:t>
                    </m:r>
                    <m:f>
                      <m:fPr>
                        <m:ctrlPr>
                          <a:rPr lang="da-DK" b="0" i="1" dirty="0" smtClean="0">
                            <a:latin typeface="Cambria Math" panose="02040503050406030204" pitchFamily="18" charset="0"/>
                          </a:rPr>
                        </m:ctrlPr>
                      </m:fPr>
                      <m:num>
                        <m:r>
                          <a:rPr lang="da-DK" b="0" i="1" dirty="0" smtClean="0">
                            <a:latin typeface="Cambria Math" panose="02040503050406030204" pitchFamily="18" charset="0"/>
                          </a:rPr>
                          <m:t>𝑤𝑒𝑖𝑔h𝑡</m:t>
                        </m:r>
                      </m:num>
                      <m:den>
                        <m:r>
                          <a:rPr lang="da-DK" b="0" i="1" dirty="0" smtClean="0">
                            <a:latin typeface="Cambria Math" panose="02040503050406030204" pitchFamily="18" charset="0"/>
                          </a:rPr>
                          <m:t>h𝑒𝑖𝑔h</m:t>
                        </m:r>
                        <m:sSup>
                          <m:sSupPr>
                            <m:ctrlPr>
                              <a:rPr lang="da-DK" b="0" i="1" dirty="0" smtClean="0">
                                <a:latin typeface="Cambria Math" panose="02040503050406030204" pitchFamily="18" charset="0"/>
                              </a:rPr>
                            </m:ctrlPr>
                          </m:sSupPr>
                          <m:e>
                            <m:r>
                              <a:rPr lang="da-DK" b="0" i="1" dirty="0" smtClean="0">
                                <a:latin typeface="Cambria Math" panose="02040503050406030204" pitchFamily="18" charset="0"/>
                              </a:rPr>
                              <m:t>𝑡</m:t>
                            </m:r>
                          </m:e>
                          <m:sup>
                            <m:r>
                              <a:rPr lang="da-DK" b="0" i="1" dirty="0" smtClean="0">
                                <a:latin typeface="Cambria Math" panose="02040503050406030204" pitchFamily="18" charset="0"/>
                              </a:rPr>
                              <m:t>2</m:t>
                            </m:r>
                          </m:sup>
                        </m:sSup>
                      </m:den>
                    </m:f>
                  </m:oMath>
                </a14:m>
                <a:r>
                  <a:rPr lang="da-DK" dirty="0"/>
                  <a:t>, </a:t>
                </a:r>
              </a:p>
              <a:p>
                <a:pPr marL="342900" indent="-342900">
                  <a:buFont typeface="+mj-lt"/>
                  <a:buAutoNum type="arabicPeriod"/>
                </a:pPr>
                <a:r>
                  <a:rPr lang="da-DK" dirty="0"/>
                  <a:t>Ændre </a:t>
                </a:r>
                <a:r>
                  <a:rPr lang="da-DK" i="1" dirty="0" err="1">
                    <a:highlight>
                      <a:srgbClr val="FFFF00"/>
                    </a:highlight>
                  </a:rPr>
                  <a:t>printPatientInfo</a:t>
                </a:r>
                <a:r>
                  <a:rPr lang="da-DK" i="1" dirty="0"/>
                  <a:t> så den printer bmi ud.</a:t>
                </a:r>
                <a:endParaRPr lang="da-DK" dirty="0"/>
              </a:p>
              <a:p>
                <a:pPr marL="0" indent="0">
                  <a:buNone/>
                </a:pPr>
                <a:endParaRPr lang="da-DK" dirty="0"/>
              </a:p>
              <a:p>
                <a:pPr marL="0" indent="0">
                  <a:buNone/>
                </a:pPr>
                <a:r>
                  <a:rPr lang="da-DK" i="1" dirty="0"/>
                  <a:t>Hint: huske funktion-</a:t>
                </a:r>
                <a:r>
                  <a:rPr lang="da-DK" i="1" dirty="0" err="1"/>
                  <a:t>declaration</a:t>
                </a:r>
                <a:r>
                  <a:rPr lang="da-DK" i="1" dirty="0"/>
                  <a:t> og definition af </a:t>
                </a:r>
                <a:r>
                  <a:rPr lang="da-DK" i="1" dirty="0" err="1"/>
                  <a:t>printPatientInfo</a:t>
                </a:r>
                <a:endParaRPr lang="da-DK" sz="1400" i="1" dirty="0"/>
              </a:p>
              <a:p>
                <a:endParaRPr lang="da-DK" dirty="0"/>
              </a:p>
              <a:p>
                <a:pPr marL="0" indent="0">
                  <a:buNone/>
                </a:pPr>
                <a:endParaRPr lang="en-DK" dirty="0"/>
              </a:p>
            </p:txBody>
          </p:sp>
        </mc:Choice>
        <mc:Fallback xmlns="">
          <p:sp>
            <p:nvSpPr>
              <p:cNvPr id="4" name="Text Placeholder 3">
                <a:extLst>
                  <a:ext uri="{FF2B5EF4-FFF2-40B4-BE49-F238E27FC236}">
                    <a16:creationId xmlns:a16="http://schemas.microsoft.com/office/drawing/2014/main" id="{8C8AC6F6-8E72-9119-E2B8-E50C5F953A2A}"/>
                  </a:ext>
                </a:extLst>
              </p:cNvPr>
              <p:cNvSpPr>
                <a:spLocks noGrp="1" noRot="1" noChangeAspect="1" noMove="1" noResize="1" noEditPoints="1" noAdjustHandles="1" noChangeArrowheads="1" noChangeShapeType="1" noTextEdit="1"/>
              </p:cNvSpPr>
              <p:nvPr>
                <p:ph type="body" sz="quarter" idx="12"/>
              </p:nvPr>
            </p:nvSpPr>
            <p:spPr>
              <a:xfrm>
                <a:off x="587375" y="2065337"/>
                <a:ext cx="6456363" cy="3704284"/>
              </a:xfrm>
              <a:blipFill>
                <a:blip r:embed="rId2"/>
                <a:stretch>
                  <a:fillRect l="-1322"/>
                </a:stretch>
              </a:blipFill>
            </p:spPr>
            <p:txBody>
              <a:bodyPr/>
              <a:lstStyle/>
              <a:p>
                <a:r>
                  <a:rPr lang="da-DK">
                    <a:noFill/>
                  </a:rPr>
                  <a:t> </a:t>
                </a:r>
              </a:p>
            </p:txBody>
          </p:sp>
        </mc:Fallback>
      </mc:AlternateContent>
      <p:sp>
        <p:nvSpPr>
          <p:cNvPr id="5" name="TextBox 4">
            <a:extLst>
              <a:ext uri="{FF2B5EF4-FFF2-40B4-BE49-F238E27FC236}">
                <a16:creationId xmlns:a16="http://schemas.microsoft.com/office/drawing/2014/main" id="{3A0BEECF-962D-5FB3-A03D-A228E41C061A}"/>
              </a:ext>
            </a:extLst>
          </p:cNvPr>
          <p:cNvSpPr txBox="1"/>
          <p:nvPr/>
        </p:nvSpPr>
        <p:spPr>
          <a:xfrm>
            <a:off x="7043738" y="1665144"/>
            <a:ext cx="5148262" cy="4708981"/>
          </a:xfrm>
          <a:prstGeom prst="rect">
            <a:avLst/>
          </a:prstGeom>
          <a:solidFill>
            <a:schemeClr val="bg1">
              <a:lumMod val="95000"/>
            </a:schemeClr>
          </a:solidFill>
        </p:spPr>
        <p:txBody>
          <a:bodyPr wrap="square">
            <a:spAutoFit/>
          </a:bodyPr>
          <a:lstStyle/>
          <a:p>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stdio.h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ids</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3</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52</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23</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ages</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13</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44</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51</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100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weights</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80</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99</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100</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50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heights</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1.80</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1.62</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1.30</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1.74</a:t>
            </a:r>
            <a:r>
              <a:rPr lang="en-US" sz="1200" b="0" dirty="0">
                <a:solidFill>
                  <a:srgbClr val="000000"/>
                </a:solidFill>
                <a:effectLst/>
                <a:latin typeface="Consolas" panose="020B0609020204030204" pitchFamily="49" charset="0"/>
              </a:rPr>
              <a:t>};</a:t>
            </a:r>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Udregn</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længde</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på</a:t>
            </a:r>
            <a:r>
              <a:rPr lang="en-US" sz="1200" b="0" dirty="0">
                <a:solidFill>
                  <a:srgbClr val="008000"/>
                </a:solidFill>
                <a:effectLst/>
                <a:latin typeface="Consolas" panose="020B0609020204030204" pitchFamily="49" charset="0"/>
              </a:rPr>
              <a:t> array (</a:t>
            </a:r>
            <a:r>
              <a:rPr lang="en-US" sz="1200" b="0" dirty="0" err="1">
                <a:solidFill>
                  <a:srgbClr val="008000"/>
                </a:solidFill>
                <a:effectLst/>
                <a:latin typeface="Consolas" panose="020B0609020204030204" pitchFamily="49" charset="0"/>
              </a:rPr>
              <a:t>sådan</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gør</a:t>
            </a:r>
            <a:r>
              <a:rPr lang="en-US" sz="1200" b="0" dirty="0">
                <a:solidFill>
                  <a:srgbClr val="008000"/>
                </a:solidFill>
                <a:effectLst/>
                <a:latin typeface="Consolas" panose="020B0609020204030204" pitchFamily="49" charset="0"/>
              </a:rPr>
              <a:t> man i C)</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number_of_patients</a:t>
            </a:r>
            <a:r>
              <a:rPr lang="en-US" sz="1200" b="0" dirty="0">
                <a:solidFill>
                  <a:srgbClr val="000000"/>
                </a:solidFill>
                <a:effectLst/>
                <a:latin typeface="Consolas" panose="020B0609020204030204" pitchFamily="49" charset="0"/>
              </a:rPr>
              <a:t> = </a:t>
            </a:r>
            <a:r>
              <a:rPr lang="en-US" sz="1200" b="0" dirty="0" err="1">
                <a:solidFill>
                  <a:srgbClr val="0000FF"/>
                </a:solidFill>
                <a:effectLst/>
                <a:latin typeface="Consolas" panose="020B0609020204030204" pitchFamily="49" charset="0"/>
              </a:rPr>
              <a:t>sizeof</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ids</a:t>
            </a:r>
            <a:r>
              <a:rPr lang="en-US" sz="1200" b="0" dirty="0">
                <a:solidFill>
                  <a:srgbClr val="000000"/>
                </a:solidFill>
                <a:effectLst/>
                <a:latin typeface="Consolas" panose="020B0609020204030204" pitchFamily="49" charset="0"/>
              </a:rPr>
              <a:t>) / </a:t>
            </a:r>
            <a:r>
              <a:rPr lang="en-US" sz="1200" b="0" dirty="0" err="1">
                <a:solidFill>
                  <a:srgbClr val="0000FF"/>
                </a:solidFill>
                <a:effectLst/>
                <a:latin typeface="Consolas" panose="020B0609020204030204" pitchFamily="49" charset="0"/>
              </a:rPr>
              <a:t>sizeof</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ids</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 Loop through all patients*/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Patient Information for </a:t>
            </a:r>
            <a:r>
              <a:rPr lang="en-US" sz="1200" b="0" dirty="0">
                <a:solidFill>
                  <a:srgbClr val="1F377F"/>
                </a:solidFill>
                <a:effectLst/>
                <a:latin typeface="Consolas" panose="020B0609020204030204" pitchFamily="49" charset="0"/>
              </a:rPr>
              <a:t>%d</a:t>
            </a:r>
            <a:r>
              <a:rPr lang="en-US" sz="1200" b="0" dirty="0">
                <a:solidFill>
                  <a:srgbClr val="A31515"/>
                </a:solidFill>
                <a:effectLst/>
                <a:latin typeface="Consolas" panose="020B0609020204030204" pitchFamily="49" charset="0"/>
              </a:rPr>
              <a:t> patients</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number_of_patients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&lt; </a:t>
            </a:r>
            <a:r>
              <a:rPr lang="en-US" sz="1200" b="0" dirty="0" err="1">
                <a:solidFill>
                  <a:srgbClr val="1F377F"/>
                </a:solidFill>
                <a:effectLst/>
                <a:latin typeface="Consolas" panose="020B0609020204030204" pitchFamily="49" charset="0"/>
              </a:rPr>
              <a:t>number_of_patients</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r>
              <a:rPr lang="en-US" sz="1200" b="0" dirty="0">
                <a:solidFill>
                  <a:srgbClr val="008000"/>
                </a:solidFill>
                <a:effectLst/>
                <a:latin typeface="Consolas" panose="020B0609020204030204" pitchFamily="49" charset="0"/>
              </a:rPr>
              <a:t>        /* Print patient information */</a:t>
            </a:r>
            <a:endParaRPr lang="en-US" sz="1200" b="0" dirty="0">
              <a:solidFill>
                <a:srgbClr val="000000"/>
              </a:solidFill>
              <a:effectLst/>
              <a:latin typeface="Consolas" panose="020B0609020204030204" pitchFamily="49" charset="0"/>
            </a:endParaRPr>
          </a:p>
          <a:p>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PatientID</a:t>
            </a:r>
            <a:r>
              <a:rPr lang="en-US" sz="1200" b="0" dirty="0">
                <a:solidFill>
                  <a:srgbClr val="A31515"/>
                </a:solidFill>
                <a:effectLst/>
                <a:latin typeface="Consolas" panose="020B0609020204030204" pitchFamily="49" charset="0"/>
              </a:rPr>
              <a:t>:</a:t>
            </a:r>
            <a:r>
              <a:rPr lang="en-US" sz="1200" b="0" dirty="0">
                <a:solidFill>
                  <a:srgbClr val="B776FB"/>
                </a:solidFill>
                <a:effectLst/>
                <a:latin typeface="Consolas" panose="020B0609020204030204" pitchFamily="49" charset="0"/>
              </a:rPr>
              <a:t>\</a:t>
            </a:r>
            <a:r>
              <a:rPr lang="en-US" sz="1200" b="0" dirty="0" err="1">
                <a:solidFill>
                  <a:srgbClr val="B776FB"/>
                </a:solidFill>
                <a:effectLst/>
                <a:latin typeface="Consolas" panose="020B0609020204030204" pitchFamily="49" charset="0"/>
              </a:rPr>
              <a:t>t</a:t>
            </a:r>
            <a:r>
              <a:rPr lang="en-US" sz="1200" b="0" dirty="0" err="1">
                <a:solidFill>
                  <a:srgbClr val="1F377F"/>
                </a:solidFill>
                <a:effectLst/>
                <a:latin typeface="Consolas" panose="020B0609020204030204" pitchFamily="49" charset="0"/>
              </a:rPr>
              <a:t>%d</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ids</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age:</a:t>
            </a:r>
            <a:r>
              <a:rPr lang="en-US" sz="1200" b="0" dirty="0">
                <a:solidFill>
                  <a:srgbClr val="B776FB"/>
                </a:solidFill>
                <a:effectLst/>
                <a:latin typeface="Consolas" panose="020B0609020204030204" pitchFamily="49" charset="0"/>
              </a:rPr>
              <a:t>\t\</a:t>
            </a:r>
            <a:r>
              <a:rPr lang="en-US" sz="1200" b="0" dirty="0" err="1">
                <a:solidFill>
                  <a:srgbClr val="B776FB"/>
                </a:solidFill>
                <a:effectLst/>
                <a:latin typeface="Consolas" panose="020B0609020204030204" pitchFamily="49" charset="0"/>
              </a:rPr>
              <a:t>t</a:t>
            </a:r>
            <a:r>
              <a:rPr lang="en-US" sz="1200" b="0" dirty="0" err="1">
                <a:solidFill>
                  <a:srgbClr val="1F377F"/>
                </a:solidFill>
                <a:effectLst/>
                <a:latin typeface="Consolas" panose="020B0609020204030204" pitchFamily="49" charset="0"/>
              </a:rPr>
              <a:t>%d</a:t>
            </a:r>
            <a:r>
              <a:rPr lang="en-US" sz="1200" b="0" dirty="0">
                <a:solidFill>
                  <a:srgbClr val="A31515"/>
                </a:solidFill>
                <a:effectLst/>
                <a:latin typeface="Consolas" panose="020B0609020204030204" pitchFamily="49" charset="0"/>
              </a:rPr>
              <a:t> years</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ages</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weight:</a:t>
            </a:r>
            <a:r>
              <a:rPr lang="en-US" sz="1200" b="0" dirty="0">
                <a:solidFill>
                  <a:srgbClr val="B776FB"/>
                </a:solidFill>
                <a:effectLst/>
                <a:latin typeface="Consolas" panose="020B0609020204030204" pitchFamily="49" charset="0"/>
              </a:rPr>
              <a:t>\t</a:t>
            </a:r>
            <a:r>
              <a:rPr lang="en-US" sz="1200" b="0" dirty="0">
                <a:solidFill>
                  <a:srgbClr val="1F377F"/>
                </a:solidFill>
                <a:effectLst/>
                <a:latin typeface="Consolas" panose="020B0609020204030204" pitchFamily="49" charset="0"/>
              </a:rPr>
              <a:t>%.1f</a:t>
            </a:r>
            <a:r>
              <a:rPr lang="en-US" sz="1200" b="0" dirty="0">
                <a:solidFill>
                  <a:srgbClr val="A31515"/>
                </a:solidFill>
                <a:effectLst/>
                <a:latin typeface="Consolas" panose="020B0609020204030204" pitchFamily="49" charset="0"/>
              </a:rPr>
              <a:t> kg</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weights</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  height:</a:t>
            </a:r>
            <a:r>
              <a:rPr lang="en-US" sz="1200" b="0" dirty="0">
                <a:solidFill>
                  <a:srgbClr val="B776FB"/>
                </a:solidFill>
                <a:effectLst/>
                <a:latin typeface="Consolas" panose="020B0609020204030204" pitchFamily="49" charset="0"/>
              </a:rPr>
              <a:t>\t</a:t>
            </a:r>
            <a:r>
              <a:rPr lang="en-US" sz="1200" b="0" dirty="0">
                <a:solidFill>
                  <a:srgbClr val="1F377F"/>
                </a:solidFill>
                <a:effectLst/>
                <a:latin typeface="Consolas" panose="020B0609020204030204" pitchFamily="49" charset="0"/>
              </a:rPr>
              <a:t>%.2f</a:t>
            </a:r>
            <a:r>
              <a:rPr lang="en-US" sz="1200" b="0" dirty="0">
                <a:solidFill>
                  <a:srgbClr val="A31515"/>
                </a:solidFill>
                <a:effectLst/>
                <a:latin typeface="Consolas" panose="020B0609020204030204" pitchFamily="49" charset="0"/>
              </a:rPr>
              <a:t> m</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heights</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580168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9EE4A0-9CA4-4C66-D9B3-89B794470EC1}"/>
              </a:ext>
            </a:extLst>
          </p:cNvPr>
          <p:cNvSpPr>
            <a:spLocks noGrp="1"/>
          </p:cNvSpPr>
          <p:nvPr>
            <p:ph type="sldNum" sz="quarter" idx="4"/>
          </p:nvPr>
        </p:nvSpPr>
        <p:spPr/>
        <p:txBody>
          <a:bodyPr/>
          <a:lstStyle/>
          <a:p>
            <a:fld id="{D8D877B3-D348-4611-9BDB-C5374591D951}" type="slidenum">
              <a:rPr lang="en-US" smtClean="0"/>
              <a:pPr/>
              <a:t>36</a:t>
            </a:fld>
            <a:endParaRPr lang="en-US" dirty="0"/>
          </a:p>
        </p:txBody>
      </p:sp>
      <p:sp>
        <p:nvSpPr>
          <p:cNvPr id="3" name="Title 2">
            <a:extLst>
              <a:ext uri="{FF2B5EF4-FFF2-40B4-BE49-F238E27FC236}">
                <a16:creationId xmlns:a16="http://schemas.microsoft.com/office/drawing/2014/main" id="{FAA76306-9D3D-FC4F-5A16-8388F55E054A}"/>
              </a:ext>
            </a:extLst>
          </p:cNvPr>
          <p:cNvSpPr>
            <a:spLocks noGrp="1"/>
          </p:cNvSpPr>
          <p:nvPr>
            <p:ph type="title"/>
          </p:nvPr>
        </p:nvSpPr>
        <p:spPr>
          <a:xfrm>
            <a:off x="587374" y="370290"/>
            <a:ext cx="8787535" cy="1474385"/>
          </a:xfrm>
        </p:spPr>
        <p:txBody>
          <a:bodyPr/>
          <a:lstStyle/>
          <a:p>
            <a:r>
              <a:rPr lang="da-DK" dirty="0"/>
              <a:t>Opgave: </a:t>
            </a:r>
            <a:r>
              <a:rPr lang="da-DK" dirty="0" err="1"/>
              <a:t>records_display</a:t>
            </a:r>
            <a:br>
              <a:rPr lang="da-DK" dirty="0"/>
            </a:br>
            <a:r>
              <a:rPr lang="da-DK" sz="2400" dirty="0" err="1"/>
              <a:t>call</a:t>
            </a:r>
            <a:r>
              <a:rPr lang="da-DK" sz="2400" dirty="0"/>
              <a:t>-by-reference</a:t>
            </a:r>
            <a:endParaRPr lang="da-DK" dirty="0"/>
          </a:p>
        </p:txBody>
      </p:sp>
      <p:sp>
        <p:nvSpPr>
          <p:cNvPr id="4" name="Text Placeholder 3">
            <a:extLst>
              <a:ext uri="{FF2B5EF4-FFF2-40B4-BE49-F238E27FC236}">
                <a16:creationId xmlns:a16="http://schemas.microsoft.com/office/drawing/2014/main" id="{080FAA02-CC90-319E-B5C5-AE2E181E9D76}"/>
              </a:ext>
            </a:extLst>
          </p:cNvPr>
          <p:cNvSpPr>
            <a:spLocks noGrp="1"/>
          </p:cNvSpPr>
          <p:nvPr>
            <p:ph type="body" sz="quarter" idx="12"/>
          </p:nvPr>
        </p:nvSpPr>
        <p:spPr>
          <a:xfrm>
            <a:off x="587374" y="2065337"/>
            <a:ext cx="10620094" cy="3704284"/>
          </a:xfrm>
        </p:spPr>
        <p:txBody>
          <a:bodyPr>
            <a:normAutofit fontScale="77500" lnSpcReduction="20000"/>
          </a:bodyPr>
          <a:lstStyle/>
          <a:p>
            <a:pPr marL="0" indent="0">
              <a:buNone/>
            </a:pPr>
            <a:r>
              <a:rPr lang="da-DK" dirty="0"/>
              <a:t>Lav et program </a:t>
            </a:r>
            <a:r>
              <a:rPr lang="da-DK" dirty="0" err="1"/>
              <a:t>records_display.c</a:t>
            </a:r>
            <a:r>
              <a:rPr lang="da-DK" dirty="0"/>
              <a:t>, som indeholder en funktion som tager et en reference til en </a:t>
            </a:r>
            <a:r>
              <a:rPr lang="da-DK" dirty="0" err="1"/>
              <a:t>struct</a:t>
            </a:r>
            <a:r>
              <a:rPr lang="da-DK" dirty="0"/>
              <a:t>, og kan printe det </a:t>
            </a:r>
            <a:r>
              <a:rPr lang="da-DK" dirty="0" err="1"/>
              <a:t>struct</a:t>
            </a:r>
            <a:r>
              <a:rPr lang="da-DK" dirty="0"/>
              <a:t> ud for nogle fysiologiske målinger. </a:t>
            </a:r>
            <a:r>
              <a:rPr lang="da-DK" dirty="0" err="1"/>
              <a:t>Struct</a:t>
            </a:r>
            <a:r>
              <a:rPr lang="da-DK" dirty="0"/>
              <a:t> </a:t>
            </a:r>
            <a:r>
              <a:rPr lang="da-DK" dirty="0" err="1"/>
              <a:t>Record</a:t>
            </a:r>
            <a:r>
              <a:rPr lang="da-DK" dirty="0"/>
              <a:t>, skal indeholde følgende medlemsvariabler: id, dato, notes, </a:t>
            </a:r>
            <a:r>
              <a:rPr lang="da-DK" dirty="0" err="1"/>
              <a:t>measurement</a:t>
            </a:r>
            <a:endParaRPr lang="da-DK" dirty="0"/>
          </a:p>
          <a:p>
            <a:pPr marL="0" indent="0">
              <a:buNone/>
            </a:pPr>
            <a:r>
              <a:rPr lang="da-DK" b="1" dirty="0"/>
              <a:t>Fremgangsmåde:</a:t>
            </a:r>
          </a:p>
          <a:p>
            <a:pPr marL="342900" indent="-342900">
              <a:buFont typeface="+mj-lt"/>
              <a:buAutoNum type="arabicPeriod"/>
            </a:pPr>
            <a:r>
              <a:rPr lang="da-DK" dirty="0"/>
              <a:t>Definer en </a:t>
            </a:r>
            <a:r>
              <a:rPr lang="da-DK" dirty="0" err="1"/>
              <a:t>struct</a:t>
            </a:r>
            <a:r>
              <a:rPr lang="da-DK" dirty="0"/>
              <a:t> template for </a:t>
            </a:r>
            <a:r>
              <a:rPr lang="da-DK" dirty="0" err="1"/>
              <a:t>Record</a:t>
            </a:r>
            <a:r>
              <a:rPr lang="da-DK" dirty="0"/>
              <a:t>. Skal indeholde følgende informationer. </a:t>
            </a:r>
          </a:p>
          <a:p>
            <a:pPr marL="681038" lvl="1" indent="-342900">
              <a:buFont typeface="+mj-lt"/>
              <a:buAutoNum type="arabicPeriod"/>
            </a:pPr>
            <a:r>
              <a:rPr lang="da-DK" dirty="0"/>
              <a:t>Id: heltal, dato: </a:t>
            </a:r>
            <a:r>
              <a:rPr lang="da-DK" dirty="0" err="1"/>
              <a:t>time_t</a:t>
            </a:r>
            <a:r>
              <a:rPr lang="da-DK" dirty="0"/>
              <a:t>, notes: 100 </a:t>
            </a:r>
            <a:r>
              <a:rPr lang="da-DK" dirty="0" err="1"/>
              <a:t>char</a:t>
            </a:r>
            <a:r>
              <a:rPr lang="da-DK" dirty="0"/>
              <a:t> </a:t>
            </a:r>
            <a:r>
              <a:rPr lang="da-DK" dirty="0" err="1"/>
              <a:t>string</a:t>
            </a:r>
            <a:r>
              <a:rPr lang="da-DK" dirty="0"/>
              <a:t>, </a:t>
            </a:r>
            <a:r>
              <a:rPr lang="da-DK" dirty="0" err="1"/>
              <a:t>measurement</a:t>
            </a:r>
            <a:r>
              <a:rPr lang="da-DK" dirty="0"/>
              <a:t>: </a:t>
            </a:r>
            <a:r>
              <a:rPr lang="da-DK" dirty="0" err="1"/>
              <a:t>float</a:t>
            </a:r>
            <a:endParaRPr lang="da-DK" dirty="0"/>
          </a:p>
          <a:p>
            <a:pPr marL="342900" indent="-342900">
              <a:buFont typeface="+mj-lt"/>
              <a:buAutoNum type="arabicPeriod"/>
            </a:pPr>
            <a:r>
              <a:rPr lang="da-DK" dirty="0"/>
              <a:t>Lav en funktions </a:t>
            </a:r>
            <a:r>
              <a:rPr lang="da-DK" dirty="0" err="1"/>
              <a:t>declaration</a:t>
            </a:r>
            <a:r>
              <a:rPr lang="da-DK" dirty="0"/>
              <a:t> og definition </a:t>
            </a:r>
            <a:r>
              <a:rPr lang="da-DK" dirty="0" err="1"/>
              <a:t>print_record</a:t>
            </a:r>
            <a:r>
              <a:rPr lang="da-DK" dirty="0"/>
              <a:t>(…), via </a:t>
            </a:r>
            <a:r>
              <a:rPr lang="da-DK" dirty="0" err="1"/>
              <a:t>call</a:t>
            </a:r>
            <a:r>
              <a:rPr lang="da-DK" dirty="0"/>
              <a:t>-by-reference</a:t>
            </a:r>
          </a:p>
          <a:p>
            <a:pPr marL="681038" lvl="1" indent="-342900">
              <a:buFont typeface="+mj-lt"/>
              <a:buAutoNum type="arabicPeriod"/>
            </a:pPr>
            <a:r>
              <a:rPr lang="da-DK" dirty="0"/>
              <a:t>Funktionen skal printe en læsbar dato ud fra variablen dato ( se </a:t>
            </a:r>
            <a:r>
              <a:rPr lang="da-DK" dirty="0" err="1"/>
              <a:t>ctime</a:t>
            </a:r>
            <a:r>
              <a:rPr lang="da-DK" dirty="0"/>
              <a:t>(&amp;t) )</a:t>
            </a:r>
          </a:p>
          <a:p>
            <a:pPr marL="863600" lvl="2" indent="-342900">
              <a:buFont typeface="+mj-lt"/>
              <a:buAutoNum type="arabicPeriod"/>
            </a:pPr>
            <a:r>
              <a:rPr lang="da-DK" dirty="0"/>
              <a:t>Dette skulle gerne ende med at se sådan her ud for 1594974180: </a:t>
            </a:r>
            <a:r>
              <a:rPr lang="da-DK" dirty="0">
                <a:highlight>
                  <a:srgbClr val="FFFF00"/>
                </a:highlight>
              </a:rPr>
              <a:t>date: Fri Jul 17 10:23:00 2020</a:t>
            </a:r>
          </a:p>
          <a:p>
            <a:pPr marL="681038" lvl="1" indent="-342900">
              <a:buFont typeface="+mj-lt"/>
              <a:buAutoNum type="arabicPeriod"/>
            </a:pPr>
            <a:r>
              <a:rPr lang="da-DK" dirty="0"/>
              <a:t>Den skal også printe alle de andre informationer ud.</a:t>
            </a:r>
          </a:p>
          <a:p>
            <a:pPr marL="342900" indent="-342900">
              <a:buFont typeface="+mj-lt"/>
              <a:buAutoNum type="arabicPeriod"/>
            </a:pPr>
            <a:r>
              <a:rPr lang="da-DK" dirty="0"/>
              <a:t>I </a:t>
            </a:r>
            <a:r>
              <a:rPr lang="da-DK" dirty="0" err="1"/>
              <a:t>main</a:t>
            </a:r>
            <a:r>
              <a:rPr lang="da-DK" dirty="0"/>
              <a:t>, </a:t>
            </a:r>
            <a:r>
              <a:rPr lang="en-US" dirty="0"/>
              <a:t>definer</a:t>
            </a:r>
          </a:p>
          <a:p>
            <a:pPr marL="681038" lvl="1" indent="-342900">
              <a:buFont typeface="+mj-lt"/>
              <a:buAutoNum type="arabicPeriod"/>
            </a:pPr>
            <a:r>
              <a:rPr lang="en-US" dirty="0"/>
              <a:t>struct Record rec = {131, 1594974180, "Measurement recorded without issues", 93.3};</a:t>
            </a:r>
          </a:p>
          <a:p>
            <a:pPr marL="342900" indent="-342900">
              <a:buFont typeface="+mj-lt"/>
              <a:buAutoNum type="arabicPeriod"/>
            </a:pPr>
            <a:r>
              <a:rPr lang="en-US" dirty="0" err="1"/>
              <a:t>Kald</a:t>
            </a:r>
            <a:r>
              <a:rPr lang="en-US" dirty="0"/>
              <a:t> </a:t>
            </a:r>
            <a:r>
              <a:rPr lang="en-US" dirty="0" err="1"/>
              <a:t>print_record</a:t>
            </a:r>
            <a:r>
              <a:rPr lang="en-US" dirty="0"/>
              <a:t> med variable rec, </a:t>
            </a:r>
            <a:r>
              <a:rPr lang="en-US" dirty="0" err="1"/>
              <a:t>som</a:t>
            </a:r>
            <a:r>
              <a:rPr lang="en-US" dirty="0"/>
              <a:t> call-by-reference</a:t>
            </a:r>
          </a:p>
          <a:p>
            <a:pPr marL="342900" indent="-342900">
              <a:buFont typeface="+mj-lt"/>
              <a:buAutoNum type="arabicPeriod"/>
            </a:pPr>
            <a:r>
              <a:rPr lang="en-US" dirty="0"/>
              <a:t>K</a:t>
            </a:r>
            <a:r>
              <a:rPr lang="da-DK" dirty="0"/>
              <a:t>ør programmet</a:t>
            </a:r>
          </a:p>
          <a:p>
            <a:pPr marL="342900" indent="-342900">
              <a:buFont typeface="+mj-lt"/>
              <a:buAutoNum type="arabicPeriod"/>
            </a:pPr>
            <a:endParaRPr lang="da-DK" dirty="0"/>
          </a:p>
          <a:p>
            <a:pPr marL="342900" indent="-342900">
              <a:buFont typeface="+mj-lt"/>
              <a:buAutoNum type="arabicPeriod"/>
            </a:pPr>
            <a:endParaRPr lang="da-DK" dirty="0"/>
          </a:p>
        </p:txBody>
      </p:sp>
    </p:spTree>
    <p:extLst>
      <p:ext uri="{BB962C8B-B14F-4D97-AF65-F5344CB8AC3E}">
        <p14:creationId xmlns:p14="http://schemas.microsoft.com/office/powerpoint/2010/main" val="1022217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80B789-28A6-3EB3-208C-901537EC9DC4}"/>
              </a:ext>
            </a:extLst>
          </p:cNvPr>
          <p:cNvSpPr>
            <a:spLocks noGrp="1"/>
          </p:cNvSpPr>
          <p:nvPr>
            <p:ph type="sldNum" sz="quarter" idx="4"/>
          </p:nvPr>
        </p:nvSpPr>
        <p:spPr/>
        <p:txBody>
          <a:bodyPr/>
          <a:lstStyle/>
          <a:p>
            <a:fld id="{D8D877B3-D348-4611-9BDB-C5374591D951}" type="slidenum">
              <a:rPr lang="en-US" smtClean="0"/>
              <a:pPr/>
              <a:t>37</a:t>
            </a:fld>
            <a:endParaRPr lang="en-US" dirty="0"/>
          </a:p>
        </p:txBody>
      </p:sp>
      <p:sp>
        <p:nvSpPr>
          <p:cNvPr id="3" name="Title 2">
            <a:extLst>
              <a:ext uri="{FF2B5EF4-FFF2-40B4-BE49-F238E27FC236}">
                <a16:creationId xmlns:a16="http://schemas.microsoft.com/office/drawing/2014/main" id="{6CC12802-A665-2150-AAA7-07F746E69F08}"/>
              </a:ext>
            </a:extLst>
          </p:cNvPr>
          <p:cNvSpPr>
            <a:spLocks noGrp="1"/>
          </p:cNvSpPr>
          <p:nvPr>
            <p:ph type="title"/>
          </p:nvPr>
        </p:nvSpPr>
        <p:spPr>
          <a:xfrm>
            <a:off x="587374" y="370290"/>
            <a:ext cx="11323981" cy="1474385"/>
          </a:xfrm>
        </p:spPr>
        <p:txBody>
          <a:bodyPr/>
          <a:lstStyle/>
          <a:p>
            <a:r>
              <a:rPr lang="da-DK" dirty="0"/>
              <a:t>Opgave: patient3</a:t>
            </a:r>
            <a:br>
              <a:rPr lang="da-DK" dirty="0"/>
            </a:br>
            <a:r>
              <a:rPr lang="da-DK" sz="2400" dirty="0"/>
              <a:t>Patient journalen </a:t>
            </a:r>
            <a:r>
              <a:rPr lang="da-DK" sz="2400" dirty="0" err="1"/>
              <a:t>make</a:t>
            </a:r>
            <a:r>
              <a:rPr lang="da-DK" sz="2400" dirty="0"/>
              <a:t> </a:t>
            </a:r>
            <a:r>
              <a:rPr lang="da-DK" sz="2400" dirty="0" err="1"/>
              <a:t>main</a:t>
            </a:r>
            <a:r>
              <a:rPr lang="da-DK" sz="2400" dirty="0"/>
              <a:t> do </a:t>
            </a:r>
            <a:r>
              <a:rPr lang="da-DK" sz="2400" dirty="0" err="1"/>
              <a:t>less</a:t>
            </a:r>
            <a:r>
              <a:rPr lang="da-DK" sz="2400" dirty="0"/>
              <a:t>!!</a:t>
            </a:r>
            <a:endParaRPr lang="en-DK" sz="2400"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C8AC6F6-8E72-9119-E2B8-E50C5F953A2A}"/>
                  </a:ext>
                </a:extLst>
              </p:cNvPr>
              <p:cNvSpPr>
                <a:spLocks noGrp="1"/>
              </p:cNvSpPr>
              <p:nvPr>
                <p:ph type="body" sz="quarter" idx="12"/>
              </p:nvPr>
            </p:nvSpPr>
            <p:spPr>
              <a:xfrm>
                <a:off x="587375" y="2065337"/>
                <a:ext cx="6456363" cy="3704284"/>
              </a:xfrm>
              <a:noFill/>
            </p:spPr>
            <p:txBody>
              <a:bodyPr>
                <a:normAutofit fontScale="62500" lnSpcReduction="20000"/>
              </a:bodyPr>
              <a:lstStyle/>
              <a:p>
                <a:pPr marL="0" indent="0">
                  <a:buNone/>
                </a:pPr>
                <a:r>
                  <a:rPr lang="da-DK" sz="1700" dirty="0"/>
                  <a:t>Skriv kildekoden til et program patient2.c som udregner statistik på patienter via funktionen</a:t>
                </a:r>
                <a:r>
                  <a:rPr lang="da-DK" sz="1700" i="1" dirty="0"/>
                  <a:t> </a:t>
                </a:r>
                <a:r>
                  <a:rPr lang="da-DK" sz="1700" i="1" dirty="0" err="1">
                    <a:highlight>
                      <a:srgbClr val="FFFF00"/>
                    </a:highlight>
                  </a:rPr>
                  <a:t>float</a:t>
                </a:r>
                <a:r>
                  <a:rPr lang="da-DK" sz="1700" i="1" dirty="0">
                    <a:highlight>
                      <a:srgbClr val="FFFF00"/>
                    </a:highlight>
                  </a:rPr>
                  <a:t> </a:t>
                </a:r>
                <a:r>
                  <a:rPr lang="da-DK" sz="1700" i="1" dirty="0" err="1">
                    <a:highlight>
                      <a:srgbClr val="FFFF00"/>
                    </a:highlight>
                  </a:rPr>
                  <a:t>mean</a:t>
                </a:r>
                <a:r>
                  <a:rPr lang="da-DK" sz="1700" i="1" dirty="0">
                    <a:highlight>
                      <a:srgbClr val="FFFF00"/>
                    </a:highlight>
                  </a:rPr>
                  <a:t>(...)</a:t>
                </a:r>
                <a:r>
                  <a:rPr lang="da-DK" sz="1700" i="1" dirty="0"/>
                  <a:t>,  og </a:t>
                </a:r>
                <a:r>
                  <a:rPr lang="da-DK" sz="1700" i="1" dirty="0" err="1">
                    <a:highlight>
                      <a:srgbClr val="FFFF00"/>
                    </a:highlight>
                  </a:rPr>
                  <a:t>float</a:t>
                </a:r>
                <a:r>
                  <a:rPr lang="da-DK" sz="1700" i="1" dirty="0">
                    <a:highlight>
                      <a:srgbClr val="FFFF00"/>
                    </a:highlight>
                  </a:rPr>
                  <a:t> </a:t>
                </a:r>
                <a:r>
                  <a:rPr lang="da-DK" sz="1700" i="1" dirty="0" err="1">
                    <a:highlight>
                      <a:srgbClr val="FFFF00"/>
                    </a:highlight>
                  </a:rPr>
                  <a:t>std</a:t>
                </a:r>
                <a:r>
                  <a:rPr lang="da-DK" sz="1700" i="1" dirty="0">
                    <a:highlight>
                      <a:srgbClr val="FFFF00"/>
                    </a:highlight>
                  </a:rPr>
                  <a:t>(...)</a:t>
                </a:r>
                <a:r>
                  <a:rPr lang="da-DK" sz="1700" i="1" dirty="0"/>
                  <a:t> </a:t>
                </a:r>
                <a:r>
                  <a:rPr lang="da-DK" sz="1700" dirty="0"/>
                  <a:t>til at udregne </a:t>
                </a:r>
                <a:r>
                  <a:rPr lang="da-DK" sz="1700" dirty="0" err="1"/>
                  <a:t>mean</a:t>
                </a:r>
                <a:r>
                  <a:rPr lang="da-DK" sz="1700" dirty="0"/>
                  <a:t> og </a:t>
                </a:r>
                <a:r>
                  <a:rPr lang="da-DK" sz="1700" dirty="0" err="1"/>
                  <a:t>std</a:t>
                </a:r>
                <a:r>
                  <a:rPr lang="da-DK" sz="1700" dirty="0"/>
                  <a:t> af age, </a:t>
                </a:r>
                <a:r>
                  <a:rPr lang="da-DK" sz="1700" dirty="0" err="1"/>
                  <a:t>weight</a:t>
                </a:r>
                <a:r>
                  <a:rPr lang="da-DK" sz="1700" dirty="0"/>
                  <a:t> og </a:t>
                </a:r>
                <a:r>
                  <a:rPr lang="da-DK" sz="1700" dirty="0" err="1"/>
                  <a:t>height</a:t>
                </a:r>
                <a:r>
                  <a:rPr lang="da-DK" sz="1700" dirty="0"/>
                  <a:t>.</a:t>
                </a:r>
              </a:p>
              <a:p>
                <a:pPr marL="342900" indent="-342900">
                  <a:buFont typeface="+mj-lt"/>
                  <a:buAutoNum type="arabicPeriod"/>
                </a:pPr>
                <a:r>
                  <a:rPr lang="da-DK" sz="1700" i="1" dirty="0"/>
                  <a:t>Skriv en funktion </a:t>
                </a:r>
                <a:r>
                  <a:rPr lang="da-DK" sz="1700" i="1" dirty="0" err="1">
                    <a:highlight>
                      <a:srgbClr val="FFFF00"/>
                    </a:highlight>
                  </a:rPr>
                  <a:t>printStatistics</a:t>
                </a:r>
                <a:r>
                  <a:rPr lang="da-DK" sz="1700" i="1" dirty="0">
                    <a:highlight>
                      <a:srgbClr val="FFFF00"/>
                    </a:highlight>
                  </a:rPr>
                  <a:t>(</a:t>
                </a:r>
                <a:r>
                  <a:rPr lang="da-DK" sz="1700" i="1" dirty="0" err="1">
                    <a:highlight>
                      <a:srgbClr val="FFFF00"/>
                    </a:highlight>
                  </a:rPr>
                  <a:t>char</a:t>
                </a:r>
                <a:r>
                  <a:rPr lang="da-DK" sz="1700" i="1" dirty="0">
                    <a:highlight>
                      <a:srgbClr val="FFFF00"/>
                    </a:highlight>
                  </a:rPr>
                  <a:t>* </a:t>
                </a:r>
                <a:r>
                  <a:rPr lang="da-DK" sz="1700" i="1" dirty="0" err="1">
                    <a:highlight>
                      <a:srgbClr val="FFFF00"/>
                    </a:highlight>
                  </a:rPr>
                  <a:t>measurement</a:t>
                </a:r>
                <a:r>
                  <a:rPr lang="da-DK" sz="1700" i="1" dirty="0">
                    <a:highlight>
                      <a:srgbClr val="FFFF00"/>
                    </a:highlight>
                  </a:rPr>
                  <a:t>, </a:t>
                </a:r>
                <a:r>
                  <a:rPr lang="da-DK" sz="1700" i="1" dirty="0" err="1">
                    <a:highlight>
                      <a:srgbClr val="FFFF00"/>
                    </a:highlight>
                  </a:rPr>
                  <a:t>float</a:t>
                </a:r>
                <a:r>
                  <a:rPr lang="da-DK" sz="1700" i="1" dirty="0">
                    <a:highlight>
                      <a:srgbClr val="FFFF00"/>
                    </a:highlight>
                  </a:rPr>
                  <a:t> gennemsnit, </a:t>
                </a:r>
                <a:r>
                  <a:rPr lang="da-DK" sz="1700" i="1" dirty="0" err="1">
                    <a:highlight>
                      <a:srgbClr val="FFFF00"/>
                    </a:highlight>
                  </a:rPr>
                  <a:t>float</a:t>
                </a:r>
                <a:r>
                  <a:rPr lang="da-DK" sz="1700" i="1" dirty="0">
                    <a:highlight>
                      <a:srgbClr val="FFFF00"/>
                    </a:highlight>
                  </a:rPr>
                  <a:t> afvigelse) </a:t>
                </a:r>
              </a:p>
              <a:p>
                <a:pPr marL="681038" lvl="1" indent="-342900">
                  <a:buFont typeface="+mj-lt"/>
                  <a:buAutoNum type="arabicPeriod"/>
                </a:pPr>
                <a:r>
                  <a:rPr lang="da-DK" sz="1500" i="1" dirty="0">
                    <a:highlight>
                      <a:srgbClr val="FFFF00"/>
                    </a:highlight>
                  </a:rPr>
                  <a:t>Hint: Den skal printe </a:t>
                </a:r>
                <a:r>
                  <a:rPr lang="da-DK" sz="1500" i="1" dirty="0" err="1">
                    <a:highlight>
                      <a:srgbClr val="FFFF00"/>
                    </a:highlight>
                  </a:rPr>
                  <a:t>measurement</a:t>
                </a:r>
                <a:r>
                  <a:rPr lang="da-DK" sz="1500" i="1" dirty="0">
                    <a:highlight>
                      <a:srgbClr val="FFFF00"/>
                    </a:highlight>
                  </a:rPr>
                  <a:t>, gennemsnit og afvigelse</a:t>
                </a:r>
              </a:p>
              <a:p>
                <a:pPr marL="342900" indent="-342900">
                  <a:buFont typeface="+mj-lt"/>
                  <a:buAutoNum type="arabicPeriod"/>
                </a:pPr>
                <a:r>
                  <a:rPr lang="da-DK" sz="1700" dirty="0"/>
                  <a:t>Skriv funktionen </a:t>
                </a:r>
                <a:r>
                  <a:rPr lang="da-DK" sz="1700" i="1" dirty="0" err="1">
                    <a:highlight>
                      <a:srgbClr val="FFFF00"/>
                    </a:highlight>
                  </a:rPr>
                  <a:t>float</a:t>
                </a:r>
                <a:r>
                  <a:rPr lang="da-DK" sz="1700" i="1" dirty="0">
                    <a:highlight>
                      <a:srgbClr val="FFFF00"/>
                    </a:highlight>
                  </a:rPr>
                  <a:t> </a:t>
                </a:r>
                <a:r>
                  <a:rPr lang="da-DK" sz="1700" i="1" dirty="0" err="1">
                    <a:highlight>
                      <a:srgbClr val="FFFF00"/>
                    </a:highlight>
                  </a:rPr>
                  <a:t>mean</a:t>
                </a:r>
                <a:r>
                  <a:rPr lang="da-DK" sz="1700" i="1" dirty="0">
                    <a:highlight>
                      <a:srgbClr val="FFFF00"/>
                    </a:highlight>
                  </a:rPr>
                  <a:t>(...)</a:t>
                </a:r>
                <a:r>
                  <a:rPr lang="da-DK" sz="1700" dirty="0"/>
                  <a:t>, som udregner gennemsnittet af et array x</a:t>
                </a:r>
                <a:endParaRPr lang="da-DK" sz="1800" b="0" i="1" dirty="0">
                  <a:latin typeface="Cambria Math" panose="02040503050406030204" pitchFamily="18" charset="0"/>
                </a:endParaRPr>
              </a:p>
              <a:p>
                <a:pPr marL="338138" lvl="1" indent="0">
                  <a:buNone/>
                </a:pPr>
                <a14:m>
                  <m:oMathPara xmlns:m="http://schemas.openxmlformats.org/officeDocument/2006/math">
                    <m:oMathParaPr>
                      <m:jc m:val="centerGroup"/>
                    </m:oMathParaPr>
                    <m:oMath xmlns:m="http://schemas.openxmlformats.org/officeDocument/2006/math">
                      <m:r>
                        <a:rPr lang="da-DK" sz="1800" b="0" i="1" smtClean="0">
                          <a:latin typeface="Cambria Math" panose="02040503050406030204" pitchFamily="18" charset="0"/>
                        </a:rPr>
                        <m:t>𝜇</m:t>
                      </m:r>
                      <m:r>
                        <a:rPr lang="da-DK" sz="1800" b="0" i="1" smtClean="0">
                          <a:latin typeface="Cambria Math" panose="02040503050406030204" pitchFamily="18" charset="0"/>
                        </a:rPr>
                        <m:t>=</m:t>
                      </m:r>
                      <m:f>
                        <m:fPr>
                          <m:ctrlPr>
                            <a:rPr lang="da-DK" sz="1800" b="0" i="1" smtClean="0">
                              <a:latin typeface="Cambria Math" panose="02040503050406030204" pitchFamily="18" charset="0"/>
                            </a:rPr>
                          </m:ctrlPr>
                        </m:fPr>
                        <m:num>
                          <m:nary>
                            <m:naryPr>
                              <m:chr m:val="∑"/>
                              <m:ctrlPr>
                                <a:rPr lang="da-DK" sz="1800" b="0" i="1" smtClean="0">
                                  <a:latin typeface="Cambria Math" panose="02040503050406030204" pitchFamily="18" charset="0"/>
                                </a:rPr>
                              </m:ctrlPr>
                            </m:naryPr>
                            <m:sub>
                              <m:r>
                                <m:rPr>
                                  <m:brk m:alnAt="23"/>
                                </m:rPr>
                                <a:rPr lang="da-DK" sz="1800" b="0" i="1" smtClean="0">
                                  <a:latin typeface="Cambria Math" panose="02040503050406030204" pitchFamily="18" charset="0"/>
                                </a:rPr>
                                <m:t>𝑛</m:t>
                              </m:r>
                              <m:r>
                                <a:rPr lang="da-DK" sz="1800" b="0" i="1" smtClean="0">
                                  <a:latin typeface="Cambria Math" panose="02040503050406030204" pitchFamily="18" charset="0"/>
                                </a:rPr>
                                <m:t>=0</m:t>
                              </m:r>
                            </m:sub>
                            <m:sup>
                              <m:r>
                                <a:rPr lang="da-DK" sz="1800" b="0" i="1" smtClean="0">
                                  <a:latin typeface="Cambria Math" panose="02040503050406030204" pitchFamily="18" charset="0"/>
                                </a:rPr>
                                <m:t>𝑁</m:t>
                              </m:r>
                              <m:r>
                                <a:rPr lang="da-DK" sz="1800" b="0" i="1" smtClean="0">
                                  <a:latin typeface="Cambria Math" panose="02040503050406030204" pitchFamily="18" charset="0"/>
                                </a:rPr>
                                <m:t>−1</m:t>
                              </m:r>
                            </m:sup>
                            <m:e>
                              <m:r>
                                <a:rPr lang="da-DK" sz="1800" b="0" i="1" smtClean="0">
                                  <a:latin typeface="Cambria Math" panose="02040503050406030204" pitchFamily="18" charset="0"/>
                                </a:rPr>
                                <m:t>𝑥</m:t>
                              </m:r>
                              <m:d>
                                <m:dPr>
                                  <m:begChr m:val="["/>
                                  <m:endChr m:val="]"/>
                                  <m:ctrlPr>
                                    <a:rPr lang="da-DK" sz="1800" b="0" i="1" smtClean="0">
                                      <a:latin typeface="Cambria Math" panose="02040503050406030204" pitchFamily="18" charset="0"/>
                                    </a:rPr>
                                  </m:ctrlPr>
                                </m:dPr>
                                <m:e>
                                  <m:r>
                                    <a:rPr lang="da-DK" sz="1800" b="0" i="1" smtClean="0">
                                      <a:latin typeface="Cambria Math" panose="02040503050406030204" pitchFamily="18" charset="0"/>
                                    </a:rPr>
                                    <m:t>𝑛</m:t>
                                  </m:r>
                                </m:e>
                              </m:d>
                            </m:e>
                          </m:nary>
                        </m:num>
                        <m:den>
                          <m:r>
                            <a:rPr lang="da-DK" sz="1800" b="0" i="1" smtClean="0">
                              <a:latin typeface="Cambria Math" panose="02040503050406030204" pitchFamily="18" charset="0"/>
                            </a:rPr>
                            <m:t>𝑁</m:t>
                          </m:r>
                        </m:den>
                      </m:f>
                    </m:oMath>
                  </m:oMathPara>
                </a14:m>
                <a:endParaRPr lang="da-DK" sz="1700" dirty="0"/>
              </a:p>
              <a:p>
                <a:pPr marL="342900" indent="-342900">
                  <a:buFont typeface="+mj-lt"/>
                  <a:buAutoNum type="arabicPeriod"/>
                </a:pPr>
                <a:r>
                  <a:rPr lang="da-DK" sz="1700" dirty="0"/>
                  <a:t>Skriv funktionen </a:t>
                </a:r>
                <a:r>
                  <a:rPr lang="da-DK" sz="1700" i="1" dirty="0" err="1">
                    <a:highlight>
                      <a:srgbClr val="FFFF00"/>
                    </a:highlight>
                  </a:rPr>
                  <a:t>float</a:t>
                </a:r>
                <a:r>
                  <a:rPr lang="da-DK" sz="1700" i="1" dirty="0">
                    <a:highlight>
                      <a:srgbClr val="FFFF00"/>
                    </a:highlight>
                  </a:rPr>
                  <a:t> </a:t>
                </a:r>
                <a:r>
                  <a:rPr lang="da-DK" sz="1700" i="1" dirty="0" err="1">
                    <a:highlight>
                      <a:srgbClr val="FFFF00"/>
                    </a:highlight>
                  </a:rPr>
                  <a:t>std</a:t>
                </a:r>
                <a:r>
                  <a:rPr lang="da-DK" sz="1700" i="1" dirty="0">
                    <a:highlight>
                      <a:srgbClr val="FFFF00"/>
                    </a:highlight>
                  </a:rPr>
                  <a:t>(...)</a:t>
                </a:r>
                <a:r>
                  <a:rPr lang="da-DK" sz="1700" dirty="0"/>
                  <a:t>, som udregner afvigelsen af et array x</a:t>
                </a:r>
                <a:endParaRPr lang="da-DK" sz="1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da-DK" sz="1800" b="0" i="1" smtClean="0">
                          <a:latin typeface="Cambria Math" panose="02040503050406030204" pitchFamily="18" charset="0"/>
                        </a:rPr>
                        <m:t>𝜎</m:t>
                      </m:r>
                      <m:r>
                        <a:rPr lang="da-DK" sz="1800" b="0" i="1" smtClean="0">
                          <a:latin typeface="Cambria Math" panose="02040503050406030204" pitchFamily="18" charset="0"/>
                        </a:rPr>
                        <m:t>=</m:t>
                      </m:r>
                      <m:rad>
                        <m:radPr>
                          <m:degHide m:val="on"/>
                          <m:ctrlPr>
                            <a:rPr lang="da-DK" sz="1800" b="0" i="1" smtClean="0">
                              <a:latin typeface="Cambria Math" panose="02040503050406030204" pitchFamily="18" charset="0"/>
                            </a:rPr>
                          </m:ctrlPr>
                        </m:radPr>
                        <m:deg/>
                        <m:e>
                          <m:f>
                            <m:fPr>
                              <m:ctrlPr>
                                <a:rPr lang="da-DK" sz="1800" b="0" i="1" smtClean="0">
                                  <a:latin typeface="Cambria Math" panose="02040503050406030204" pitchFamily="18" charset="0"/>
                                </a:rPr>
                              </m:ctrlPr>
                            </m:fPr>
                            <m:num>
                              <m:nary>
                                <m:naryPr>
                                  <m:chr m:val="∑"/>
                                  <m:ctrlPr>
                                    <a:rPr lang="da-DK" sz="1800" i="1">
                                      <a:latin typeface="Cambria Math" panose="02040503050406030204" pitchFamily="18" charset="0"/>
                                    </a:rPr>
                                  </m:ctrlPr>
                                </m:naryPr>
                                <m:sub>
                                  <m:r>
                                    <m:rPr>
                                      <m:brk m:alnAt="23"/>
                                    </m:rPr>
                                    <a:rPr lang="da-DK" sz="1800" i="1">
                                      <a:latin typeface="Cambria Math" panose="02040503050406030204" pitchFamily="18" charset="0"/>
                                    </a:rPr>
                                    <m:t>𝑛</m:t>
                                  </m:r>
                                  <m:r>
                                    <a:rPr lang="da-DK" sz="1800" i="1">
                                      <a:latin typeface="Cambria Math" panose="02040503050406030204" pitchFamily="18" charset="0"/>
                                    </a:rPr>
                                    <m:t>=0</m:t>
                                  </m:r>
                                </m:sub>
                                <m:sup>
                                  <m:r>
                                    <a:rPr lang="da-DK" sz="1800" i="1">
                                      <a:latin typeface="Cambria Math" panose="02040503050406030204" pitchFamily="18" charset="0"/>
                                    </a:rPr>
                                    <m:t>𝑁</m:t>
                                  </m:r>
                                  <m:r>
                                    <a:rPr lang="da-DK" sz="1800" i="1">
                                      <a:latin typeface="Cambria Math" panose="02040503050406030204" pitchFamily="18" charset="0"/>
                                    </a:rPr>
                                    <m:t>−1</m:t>
                                  </m:r>
                                </m:sup>
                                <m:e>
                                  <m:sSup>
                                    <m:sSupPr>
                                      <m:ctrlPr>
                                        <a:rPr lang="da-DK" sz="1800" b="0" i="1" smtClean="0">
                                          <a:latin typeface="Cambria Math" panose="02040503050406030204" pitchFamily="18" charset="0"/>
                                        </a:rPr>
                                      </m:ctrlPr>
                                    </m:sSupPr>
                                    <m:e>
                                      <m:d>
                                        <m:dPr>
                                          <m:ctrlPr>
                                            <a:rPr lang="da-DK" sz="1800" b="0" i="1" smtClean="0">
                                              <a:latin typeface="Cambria Math" panose="02040503050406030204" pitchFamily="18" charset="0"/>
                                            </a:rPr>
                                          </m:ctrlPr>
                                        </m:dPr>
                                        <m:e>
                                          <m:r>
                                            <a:rPr lang="da-DK" sz="1800" i="1">
                                              <a:latin typeface="Cambria Math" panose="02040503050406030204" pitchFamily="18" charset="0"/>
                                            </a:rPr>
                                            <m:t>𝑥</m:t>
                                          </m:r>
                                          <m:d>
                                            <m:dPr>
                                              <m:begChr m:val="["/>
                                              <m:endChr m:val="]"/>
                                              <m:ctrlPr>
                                                <a:rPr lang="da-DK" sz="1800" i="1">
                                                  <a:latin typeface="Cambria Math" panose="02040503050406030204" pitchFamily="18" charset="0"/>
                                                </a:rPr>
                                              </m:ctrlPr>
                                            </m:dPr>
                                            <m:e>
                                              <m:r>
                                                <a:rPr lang="da-DK" sz="1800" i="1">
                                                  <a:latin typeface="Cambria Math" panose="02040503050406030204" pitchFamily="18" charset="0"/>
                                                </a:rPr>
                                                <m:t>𝑛</m:t>
                                              </m:r>
                                            </m:e>
                                          </m:d>
                                          <m:r>
                                            <a:rPr lang="da-DK" sz="1800" b="0" i="1" smtClean="0">
                                              <a:latin typeface="Cambria Math" panose="02040503050406030204" pitchFamily="18" charset="0"/>
                                            </a:rPr>
                                            <m:t>−</m:t>
                                          </m:r>
                                          <m:r>
                                            <a:rPr lang="da-DK" sz="1800" b="0" i="1" smtClean="0">
                                              <a:latin typeface="Cambria Math" panose="02040503050406030204" pitchFamily="18" charset="0"/>
                                            </a:rPr>
                                            <m:t>𝜇</m:t>
                                          </m:r>
                                        </m:e>
                                      </m:d>
                                    </m:e>
                                    <m:sup>
                                      <m:r>
                                        <a:rPr lang="da-DK" sz="1800" b="0" i="1" smtClean="0">
                                          <a:latin typeface="Cambria Math" panose="02040503050406030204" pitchFamily="18" charset="0"/>
                                        </a:rPr>
                                        <m:t>2</m:t>
                                      </m:r>
                                    </m:sup>
                                  </m:sSup>
                                </m:e>
                              </m:nary>
                            </m:num>
                            <m:den>
                              <m:r>
                                <a:rPr lang="da-DK" sz="1800" b="0" i="1" smtClean="0">
                                  <a:latin typeface="Cambria Math" panose="02040503050406030204" pitchFamily="18" charset="0"/>
                                </a:rPr>
                                <m:t>𝑁</m:t>
                              </m:r>
                              <m:r>
                                <a:rPr lang="da-DK" sz="1800" b="0" i="1" smtClean="0">
                                  <a:latin typeface="Cambria Math" panose="02040503050406030204" pitchFamily="18" charset="0"/>
                                </a:rPr>
                                <m:t>−1</m:t>
                              </m:r>
                            </m:den>
                          </m:f>
                        </m:e>
                      </m:rad>
                    </m:oMath>
                  </m:oMathPara>
                </a14:m>
                <a:endParaRPr lang="da-DK" sz="1700" dirty="0"/>
              </a:p>
              <a:p>
                <a:pPr marL="342900" indent="-342900">
                  <a:buFont typeface="+mj-lt"/>
                  <a:buAutoNum type="arabicPeriod"/>
                </a:pPr>
                <a:r>
                  <a:rPr lang="da-DK" sz="1700" dirty="0"/>
                  <a:t>Skriv funktionen </a:t>
                </a:r>
                <a:r>
                  <a:rPr lang="da-DK" sz="1700" i="1" dirty="0" err="1">
                    <a:highlight>
                      <a:srgbClr val="FFFF00"/>
                    </a:highlight>
                  </a:rPr>
                  <a:t>printStatistics</a:t>
                </a:r>
                <a:r>
                  <a:rPr lang="da-DK" sz="1700" i="1" dirty="0">
                    <a:highlight>
                      <a:srgbClr val="FFFF00"/>
                    </a:highlight>
                  </a:rPr>
                  <a:t>(...)</a:t>
                </a:r>
                <a:r>
                  <a:rPr lang="da-DK" sz="1700" dirty="0">
                    <a:highlight>
                      <a:srgbClr val="FFFF00"/>
                    </a:highlight>
                  </a:rPr>
                  <a:t>, </a:t>
                </a:r>
                <a:r>
                  <a:rPr lang="da-DK" sz="1700" dirty="0"/>
                  <a:t>og benyt den</a:t>
                </a:r>
              </a:p>
              <a:p>
                <a:pPr marL="0" indent="0">
                  <a:buNone/>
                </a:pPr>
                <a:r>
                  <a:rPr lang="da-DK" sz="1700" i="1" u="sng" dirty="0"/>
                  <a:t>Hint: I har lavet disse ligninger før.</a:t>
                </a:r>
                <a:endParaRPr lang="da-DK" sz="2000" i="1" u="sng" dirty="0"/>
              </a:p>
              <a:p>
                <a:pPr marL="0" indent="0">
                  <a:buNone/>
                </a:pPr>
                <a:endParaRPr lang="en-DK" dirty="0"/>
              </a:p>
            </p:txBody>
          </p:sp>
        </mc:Choice>
        <mc:Fallback xmlns="">
          <p:sp>
            <p:nvSpPr>
              <p:cNvPr id="4" name="Text Placeholder 3">
                <a:extLst>
                  <a:ext uri="{FF2B5EF4-FFF2-40B4-BE49-F238E27FC236}">
                    <a16:creationId xmlns:a16="http://schemas.microsoft.com/office/drawing/2014/main" id="{8C8AC6F6-8E72-9119-E2B8-E50C5F953A2A}"/>
                  </a:ext>
                </a:extLst>
              </p:cNvPr>
              <p:cNvSpPr>
                <a:spLocks noGrp="1" noRot="1" noChangeAspect="1" noMove="1" noResize="1" noEditPoints="1" noAdjustHandles="1" noChangeArrowheads="1" noChangeShapeType="1" noTextEdit="1"/>
              </p:cNvSpPr>
              <p:nvPr>
                <p:ph type="body" sz="quarter" idx="12"/>
              </p:nvPr>
            </p:nvSpPr>
            <p:spPr>
              <a:xfrm>
                <a:off x="587375" y="2065337"/>
                <a:ext cx="6456363" cy="3704284"/>
              </a:xfrm>
              <a:blipFill>
                <a:blip r:embed="rId2"/>
                <a:stretch>
                  <a:fillRect l="-1322"/>
                </a:stretch>
              </a:blipFill>
            </p:spPr>
            <p:txBody>
              <a:bodyPr/>
              <a:lstStyle/>
              <a:p>
                <a:r>
                  <a:rPr lang="da-DK">
                    <a:noFill/>
                  </a:rPr>
                  <a:t> </a:t>
                </a:r>
              </a:p>
            </p:txBody>
          </p:sp>
        </mc:Fallback>
      </mc:AlternateContent>
      <p:sp>
        <p:nvSpPr>
          <p:cNvPr id="5" name="TextBox 4">
            <a:extLst>
              <a:ext uri="{FF2B5EF4-FFF2-40B4-BE49-F238E27FC236}">
                <a16:creationId xmlns:a16="http://schemas.microsoft.com/office/drawing/2014/main" id="{3A0BEECF-962D-5FB3-A03D-A228E41C061A}"/>
              </a:ext>
            </a:extLst>
          </p:cNvPr>
          <p:cNvSpPr txBox="1"/>
          <p:nvPr/>
        </p:nvSpPr>
        <p:spPr>
          <a:xfrm>
            <a:off x="7137990" y="1665144"/>
            <a:ext cx="5054009" cy="3477875"/>
          </a:xfrm>
          <a:prstGeom prst="rect">
            <a:avLst/>
          </a:prstGeom>
          <a:solidFill>
            <a:schemeClr val="bg1">
              <a:lumMod val="95000"/>
            </a:schemeClr>
          </a:solidFill>
        </p:spPr>
        <p:txBody>
          <a:bodyPr wrap="square">
            <a:spAutoFit/>
          </a:bodyPr>
          <a:lstStyle/>
          <a:p>
            <a:r>
              <a:rPr lang="en-US" sz="1100" b="0" dirty="0">
                <a:solidFill>
                  <a:srgbClr val="808080"/>
                </a:solidFill>
                <a:effectLst/>
                <a:latin typeface="Consolas" panose="020B0609020204030204" pitchFamily="49" charset="0"/>
              </a:rPr>
              <a:t>#include</a:t>
            </a:r>
            <a:r>
              <a:rPr lang="en-US" sz="1100" b="0" dirty="0">
                <a:solidFill>
                  <a:srgbClr val="000000"/>
                </a:solidFill>
                <a:effectLst/>
                <a:latin typeface="Consolas" panose="020B0609020204030204" pitchFamily="49" charset="0"/>
              </a:rPr>
              <a:t> </a:t>
            </a:r>
            <a:r>
              <a:rPr lang="en-US" sz="1100" b="0" dirty="0">
                <a:solidFill>
                  <a:srgbClr val="E21F1F"/>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E21F1F"/>
                </a:solidFill>
                <a:effectLst/>
                <a:latin typeface="Consolas" panose="020B0609020204030204" pitchFamily="49" charset="0"/>
              </a:rPr>
              <a:t>&gt;</a:t>
            </a:r>
            <a:endParaRPr lang="en-US" sz="1100" b="0" dirty="0">
              <a:solidFill>
                <a:srgbClr val="000000"/>
              </a:solidFill>
              <a:effectLst/>
              <a:latin typeface="Consolas" panose="020B0609020204030204" pitchFamily="49" charset="0"/>
            </a:endParaRPr>
          </a:p>
          <a:p>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74531F"/>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a:t>
            </a:r>
          </a:p>
          <a:p>
            <a:br>
              <a:rPr lang="en-US" sz="1100" b="0" dirty="0">
                <a:solidFill>
                  <a:srgbClr val="000000"/>
                </a:solidFill>
                <a:effectLst/>
                <a:latin typeface="Consolas" panose="020B0609020204030204" pitchFamily="49" charset="0"/>
              </a:rPr>
            </a:b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ages</a:t>
            </a:r>
            <a:r>
              <a:rPr lang="en-US" sz="1100" b="0" dirty="0">
                <a:solidFill>
                  <a:srgbClr val="0000FF"/>
                </a:solidFill>
                <a:effectLst/>
                <a:latin typeface="Consolas" panose="020B0609020204030204" pitchFamily="49" charset="0"/>
              </a:rPr>
              <a: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13</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44</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51</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100</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float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weights</a:t>
            </a:r>
            <a:r>
              <a:rPr lang="en-US" sz="1100" b="0" dirty="0">
                <a:solidFill>
                  <a:srgbClr val="0000FF"/>
                </a:solidFill>
                <a:effectLst/>
                <a:latin typeface="Consolas" panose="020B0609020204030204" pitchFamily="49" charset="0"/>
              </a:rPr>
              <a: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80</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99</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100</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50</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float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heights</a:t>
            </a:r>
            <a:r>
              <a:rPr lang="en-US" sz="1100" b="0" dirty="0">
                <a:solidFill>
                  <a:srgbClr val="0000FF"/>
                </a:solidFill>
                <a:effectLst/>
                <a:latin typeface="Consolas" panose="020B0609020204030204" pitchFamily="49" charset="0"/>
              </a:rPr>
              <a: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1.80</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1.62</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1.30</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1.74</a:t>
            </a:r>
            <a:r>
              <a:rPr lang="en-US" sz="1100" b="0" dirty="0">
                <a:solidFill>
                  <a:srgbClr val="000000"/>
                </a:solidFill>
                <a:effectLst/>
                <a:latin typeface="Consolas" panose="020B0609020204030204" pitchFamily="49" charset="0"/>
              </a:rPr>
              <a:t>};	</a:t>
            </a:r>
          </a:p>
          <a:p>
            <a:endParaRPr lang="en-US" sz="1100" dirty="0">
              <a:solidFill>
                <a:srgbClr val="000000"/>
              </a:solidFill>
              <a:latin typeface="Consolas" panose="020B0609020204030204" pitchFamily="49" charset="0"/>
            </a:endParaRPr>
          </a:p>
          <a:p>
            <a:br>
              <a:rPr lang="en-US" sz="1100" b="0" dirty="0">
                <a:solidFill>
                  <a:srgbClr val="000000"/>
                </a:solidFill>
                <a:effectLst/>
                <a:latin typeface="Consolas" panose="020B0609020204030204" pitchFamily="49" charset="0"/>
              </a:rPr>
            </a:br>
            <a:r>
              <a:rPr lang="en-US" sz="1100" b="0" dirty="0">
                <a:solidFill>
                  <a:srgbClr val="000000"/>
                </a:solidFill>
                <a:effectLst/>
                <a:latin typeface="Consolas" panose="020B0609020204030204" pitchFamily="49" charset="0"/>
              </a:rPr>
              <a:t>    </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Udregn</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længde</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på</a:t>
            </a:r>
            <a:r>
              <a:rPr lang="en-US" sz="1100" b="0" dirty="0">
                <a:solidFill>
                  <a:srgbClr val="008000"/>
                </a:solidFill>
                <a:effectLst/>
                <a:latin typeface="Consolas" panose="020B0609020204030204" pitchFamily="49" charset="0"/>
              </a:rPr>
              <a:t> array (</a:t>
            </a:r>
            <a:r>
              <a:rPr lang="en-US" sz="1100" b="0" dirty="0" err="1">
                <a:solidFill>
                  <a:srgbClr val="008000"/>
                </a:solidFill>
                <a:effectLst/>
                <a:latin typeface="Consolas" panose="020B0609020204030204" pitchFamily="49" charset="0"/>
              </a:rPr>
              <a:t>sådan</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gør</a:t>
            </a:r>
            <a:r>
              <a:rPr lang="en-US" sz="1100" b="0" dirty="0">
                <a:solidFill>
                  <a:srgbClr val="008000"/>
                </a:solidFill>
                <a:effectLst/>
                <a:latin typeface="Consolas" panose="020B0609020204030204" pitchFamily="49" charset="0"/>
              </a:rPr>
              <a:t> man i C)</a:t>
            </a:r>
            <a:endParaRPr lang="en-US" sz="1100" b="0" dirty="0">
              <a:solidFill>
                <a:srgbClr val="000000"/>
              </a:solidFill>
              <a:effectLst/>
              <a:latin typeface="Consolas" panose="020B0609020204030204" pitchFamily="49" charset="0"/>
            </a:endParaRPr>
          </a:p>
          <a:p>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number_of_patients</a:t>
            </a:r>
            <a:r>
              <a:rPr lang="en-US" sz="1100" b="0" dirty="0">
                <a:solidFill>
                  <a:srgbClr val="000000"/>
                </a:solidFill>
                <a:effectLst/>
                <a:latin typeface="Consolas" panose="020B0609020204030204" pitchFamily="49" charset="0"/>
              </a:rPr>
              <a:t> = </a:t>
            </a:r>
            <a:r>
              <a:rPr lang="en-US" sz="1100" b="0" dirty="0" err="1">
                <a:solidFill>
                  <a:srgbClr val="0000FF"/>
                </a:solidFill>
                <a:effectLst/>
                <a:latin typeface="Consolas" panose="020B0609020204030204" pitchFamily="49" charset="0"/>
              </a:rPr>
              <a:t>sizeof</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ages</a:t>
            </a:r>
            <a:r>
              <a:rPr lang="en-US" sz="1100" b="0" dirty="0">
                <a:solidFill>
                  <a:srgbClr val="000000"/>
                </a:solidFill>
                <a:effectLst/>
                <a:latin typeface="Consolas" panose="020B0609020204030204" pitchFamily="49" charset="0"/>
              </a:rPr>
              <a:t>) / </a:t>
            </a:r>
            <a:r>
              <a:rPr lang="en-US" sz="1100" b="0" dirty="0" err="1">
                <a:solidFill>
                  <a:srgbClr val="0000FF"/>
                </a:solidFill>
                <a:effectLst/>
                <a:latin typeface="Consolas" panose="020B0609020204030204" pitchFamily="49" charset="0"/>
              </a:rPr>
              <a:t>sizeof</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ages</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br>
              <a:rPr lang="en-US" sz="1100" b="0" dirty="0">
                <a:solidFill>
                  <a:srgbClr val="000000"/>
                </a:solidFill>
                <a:effectLst/>
                <a:latin typeface="Consolas" panose="020B0609020204030204" pitchFamily="49" charset="0"/>
              </a:rPr>
            </a:br>
            <a:r>
              <a:rPr lang="en-US" sz="1100" b="0" dirty="0">
                <a:solidFill>
                  <a:srgbClr val="000000"/>
                </a:solidFill>
                <a:effectLst/>
                <a:latin typeface="Consolas" panose="020B0609020204030204" pitchFamily="49" charset="0"/>
              </a:rPr>
              <a:t>    </a:t>
            </a:r>
            <a:r>
              <a:rPr lang="en-US" sz="1100" b="0" dirty="0">
                <a:solidFill>
                  <a:srgbClr val="008000"/>
                </a:solidFill>
                <a:effectLst/>
                <a:latin typeface="Consolas" panose="020B0609020204030204" pitchFamily="49" charset="0"/>
              </a:rPr>
              <a:t>// print patient descriptives</a:t>
            </a:r>
            <a:endParaRPr lang="en-US" sz="1100" b="0" dirty="0">
              <a:solidFill>
                <a:srgbClr val="000000"/>
              </a:solidFill>
              <a:effectLst/>
              <a:latin typeface="Consolas" panose="020B0609020204030204" pitchFamily="49" charset="0"/>
            </a:endParaRPr>
          </a:p>
          <a:p>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Patient Descriptives for </a:t>
            </a:r>
            <a:r>
              <a:rPr lang="en-US" sz="1100" b="0" dirty="0">
                <a:solidFill>
                  <a:srgbClr val="1F377F"/>
                </a:solidFill>
                <a:effectLst/>
                <a:latin typeface="Consolas" panose="020B0609020204030204" pitchFamily="49" charset="0"/>
              </a:rPr>
              <a:t>%i</a:t>
            </a:r>
            <a:r>
              <a:rPr lang="en-US" sz="1100" b="0" dirty="0">
                <a:solidFill>
                  <a:srgbClr val="A31515"/>
                </a:solidFill>
                <a:effectLst/>
                <a:latin typeface="Consolas" panose="020B0609020204030204" pitchFamily="49" charset="0"/>
              </a:rPr>
              <a:t> Patients</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number_of_patients</a:t>
            </a:r>
            <a:r>
              <a:rPr lang="en-US" sz="1100" b="0" dirty="0">
                <a:solidFill>
                  <a:srgbClr val="000000"/>
                </a:solidFill>
                <a:effectLst/>
                <a:latin typeface="Consolas" panose="020B0609020204030204" pitchFamily="49" charset="0"/>
              </a:rPr>
              <a:t>);</a:t>
            </a:r>
          </a:p>
          <a:p>
            <a:br>
              <a:rPr lang="en-US" sz="1100" b="0" dirty="0">
                <a:solidFill>
                  <a:srgbClr val="000000"/>
                </a:solidFill>
                <a:effectLst/>
                <a:latin typeface="Consolas" panose="020B0609020204030204" pitchFamily="49" charset="0"/>
              </a:rPr>
            </a:b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a:t>
            </a:r>
          </a:p>
          <a:p>
            <a:br>
              <a:rPr lang="en-US" sz="1100" b="0" dirty="0">
                <a:solidFill>
                  <a:srgbClr val="000000"/>
                </a:solidFill>
                <a:effectLst/>
                <a:latin typeface="Consolas" panose="020B0609020204030204" pitchFamily="49" charset="0"/>
              </a:rPr>
            </a:br>
            <a:endParaRPr lang="en-US" sz="11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92543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31F13C33-47AA-4418-9AB5-8602EB27CFB6}"/>
              </a:ext>
            </a:extLst>
          </p:cNvPr>
          <p:cNvSpPr>
            <a:spLocks noGrp="1"/>
          </p:cNvSpPr>
          <p:nvPr>
            <p:ph type="sldNum" sz="quarter" idx="10"/>
          </p:nvPr>
        </p:nvSpPr>
        <p:spPr/>
        <p:txBody>
          <a:bodyPr/>
          <a:lstStyle/>
          <a:p>
            <a:fld id="{D8D877B3-D348-4611-9BDB-C5374591D951}" type="slidenum">
              <a:rPr lang="en-US" smtClean="0"/>
              <a:pPr/>
              <a:t>38</a:t>
            </a:fld>
            <a:endParaRPr lang="en-US" dirty="0"/>
          </a:p>
        </p:txBody>
      </p:sp>
      <p:sp>
        <p:nvSpPr>
          <p:cNvPr id="4" name="Titel 3">
            <a:extLst>
              <a:ext uri="{FF2B5EF4-FFF2-40B4-BE49-F238E27FC236}">
                <a16:creationId xmlns:a16="http://schemas.microsoft.com/office/drawing/2014/main" id="{89B18FE9-F514-4303-88BB-AD44B4972077}"/>
              </a:ext>
            </a:extLst>
          </p:cNvPr>
          <p:cNvSpPr>
            <a:spLocks noGrp="1"/>
          </p:cNvSpPr>
          <p:nvPr>
            <p:ph type="title"/>
          </p:nvPr>
        </p:nvSpPr>
        <p:spPr>
          <a:xfrm>
            <a:off x="456162" y="118525"/>
            <a:ext cx="6886490" cy="1920734"/>
          </a:xfrm>
        </p:spPr>
        <p:txBody>
          <a:bodyPr/>
          <a:lstStyle/>
          <a:p>
            <a:r>
              <a:rPr lang="da-DK" dirty="0">
                <a:latin typeface="Consolas" panose="020B0609020204030204" pitchFamily="49" charset="0"/>
              </a:rPr>
              <a:t>Opgave</a:t>
            </a:r>
            <a:r>
              <a:rPr lang="da-DK" dirty="0"/>
              <a:t>: codesmells1</a:t>
            </a:r>
            <a:r>
              <a:rPr lang="da-DK" dirty="0">
                <a:latin typeface="Consolas" panose="020B0609020204030204" pitchFamily="49" charset="0"/>
              </a:rPr>
              <a:t> </a:t>
            </a:r>
            <a:br>
              <a:rPr lang="da-DK" dirty="0">
                <a:latin typeface="Consolas" panose="020B0609020204030204" pitchFamily="49" charset="0"/>
              </a:rPr>
            </a:br>
            <a:r>
              <a:rPr lang="da-DK" sz="2800" dirty="0">
                <a:latin typeface="Consolas" panose="020B0609020204030204" pitchFamily="49" charset="0"/>
              </a:rPr>
              <a:t>Code smells1</a:t>
            </a:r>
            <a:br>
              <a:rPr lang="da-DK" dirty="0">
                <a:latin typeface="Consolas" panose="020B0609020204030204" pitchFamily="49" charset="0"/>
              </a:rPr>
            </a:br>
            <a:r>
              <a:rPr lang="da-DK" sz="2000" dirty="0">
                <a:latin typeface="Consolas" panose="020B0609020204030204" pitchFamily="49" charset="0"/>
              </a:rPr>
              <a:t>(I skal ikke ændre koden)</a:t>
            </a:r>
            <a:endParaRPr lang="da-DK" dirty="0">
              <a:latin typeface="Consolas" panose="020B0609020204030204" pitchFamily="49" charset="0"/>
            </a:endParaRPr>
          </a:p>
        </p:txBody>
      </p:sp>
      <p:sp>
        <p:nvSpPr>
          <p:cNvPr id="9" name="Pladsholder til tekst 8">
            <a:extLst>
              <a:ext uri="{FF2B5EF4-FFF2-40B4-BE49-F238E27FC236}">
                <a16:creationId xmlns:a16="http://schemas.microsoft.com/office/drawing/2014/main" id="{7422D2AD-BC31-4CBE-B1E7-C44F70AB47BB}"/>
              </a:ext>
            </a:extLst>
          </p:cNvPr>
          <p:cNvSpPr>
            <a:spLocks noGrp="1"/>
          </p:cNvSpPr>
          <p:nvPr>
            <p:ph type="body" sz="quarter" idx="12"/>
          </p:nvPr>
        </p:nvSpPr>
        <p:spPr>
          <a:xfrm>
            <a:off x="587375" y="1837189"/>
            <a:ext cx="6559212" cy="4058285"/>
          </a:xfrm>
        </p:spPr>
        <p:txBody>
          <a:bodyPr>
            <a:normAutofit/>
          </a:bodyPr>
          <a:lstStyle/>
          <a:p>
            <a:pPr marL="0" indent="0">
              <a:buNone/>
            </a:pPr>
            <a:r>
              <a:rPr lang="da-DK" sz="2000" dirty="0">
                <a:latin typeface="Consolas" panose="020B0609020204030204" pitchFamily="49" charset="0"/>
              </a:rPr>
              <a:t>Hvad gør denne kode? </a:t>
            </a:r>
          </a:p>
          <a:p>
            <a:pPr marL="0" indent="0">
              <a:buNone/>
            </a:pPr>
            <a:r>
              <a:rPr lang="da-DK" sz="2000" dirty="0">
                <a:latin typeface="Consolas" panose="020B0609020204030204" pitchFamily="49" charset="0"/>
              </a:rPr>
              <a:t>Hvad gør den svær at forstå?</a:t>
            </a:r>
          </a:p>
          <a:p>
            <a:pPr marL="0" indent="0">
              <a:buNone/>
            </a:pPr>
            <a:r>
              <a:rPr lang="da-DK" sz="2000" dirty="0">
                <a:latin typeface="Consolas" panose="020B0609020204030204" pitchFamily="49" charset="0"/>
              </a:rPr>
              <a:t>Hvilke tiltag kunne forbedre læsbarheden?</a:t>
            </a:r>
          </a:p>
          <a:p>
            <a:pPr marL="0" indent="0">
              <a:buNone/>
            </a:pPr>
            <a:endParaRPr lang="da-DK" sz="2000" dirty="0">
              <a:latin typeface="Consolas" panose="020B0609020204030204" pitchFamily="49" charset="0"/>
            </a:endParaRPr>
          </a:p>
        </p:txBody>
      </p:sp>
      <p:pic>
        <p:nvPicPr>
          <p:cNvPr id="11" name="Billede 10">
            <a:extLst>
              <a:ext uri="{FF2B5EF4-FFF2-40B4-BE49-F238E27FC236}">
                <a16:creationId xmlns:a16="http://schemas.microsoft.com/office/drawing/2014/main" id="{0CC8A351-190D-45A0-B6B6-0F71AA38B055}"/>
              </a:ext>
            </a:extLst>
          </p:cNvPr>
          <p:cNvPicPr>
            <a:picLocks noChangeAspect="1"/>
          </p:cNvPicPr>
          <p:nvPr/>
        </p:nvPicPr>
        <p:blipFill>
          <a:blip r:embed="rId2"/>
          <a:stretch>
            <a:fillRect/>
          </a:stretch>
        </p:blipFill>
        <p:spPr>
          <a:xfrm>
            <a:off x="7342652" y="820387"/>
            <a:ext cx="4393186" cy="4501820"/>
          </a:xfrm>
          <a:prstGeom prst="rect">
            <a:avLst/>
          </a:prstGeom>
        </p:spPr>
      </p:pic>
      <p:sp>
        <p:nvSpPr>
          <p:cNvPr id="13" name="Tekstfelt 12">
            <a:extLst>
              <a:ext uri="{FF2B5EF4-FFF2-40B4-BE49-F238E27FC236}">
                <a16:creationId xmlns:a16="http://schemas.microsoft.com/office/drawing/2014/main" id="{364256AB-62DA-413E-B249-E2DD33640D7D}"/>
              </a:ext>
            </a:extLst>
          </p:cNvPr>
          <p:cNvSpPr txBox="1"/>
          <p:nvPr/>
        </p:nvSpPr>
        <p:spPr>
          <a:xfrm>
            <a:off x="9001387" y="6064722"/>
            <a:ext cx="2624234" cy="400110"/>
          </a:xfrm>
          <a:prstGeom prst="rect">
            <a:avLst/>
          </a:prstGeom>
          <a:noFill/>
        </p:spPr>
        <p:txBody>
          <a:bodyPr wrap="square">
            <a:spAutoFit/>
          </a:bodyPr>
          <a:lstStyle>
            <a:defPPr>
              <a:defRPr lang="en-US"/>
            </a:defPPr>
            <a:lvl1pPr>
              <a:defRPr sz="2000"/>
            </a:lvl1pPr>
          </a:lstStyle>
          <a:p>
            <a:pPr algn="l"/>
            <a:r>
              <a:rPr lang="en-US" dirty="0">
                <a:hlinkClick r:id="rId3">
                  <a:extLst>
                    <a:ext uri="{A12FA001-AC4F-418D-AE19-62706E023703}">
                      <ahyp:hlinkClr xmlns:ahyp="http://schemas.microsoft.com/office/drawing/2018/hyperlinkcolor" val="tx"/>
                    </a:ext>
                  </a:extLst>
                </a:hlinkClick>
              </a:rPr>
              <a:t>http://tpcg.io/Ys7lvyl3</a:t>
            </a:r>
            <a:endParaRPr lang="en-US" dirty="0"/>
          </a:p>
        </p:txBody>
      </p:sp>
    </p:spTree>
    <p:extLst>
      <p:ext uri="{BB962C8B-B14F-4D97-AF65-F5344CB8AC3E}">
        <p14:creationId xmlns:p14="http://schemas.microsoft.com/office/powerpoint/2010/main" val="33649454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31F13C33-47AA-4418-9AB5-8602EB27CFB6}"/>
              </a:ext>
            </a:extLst>
          </p:cNvPr>
          <p:cNvSpPr>
            <a:spLocks noGrp="1"/>
          </p:cNvSpPr>
          <p:nvPr>
            <p:ph type="sldNum" sz="quarter" idx="10"/>
          </p:nvPr>
        </p:nvSpPr>
        <p:spPr/>
        <p:txBody>
          <a:bodyPr/>
          <a:lstStyle/>
          <a:p>
            <a:fld id="{D8D877B3-D348-4611-9BDB-C5374591D951}" type="slidenum">
              <a:rPr lang="en-US" smtClean="0"/>
              <a:pPr/>
              <a:t>39</a:t>
            </a:fld>
            <a:endParaRPr lang="en-US" dirty="0"/>
          </a:p>
        </p:txBody>
      </p:sp>
      <p:sp>
        <p:nvSpPr>
          <p:cNvPr id="4" name="Titel 3">
            <a:extLst>
              <a:ext uri="{FF2B5EF4-FFF2-40B4-BE49-F238E27FC236}">
                <a16:creationId xmlns:a16="http://schemas.microsoft.com/office/drawing/2014/main" id="{89B18FE9-F514-4303-88BB-AD44B4972077}"/>
              </a:ext>
            </a:extLst>
          </p:cNvPr>
          <p:cNvSpPr>
            <a:spLocks noGrp="1"/>
          </p:cNvSpPr>
          <p:nvPr>
            <p:ph type="title"/>
          </p:nvPr>
        </p:nvSpPr>
        <p:spPr>
          <a:xfrm>
            <a:off x="587374" y="359273"/>
            <a:ext cx="7099301" cy="1621619"/>
          </a:xfrm>
        </p:spPr>
        <p:txBody>
          <a:bodyPr/>
          <a:lstStyle/>
          <a:p>
            <a:r>
              <a:rPr lang="da-DK" dirty="0">
                <a:latin typeface="Consolas" panose="020B0609020204030204" pitchFamily="49" charset="0"/>
              </a:rPr>
              <a:t>Opgave: codesmells2 </a:t>
            </a:r>
            <a:br>
              <a:rPr lang="da-DK" dirty="0">
                <a:latin typeface="Consolas" panose="020B0609020204030204" pitchFamily="49" charset="0"/>
              </a:rPr>
            </a:br>
            <a:r>
              <a:rPr lang="da-DK" sz="2000" dirty="0">
                <a:latin typeface="Consolas" panose="020B0609020204030204" pitchFamily="49" charset="0"/>
              </a:rPr>
              <a:t>Code </a:t>
            </a:r>
            <a:r>
              <a:rPr lang="da-DK" sz="2000" dirty="0" err="1">
                <a:latin typeface="Consolas" panose="020B0609020204030204" pitchFamily="49" charset="0"/>
              </a:rPr>
              <a:t>smells</a:t>
            </a:r>
            <a:r>
              <a:rPr lang="da-DK" sz="2000" dirty="0">
                <a:latin typeface="Consolas" panose="020B0609020204030204" pitchFamily="49" charset="0"/>
              </a:rPr>
              <a:t> 2</a:t>
            </a:r>
            <a:endParaRPr lang="da-DK" sz="2800" dirty="0">
              <a:latin typeface="Consolas" panose="020B0609020204030204" pitchFamily="49" charset="0"/>
            </a:endParaRPr>
          </a:p>
        </p:txBody>
      </p:sp>
      <p:sp>
        <p:nvSpPr>
          <p:cNvPr id="9" name="Pladsholder til tekst 8">
            <a:extLst>
              <a:ext uri="{FF2B5EF4-FFF2-40B4-BE49-F238E27FC236}">
                <a16:creationId xmlns:a16="http://schemas.microsoft.com/office/drawing/2014/main" id="{7422D2AD-BC31-4CBE-B1E7-C44F70AB47BB}"/>
              </a:ext>
            </a:extLst>
          </p:cNvPr>
          <p:cNvSpPr>
            <a:spLocks noGrp="1"/>
          </p:cNvSpPr>
          <p:nvPr>
            <p:ph type="body" sz="quarter" idx="12"/>
          </p:nvPr>
        </p:nvSpPr>
        <p:spPr>
          <a:xfrm>
            <a:off x="587375" y="1837189"/>
            <a:ext cx="6025460" cy="4058285"/>
          </a:xfrm>
        </p:spPr>
        <p:txBody>
          <a:bodyPr>
            <a:normAutofit/>
          </a:bodyPr>
          <a:lstStyle/>
          <a:p>
            <a:pPr marL="0" indent="0">
              <a:buNone/>
            </a:pPr>
            <a:r>
              <a:rPr lang="da-DK" sz="1800" dirty="0">
                <a:latin typeface="Consolas" panose="020B0609020204030204" pitchFamily="49" charset="0"/>
              </a:rPr>
              <a:t>Hvad gør denne kode?</a:t>
            </a:r>
          </a:p>
          <a:p>
            <a:pPr>
              <a:buFont typeface="Arial" panose="020B0604020202020204" pitchFamily="34" charset="0"/>
              <a:buChar char="•"/>
            </a:pPr>
            <a:r>
              <a:rPr lang="da-DK" sz="1800" dirty="0"/>
              <a:t>Behøver DU at vide hvordan jeg har kodet </a:t>
            </a:r>
            <a:r>
              <a:rPr lang="da-DK" sz="1800" dirty="0" err="1"/>
              <a:t>print_array</a:t>
            </a:r>
            <a:r>
              <a:rPr lang="da-DK" sz="1800" dirty="0"/>
              <a:t>, for at bruge den?</a:t>
            </a:r>
            <a:r>
              <a:rPr lang="da-DK" sz="1800" dirty="0">
                <a:latin typeface="Consolas" panose="020B0609020204030204" pitchFamily="49" charset="0"/>
              </a:rPr>
              <a:t> </a:t>
            </a:r>
          </a:p>
          <a:p>
            <a:pPr marL="0" indent="0">
              <a:buNone/>
            </a:pPr>
            <a:r>
              <a:rPr lang="da-DK" sz="1800" dirty="0">
                <a:latin typeface="Consolas" panose="020B0609020204030204" pitchFamily="49" charset="0"/>
              </a:rPr>
              <a:t>Hvad gør den lettere at forstå?</a:t>
            </a:r>
          </a:p>
        </p:txBody>
      </p:sp>
      <p:sp>
        <p:nvSpPr>
          <p:cNvPr id="10" name="Tekstfelt 9">
            <a:extLst>
              <a:ext uri="{FF2B5EF4-FFF2-40B4-BE49-F238E27FC236}">
                <a16:creationId xmlns:a16="http://schemas.microsoft.com/office/drawing/2014/main" id="{0567583D-0555-4DDD-B75B-590BAD6C3CD4}"/>
              </a:ext>
            </a:extLst>
          </p:cNvPr>
          <p:cNvSpPr txBox="1"/>
          <p:nvPr/>
        </p:nvSpPr>
        <p:spPr>
          <a:xfrm>
            <a:off x="8756619" y="5695419"/>
            <a:ext cx="2959793" cy="400110"/>
          </a:xfrm>
          <a:prstGeom prst="rect">
            <a:avLst/>
          </a:prstGeom>
          <a:noFill/>
        </p:spPr>
        <p:txBody>
          <a:bodyPr wrap="square">
            <a:spAutoFit/>
          </a:bodyPr>
          <a:lstStyle>
            <a:defPPr>
              <a:defRPr lang="en-US"/>
            </a:defPPr>
            <a:lvl1pPr>
              <a:defRPr sz="2000"/>
            </a:lvl1pPr>
          </a:lstStyle>
          <a:p>
            <a:r>
              <a:rPr lang="en-US" dirty="0">
                <a:hlinkClick r:id="rId2">
                  <a:extLst>
                    <a:ext uri="{A12FA001-AC4F-418D-AE19-62706E023703}">
                      <ahyp:hlinkClr xmlns:ahyp="http://schemas.microsoft.com/office/drawing/2018/hyperlinkcolor" val="tx"/>
                    </a:ext>
                  </a:extLst>
                </a:hlinkClick>
              </a:rPr>
              <a:t>http://tpcg.io/3UvnuMSw</a:t>
            </a:r>
            <a:endParaRPr lang="en-US" dirty="0"/>
          </a:p>
        </p:txBody>
      </p:sp>
      <p:pic>
        <p:nvPicPr>
          <p:cNvPr id="8" name="Billede 7">
            <a:extLst>
              <a:ext uri="{FF2B5EF4-FFF2-40B4-BE49-F238E27FC236}">
                <a16:creationId xmlns:a16="http://schemas.microsoft.com/office/drawing/2014/main" id="{AC91BFEE-8153-4114-9969-A7F4E15B4A3D}"/>
              </a:ext>
            </a:extLst>
          </p:cNvPr>
          <p:cNvPicPr>
            <a:picLocks noChangeAspect="1"/>
          </p:cNvPicPr>
          <p:nvPr/>
        </p:nvPicPr>
        <p:blipFill>
          <a:blip r:embed="rId3"/>
          <a:stretch>
            <a:fillRect/>
          </a:stretch>
        </p:blipFill>
        <p:spPr>
          <a:xfrm>
            <a:off x="6744510" y="2393005"/>
            <a:ext cx="5231695" cy="2853651"/>
          </a:xfrm>
          <a:prstGeom prst="rect">
            <a:avLst/>
          </a:prstGeom>
        </p:spPr>
      </p:pic>
    </p:spTree>
    <p:extLst>
      <p:ext uri="{BB962C8B-B14F-4D97-AF65-F5344CB8AC3E}">
        <p14:creationId xmlns:p14="http://schemas.microsoft.com/office/powerpoint/2010/main" val="4925400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631B0D62-3FAF-498C-B713-83D64FF4DF9F}"/>
              </a:ext>
            </a:extLst>
          </p:cNvPr>
          <p:cNvSpPr>
            <a:spLocks noGrp="1"/>
          </p:cNvSpPr>
          <p:nvPr>
            <p:ph type="sldNum" sz="quarter" idx="10"/>
          </p:nvPr>
        </p:nvSpPr>
        <p:spPr/>
        <p:txBody>
          <a:bodyPr/>
          <a:lstStyle/>
          <a:p>
            <a:fld id="{D8D877B3-D348-4611-9BDB-C5374591D951}" type="slidenum">
              <a:rPr lang="en-US" smtClean="0"/>
              <a:pPr/>
              <a:t>40</a:t>
            </a:fld>
            <a:endParaRPr lang="en-US" dirty="0"/>
          </a:p>
        </p:txBody>
      </p:sp>
      <p:sp>
        <p:nvSpPr>
          <p:cNvPr id="4" name="Titel 3">
            <a:extLst>
              <a:ext uri="{FF2B5EF4-FFF2-40B4-BE49-F238E27FC236}">
                <a16:creationId xmlns:a16="http://schemas.microsoft.com/office/drawing/2014/main" id="{B367434B-E11A-42DE-B3DB-324DAC37431B}"/>
              </a:ext>
            </a:extLst>
          </p:cNvPr>
          <p:cNvSpPr>
            <a:spLocks noGrp="1"/>
          </p:cNvSpPr>
          <p:nvPr>
            <p:ph type="title"/>
          </p:nvPr>
        </p:nvSpPr>
        <p:spPr>
          <a:xfrm>
            <a:off x="587373" y="359273"/>
            <a:ext cx="6966365" cy="1621619"/>
          </a:xfrm>
        </p:spPr>
        <p:txBody>
          <a:bodyPr/>
          <a:lstStyle/>
          <a:p>
            <a:r>
              <a:rPr lang="da-DK" dirty="0"/>
              <a:t>Opgave: codesmells3</a:t>
            </a:r>
            <a:br>
              <a:rPr lang="da-DK" dirty="0"/>
            </a:br>
            <a:r>
              <a:rPr lang="da-DK" sz="2000" dirty="0" err="1"/>
              <a:t>code</a:t>
            </a:r>
            <a:r>
              <a:rPr lang="da-DK" sz="2000" dirty="0"/>
              <a:t> </a:t>
            </a:r>
            <a:r>
              <a:rPr lang="da-DK" sz="2000" dirty="0" err="1"/>
              <a:t>smells</a:t>
            </a:r>
            <a:r>
              <a:rPr lang="da-DK" sz="2000" dirty="0"/>
              <a:t> 3 </a:t>
            </a:r>
            <a:br>
              <a:rPr lang="da-DK" sz="2000" dirty="0"/>
            </a:br>
            <a:r>
              <a:rPr lang="da-DK" sz="2000" dirty="0"/>
              <a:t>beregn median værdi</a:t>
            </a:r>
          </a:p>
        </p:txBody>
      </p:sp>
      <mc:AlternateContent xmlns:mc="http://schemas.openxmlformats.org/markup-compatibility/2006" xmlns:a14="http://schemas.microsoft.com/office/drawing/2010/main">
        <mc:Choice Requires="a14">
          <p:sp>
            <p:nvSpPr>
              <p:cNvPr id="5" name="Pladsholder til tekst 4">
                <a:extLst>
                  <a:ext uri="{FF2B5EF4-FFF2-40B4-BE49-F238E27FC236}">
                    <a16:creationId xmlns:a16="http://schemas.microsoft.com/office/drawing/2014/main" id="{BEC91400-1386-4D80-A148-C29902A9AA3B}"/>
                  </a:ext>
                </a:extLst>
              </p:cNvPr>
              <p:cNvSpPr>
                <a:spLocks noGrp="1"/>
              </p:cNvSpPr>
              <p:nvPr>
                <p:ph type="body" sz="quarter" idx="12"/>
              </p:nvPr>
            </p:nvSpPr>
            <p:spPr>
              <a:xfrm>
                <a:off x="219741" y="4130691"/>
                <a:ext cx="5075273" cy="1268546"/>
              </a:xfrm>
            </p:spPr>
            <p:txBody>
              <a:bodyPr>
                <a:normAutofit fontScale="62500" lnSpcReduction="20000"/>
              </a:bodyPr>
              <a:lstStyle/>
              <a:p>
                <a:pPr marL="0" indent="0">
                  <a:buNone/>
                </a:pPr>
                <a:r>
                  <a:rPr lang="da-DK" sz="1900" dirty="0"/>
                  <a:t>Hint: Medianen af et sorteret liste X med N elementer er, hvis første element i listen er X[0]:</a:t>
                </a:r>
              </a:p>
              <a:p>
                <a:pPr marL="0" indent="0">
                  <a:buNone/>
                </a:pPr>
                <a:r>
                  <a:rPr lang="da-DK" sz="2500" dirty="0"/>
                  <a:t>	</a:t>
                </a:r>
                <a14:m>
                  <m:oMath xmlns:m="http://schemas.openxmlformats.org/officeDocument/2006/math">
                    <m:r>
                      <a:rPr lang="da-DK" sz="1900" b="0" i="1" smtClean="0">
                        <a:latin typeface="Cambria Math" panose="02040503050406030204" pitchFamily="18" charset="0"/>
                      </a:rPr>
                      <m:t>𝑚𝑒𝑑𝑖𝑎𝑛</m:t>
                    </m:r>
                    <m:r>
                      <a:rPr lang="da-DK" sz="1900" b="0" i="1" smtClean="0">
                        <a:latin typeface="Cambria Math" panose="02040503050406030204" pitchFamily="18" charset="0"/>
                      </a:rPr>
                      <m:t>=</m:t>
                    </m:r>
                    <m:d>
                      <m:dPr>
                        <m:begChr m:val="{"/>
                        <m:endChr m:val=""/>
                        <m:ctrlPr>
                          <a:rPr lang="da-DK" sz="1900" b="0" i="1" smtClean="0">
                            <a:latin typeface="Cambria Math" panose="02040503050406030204" pitchFamily="18" charset="0"/>
                          </a:rPr>
                        </m:ctrlPr>
                      </m:dPr>
                      <m:e>
                        <m:eqArr>
                          <m:eqArrPr>
                            <m:ctrlPr>
                              <a:rPr lang="da-DK" sz="1900" b="0" i="1" smtClean="0">
                                <a:latin typeface="Cambria Math" panose="02040503050406030204" pitchFamily="18" charset="0"/>
                              </a:rPr>
                            </m:ctrlPr>
                          </m:eqArrPr>
                          <m:e>
                            <m:r>
                              <a:rPr lang="da-DK" sz="1900" b="0" i="1" smtClean="0">
                                <a:latin typeface="Cambria Math" panose="02040503050406030204" pitchFamily="18" charset="0"/>
                              </a:rPr>
                              <m:t>𝑋</m:t>
                            </m:r>
                            <m:d>
                              <m:dPr>
                                <m:begChr m:val="["/>
                                <m:endChr m:val="]"/>
                                <m:ctrlPr>
                                  <a:rPr lang="da-DK" sz="1900" i="1">
                                    <a:latin typeface="Cambria Math" panose="02040503050406030204" pitchFamily="18" charset="0"/>
                                  </a:rPr>
                                </m:ctrlPr>
                              </m:dPr>
                              <m:e>
                                <m:f>
                                  <m:fPr>
                                    <m:ctrlPr>
                                      <a:rPr lang="da-DK" sz="1900" i="1">
                                        <a:latin typeface="Cambria Math" panose="02040503050406030204" pitchFamily="18" charset="0"/>
                                      </a:rPr>
                                    </m:ctrlPr>
                                  </m:fPr>
                                  <m:num>
                                    <m:r>
                                      <a:rPr lang="da-DK" sz="1900" i="1">
                                        <a:latin typeface="Cambria Math" panose="02040503050406030204" pitchFamily="18" charset="0"/>
                                      </a:rPr>
                                      <m:t>𝑁</m:t>
                                    </m:r>
                                  </m:num>
                                  <m:den>
                                    <m:r>
                                      <a:rPr lang="da-DK" sz="1900" i="1">
                                        <a:latin typeface="Cambria Math" panose="02040503050406030204" pitchFamily="18" charset="0"/>
                                      </a:rPr>
                                      <m:t>2</m:t>
                                    </m:r>
                                  </m:den>
                                </m:f>
                                <m:r>
                                  <a:rPr lang="da-DK" sz="1900" b="0" i="1" smtClean="0">
                                    <a:latin typeface="Cambria Math" panose="02040503050406030204" pitchFamily="18" charset="0"/>
                                  </a:rPr>
                                  <m:t>−1</m:t>
                                </m:r>
                              </m:e>
                            </m:d>
                            <m:r>
                              <a:rPr lang="da-DK" sz="1900" i="1">
                                <a:latin typeface="Cambria Math" panose="02040503050406030204" pitchFamily="18" charset="0"/>
                              </a:rPr>
                              <m:t>,</m:t>
                            </m:r>
                            <m:r>
                              <a:rPr lang="da-DK" sz="1900" b="0" i="1" smtClean="0">
                                <a:latin typeface="Cambria Math" panose="02040503050406030204" pitchFamily="18" charset="0"/>
                              </a:rPr>
                              <m:t>                               </m:t>
                            </m:r>
                            <m:r>
                              <a:rPr lang="da-DK" sz="1900" i="1">
                                <a:latin typeface="Cambria Math" panose="02040503050406030204" pitchFamily="18" charset="0"/>
                              </a:rPr>
                              <m:t>𝑖𝑓</m:t>
                            </m:r>
                            <m:r>
                              <a:rPr lang="da-DK" sz="1900" i="1">
                                <a:latin typeface="Cambria Math" panose="02040503050406030204" pitchFamily="18" charset="0"/>
                              </a:rPr>
                              <m:t> </m:t>
                            </m:r>
                            <m:r>
                              <a:rPr lang="da-DK" sz="1900" i="1">
                                <a:latin typeface="Cambria Math" panose="02040503050406030204" pitchFamily="18" charset="0"/>
                              </a:rPr>
                              <m:t>𝑚𝑜𝑑</m:t>
                            </m:r>
                            <m:d>
                              <m:dPr>
                                <m:ctrlPr>
                                  <a:rPr lang="da-DK" sz="1900" i="1">
                                    <a:latin typeface="Cambria Math" panose="02040503050406030204" pitchFamily="18" charset="0"/>
                                  </a:rPr>
                                </m:ctrlPr>
                              </m:dPr>
                              <m:e>
                                <m:r>
                                  <a:rPr lang="da-DK" sz="1900" i="1">
                                    <a:latin typeface="Cambria Math" panose="02040503050406030204" pitchFamily="18" charset="0"/>
                                  </a:rPr>
                                  <m:t>𝑁</m:t>
                                </m:r>
                                <m:r>
                                  <a:rPr lang="da-DK" sz="1900" i="1">
                                    <a:latin typeface="Cambria Math" panose="02040503050406030204" pitchFamily="18" charset="0"/>
                                  </a:rPr>
                                  <m:t>,2</m:t>
                                </m:r>
                              </m:e>
                            </m:d>
                            <m:r>
                              <a:rPr lang="da-DK" sz="1900" i="1">
                                <a:latin typeface="Cambria Math" panose="02040503050406030204" pitchFamily="18" charset="0"/>
                              </a:rPr>
                              <m:t>==0</m:t>
                            </m:r>
                          </m:e>
                          <m:e>
                            <m:f>
                              <m:fPr>
                                <m:ctrlPr>
                                  <a:rPr lang="da-DK" sz="1900" b="0" i="1" smtClean="0">
                                    <a:latin typeface="Cambria Math" panose="02040503050406030204" pitchFamily="18" charset="0"/>
                                  </a:rPr>
                                </m:ctrlPr>
                              </m:fPr>
                              <m:num>
                                <m:r>
                                  <a:rPr lang="da-DK" sz="1900" b="0" i="1" smtClean="0">
                                    <a:latin typeface="Cambria Math" panose="02040503050406030204" pitchFamily="18" charset="0"/>
                                  </a:rPr>
                                  <m:t>𝑋</m:t>
                                </m:r>
                                <m:d>
                                  <m:dPr>
                                    <m:begChr m:val="["/>
                                    <m:endChr m:val="]"/>
                                    <m:ctrlPr>
                                      <a:rPr lang="da-DK" sz="1900" i="1">
                                        <a:latin typeface="Cambria Math" panose="02040503050406030204" pitchFamily="18" charset="0"/>
                                      </a:rPr>
                                    </m:ctrlPr>
                                  </m:dPr>
                                  <m:e>
                                    <m:r>
                                      <a:rPr lang="da-DK" sz="1900" b="0" i="1" smtClean="0">
                                        <a:latin typeface="Cambria Math" panose="02040503050406030204" pitchFamily="18" charset="0"/>
                                      </a:rPr>
                                      <m:t>𝑓𝑙𝑜𝑜𝑟</m:t>
                                    </m:r>
                                    <m:d>
                                      <m:dPr>
                                        <m:ctrlPr>
                                          <a:rPr lang="da-DK" sz="1900" b="0" i="1" smtClean="0">
                                            <a:latin typeface="Cambria Math" panose="02040503050406030204" pitchFamily="18" charset="0"/>
                                          </a:rPr>
                                        </m:ctrlPr>
                                      </m:dPr>
                                      <m:e>
                                        <m:f>
                                          <m:fPr>
                                            <m:ctrlPr>
                                              <a:rPr lang="da-DK" sz="1900" i="1">
                                                <a:latin typeface="Cambria Math" panose="02040503050406030204" pitchFamily="18" charset="0"/>
                                              </a:rPr>
                                            </m:ctrlPr>
                                          </m:fPr>
                                          <m:num>
                                            <m:r>
                                              <a:rPr lang="da-DK" sz="1900" i="1">
                                                <a:latin typeface="Cambria Math" panose="02040503050406030204" pitchFamily="18" charset="0"/>
                                              </a:rPr>
                                              <m:t>𝑁</m:t>
                                            </m:r>
                                          </m:num>
                                          <m:den>
                                            <m:r>
                                              <a:rPr lang="da-DK" sz="1900" i="1">
                                                <a:latin typeface="Cambria Math" panose="02040503050406030204" pitchFamily="18" charset="0"/>
                                              </a:rPr>
                                              <m:t>2</m:t>
                                            </m:r>
                                          </m:den>
                                        </m:f>
                                        <m:r>
                                          <a:rPr lang="da-DK" sz="1900" b="0" i="1" smtClean="0">
                                            <a:latin typeface="Cambria Math" panose="02040503050406030204" pitchFamily="18" charset="0"/>
                                          </a:rPr>
                                          <m:t>−1</m:t>
                                        </m:r>
                                      </m:e>
                                    </m:d>
                                  </m:e>
                                </m:d>
                                <m:r>
                                  <a:rPr lang="da-DK" sz="1900" b="0" i="1" smtClean="0">
                                    <a:latin typeface="Cambria Math" panose="02040503050406030204" pitchFamily="18" charset="0"/>
                                  </a:rPr>
                                  <m:t>+</m:t>
                                </m:r>
                                <m:r>
                                  <a:rPr lang="da-DK" sz="1900" b="0" i="1" smtClean="0">
                                    <a:latin typeface="Cambria Math" panose="02040503050406030204" pitchFamily="18" charset="0"/>
                                  </a:rPr>
                                  <m:t>𝑋</m:t>
                                </m:r>
                                <m:d>
                                  <m:dPr>
                                    <m:begChr m:val="["/>
                                    <m:endChr m:val="]"/>
                                    <m:ctrlPr>
                                      <a:rPr lang="da-DK" sz="1900" i="1">
                                        <a:latin typeface="Cambria Math" panose="02040503050406030204" pitchFamily="18" charset="0"/>
                                      </a:rPr>
                                    </m:ctrlPr>
                                  </m:dPr>
                                  <m:e>
                                    <m:r>
                                      <a:rPr lang="da-DK" sz="1900" b="0" i="1" smtClean="0">
                                        <a:latin typeface="Cambria Math" panose="02040503050406030204" pitchFamily="18" charset="0"/>
                                      </a:rPr>
                                      <m:t>𝑓𝑙𝑜𝑜𝑟</m:t>
                                    </m:r>
                                    <m:d>
                                      <m:dPr>
                                        <m:ctrlPr>
                                          <a:rPr lang="da-DK" sz="1900" b="0" i="1" smtClean="0">
                                            <a:latin typeface="Cambria Math" panose="02040503050406030204" pitchFamily="18" charset="0"/>
                                          </a:rPr>
                                        </m:ctrlPr>
                                      </m:dPr>
                                      <m:e>
                                        <m:f>
                                          <m:fPr>
                                            <m:ctrlPr>
                                              <a:rPr lang="da-DK" sz="1900" i="1">
                                                <a:latin typeface="Cambria Math" panose="02040503050406030204" pitchFamily="18" charset="0"/>
                                              </a:rPr>
                                            </m:ctrlPr>
                                          </m:fPr>
                                          <m:num>
                                            <m:r>
                                              <a:rPr lang="da-DK" sz="1900" i="1">
                                                <a:latin typeface="Cambria Math" panose="02040503050406030204" pitchFamily="18" charset="0"/>
                                              </a:rPr>
                                              <m:t>𝑁</m:t>
                                            </m:r>
                                          </m:num>
                                          <m:den>
                                            <m:r>
                                              <a:rPr lang="da-DK" sz="1900" i="1">
                                                <a:latin typeface="Cambria Math" panose="02040503050406030204" pitchFamily="18" charset="0"/>
                                              </a:rPr>
                                              <m:t>2</m:t>
                                            </m:r>
                                          </m:den>
                                        </m:f>
                                      </m:e>
                                    </m:d>
                                  </m:e>
                                </m:d>
                              </m:num>
                              <m:den>
                                <m:r>
                                  <a:rPr lang="da-DK" sz="1900" b="0" i="1" smtClean="0">
                                    <a:latin typeface="Cambria Math" panose="02040503050406030204" pitchFamily="18" charset="0"/>
                                  </a:rPr>
                                  <m:t>2</m:t>
                                </m:r>
                              </m:den>
                            </m:f>
                            <m:r>
                              <a:rPr lang="da-DK" sz="1900" i="1">
                                <a:latin typeface="Cambria Math" panose="02040503050406030204" pitchFamily="18" charset="0"/>
                              </a:rPr>
                              <m:t>,  </m:t>
                            </m:r>
                            <m:r>
                              <a:rPr lang="da-DK" sz="1900" i="1">
                                <a:latin typeface="Cambria Math" panose="02040503050406030204" pitchFamily="18" charset="0"/>
                              </a:rPr>
                              <m:t>𝑖𝑓</m:t>
                            </m:r>
                            <m:r>
                              <a:rPr lang="da-DK" sz="1900" i="1">
                                <a:latin typeface="Cambria Math" panose="02040503050406030204" pitchFamily="18" charset="0"/>
                              </a:rPr>
                              <m:t> </m:t>
                            </m:r>
                            <m:r>
                              <a:rPr lang="da-DK" sz="1900" i="1">
                                <a:latin typeface="Cambria Math" panose="02040503050406030204" pitchFamily="18" charset="0"/>
                              </a:rPr>
                              <m:t>𝑚𝑜𝑑</m:t>
                            </m:r>
                            <m:d>
                              <m:dPr>
                                <m:ctrlPr>
                                  <a:rPr lang="da-DK" sz="1900" i="1">
                                    <a:latin typeface="Cambria Math" panose="02040503050406030204" pitchFamily="18" charset="0"/>
                                  </a:rPr>
                                </m:ctrlPr>
                              </m:dPr>
                              <m:e>
                                <m:r>
                                  <a:rPr lang="da-DK" sz="1900" i="1">
                                    <a:latin typeface="Cambria Math" panose="02040503050406030204" pitchFamily="18" charset="0"/>
                                  </a:rPr>
                                  <m:t>𝑁</m:t>
                                </m:r>
                                <m:r>
                                  <a:rPr lang="da-DK" sz="1900" i="1">
                                    <a:latin typeface="Cambria Math" panose="02040503050406030204" pitchFamily="18" charset="0"/>
                                  </a:rPr>
                                  <m:t>,2</m:t>
                                </m:r>
                              </m:e>
                            </m:d>
                            <m:r>
                              <a:rPr lang="da-DK" sz="1900" i="1">
                                <a:latin typeface="Cambria Math" panose="02040503050406030204" pitchFamily="18" charset="0"/>
                              </a:rPr>
                              <m:t>==</m:t>
                            </m:r>
                            <m:r>
                              <a:rPr lang="da-DK" sz="1900" b="0" i="1" smtClean="0">
                                <a:latin typeface="Cambria Math" panose="02040503050406030204" pitchFamily="18" charset="0"/>
                              </a:rPr>
                              <m:t>1</m:t>
                            </m:r>
                          </m:e>
                        </m:eqArr>
                      </m:e>
                    </m:d>
                  </m:oMath>
                </a14:m>
                <a:endParaRPr lang="da-DK" sz="1900" dirty="0"/>
              </a:p>
            </p:txBody>
          </p:sp>
        </mc:Choice>
        <mc:Fallback xmlns="">
          <p:sp>
            <p:nvSpPr>
              <p:cNvPr id="5" name="Pladsholder til tekst 4">
                <a:extLst>
                  <a:ext uri="{FF2B5EF4-FFF2-40B4-BE49-F238E27FC236}">
                    <a16:creationId xmlns:a16="http://schemas.microsoft.com/office/drawing/2014/main" id="{BEC91400-1386-4D80-A148-C29902A9AA3B}"/>
                  </a:ext>
                </a:extLst>
              </p:cNvPr>
              <p:cNvSpPr>
                <a:spLocks noGrp="1" noRot="1" noChangeAspect="1" noMove="1" noResize="1" noEditPoints="1" noAdjustHandles="1" noChangeArrowheads="1" noChangeShapeType="1" noTextEdit="1"/>
              </p:cNvSpPr>
              <p:nvPr>
                <p:ph type="body" sz="quarter" idx="12"/>
              </p:nvPr>
            </p:nvSpPr>
            <p:spPr>
              <a:xfrm>
                <a:off x="219741" y="4130691"/>
                <a:ext cx="5075273" cy="1268546"/>
              </a:xfrm>
              <a:blipFill>
                <a:blip r:embed="rId2"/>
                <a:stretch>
                  <a:fillRect l="-1801" t="-3365"/>
                </a:stretch>
              </a:blipFill>
            </p:spPr>
            <p:txBody>
              <a:bodyPr/>
              <a:lstStyle/>
              <a:p>
                <a:r>
                  <a:rPr lang="en-DK">
                    <a:noFill/>
                  </a:rPr>
                  <a:t> </a:t>
                </a:r>
              </a:p>
            </p:txBody>
          </p:sp>
        </mc:Fallback>
      </mc:AlternateContent>
      <p:sp>
        <p:nvSpPr>
          <p:cNvPr id="8" name="Pladsholder til tekst 8">
            <a:extLst>
              <a:ext uri="{FF2B5EF4-FFF2-40B4-BE49-F238E27FC236}">
                <a16:creationId xmlns:a16="http://schemas.microsoft.com/office/drawing/2014/main" id="{E3CBE912-8088-4E58-903A-11D7A87AE4DE}"/>
              </a:ext>
            </a:extLst>
          </p:cNvPr>
          <p:cNvSpPr txBox="1">
            <a:spLocks/>
          </p:cNvSpPr>
          <p:nvPr/>
        </p:nvSpPr>
        <p:spPr>
          <a:xfrm>
            <a:off x="587375" y="1837189"/>
            <a:ext cx="4490445" cy="4058285"/>
          </a:xfrm>
          <a:prstGeom prst="rect">
            <a:avLst/>
          </a:prstGeom>
        </p:spPr>
        <p:txBody>
          <a:bodyPr vert="horz" lIns="0" tIns="45720" rIns="0" bIns="45720" rtlCol="0">
            <a:normAutofit/>
          </a:bodyPr>
          <a:lstStyle>
            <a:lvl1pPr marL="285750" indent="-285750" algn="l" defTabSz="914318" rtl="0" eaLnBrk="1" latinLnBrk="0" hangingPunct="1">
              <a:lnSpc>
                <a:spcPct val="100000"/>
              </a:lnSpc>
              <a:spcBef>
                <a:spcPts val="600"/>
              </a:spcBef>
              <a:buFontTx/>
              <a:buBlip>
                <a:blip r:embed="rId3"/>
              </a:buBlip>
              <a:defRPr sz="1600" kern="1200" spc="0" baseline="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3"/>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4"/>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4"/>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4"/>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da-DK" dirty="0">
                <a:latin typeface="Consolas" panose="020B0609020204030204" pitchFamily="49" charset="0"/>
              </a:rPr>
              <a:t>Brug denne kode til at implementerer og test en funktion, der skal beregne og udskrive arrayets medianværdi.</a:t>
            </a:r>
          </a:p>
          <a:p>
            <a:pPr marL="0" indent="0">
              <a:buFontTx/>
              <a:buNone/>
            </a:pPr>
            <a:endParaRPr lang="da-DK" dirty="0">
              <a:latin typeface="Consolas" panose="020B0609020204030204" pitchFamily="49" charset="0"/>
            </a:endParaRPr>
          </a:p>
          <a:p>
            <a:pPr marL="0" indent="0">
              <a:buFontTx/>
              <a:buNone/>
            </a:pPr>
            <a:r>
              <a:rPr lang="da-DK" dirty="0">
                <a:latin typeface="Consolas" panose="020B0609020204030204" pitchFamily="49" charset="0"/>
              </a:rPr>
              <a:t>Funktionen skal naturligvis afprøves for lige såvel som ulige antal elementer i arrayet. </a:t>
            </a:r>
          </a:p>
        </p:txBody>
      </p:sp>
      <p:sp>
        <p:nvSpPr>
          <p:cNvPr id="10" name="Tekstfelt 9">
            <a:extLst>
              <a:ext uri="{FF2B5EF4-FFF2-40B4-BE49-F238E27FC236}">
                <a16:creationId xmlns:a16="http://schemas.microsoft.com/office/drawing/2014/main" id="{8B53FC73-609C-46FC-8632-F1964D2FD71B}"/>
              </a:ext>
            </a:extLst>
          </p:cNvPr>
          <p:cNvSpPr txBox="1"/>
          <p:nvPr/>
        </p:nvSpPr>
        <p:spPr>
          <a:xfrm>
            <a:off x="5659481" y="1325353"/>
            <a:ext cx="5966140" cy="369332"/>
          </a:xfrm>
          <a:prstGeom prst="rect">
            <a:avLst/>
          </a:prstGeom>
          <a:noFill/>
        </p:spPr>
        <p:txBody>
          <a:bodyPr wrap="square">
            <a:spAutoFit/>
          </a:bodyPr>
          <a:lstStyle/>
          <a:p>
            <a:r>
              <a:rPr lang="da-DK" dirty="0">
                <a:latin typeface="Consolas" panose="020B0609020204030204" pitchFamily="49" charset="0"/>
              </a:rPr>
              <a:t>Minimalistisk udgave af array sortering </a:t>
            </a:r>
            <a:endParaRPr lang="en-US" dirty="0">
              <a:latin typeface="Consolas" panose="020B0609020204030204" pitchFamily="49" charset="0"/>
            </a:endParaRPr>
          </a:p>
        </p:txBody>
      </p:sp>
      <p:pic>
        <p:nvPicPr>
          <p:cNvPr id="14" name="Billede 13">
            <a:extLst>
              <a:ext uri="{FF2B5EF4-FFF2-40B4-BE49-F238E27FC236}">
                <a16:creationId xmlns:a16="http://schemas.microsoft.com/office/drawing/2014/main" id="{BA8318AA-FF4A-42E4-8391-4A035D685BB5}"/>
              </a:ext>
            </a:extLst>
          </p:cNvPr>
          <p:cNvPicPr>
            <a:picLocks noChangeAspect="1"/>
          </p:cNvPicPr>
          <p:nvPr/>
        </p:nvPicPr>
        <p:blipFill>
          <a:blip r:embed="rId5"/>
          <a:stretch>
            <a:fillRect/>
          </a:stretch>
        </p:blipFill>
        <p:spPr>
          <a:xfrm>
            <a:off x="5724657" y="1694685"/>
            <a:ext cx="6309702" cy="3371671"/>
          </a:xfrm>
          <a:prstGeom prst="rect">
            <a:avLst/>
          </a:prstGeom>
        </p:spPr>
      </p:pic>
      <p:sp>
        <p:nvSpPr>
          <p:cNvPr id="16" name="Tekstfelt 15">
            <a:extLst>
              <a:ext uri="{FF2B5EF4-FFF2-40B4-BE49-F238E27FC236}">
                <a16:creationId xmlns:a16="http://schemas.microsoft.com/office/drawing/2014/main" id="{C04D0E5A-84B7-4EF4-96FC-0294ADC693EF}"/>
              </a:ext>
            </a:extLst>
          </p:cNvPr>
          <p:cNvSpPr txBox="1"/>
          <p:nvPr/>
        </p:nvSpPr>
        <p:spPr>
          <a:xfrm>
            <a:off x="8572500" y="5132537"/>
            <a:ext cx="3461860" cy="400110"/>
          </a:xfrm>
          <a:prstGeom prst="rect">
            <a:avLst/>
          </a:prstGeom>
          <a:noFill/>
        </p:spPr>
        <p:txBody>
          <a:bodyPr wrap="square">
            <a:spAutoFit/>
          </a:bodyPr>
          <a:lstStyle>
            <a:defPPr>
              <a:defRPr lang="en-US"/>
            </a:defPPr>
            <a:lvl1pPr>
              <a:defRPr sz="2000"/>
            </a:lvl1pPr>
          </a:lstStyle>
          <a:p>
            <a:pPr algn="l"/>
            <a:r>
              <a:rPr lang="en-US" dirty="0">
                <a:hlinkClick r:id="rId6">
                  <a:extLst>
                    <a:ext uri="{A12FA001-AC4F-418D-AE19-62706E023703}">
                      <ahyp:hlinkClr xmlns:ahyp="http://schemas.microsoft.com/office/drawing/2018/hyperlinkcolor" val="tx"/>
                    </a:ext>
                  </a:extLst>
                </a:hlinkClick>
              </a:rPr>
              <a:t>http://tpcg.io/uQea2Qdb</a:t>
            </a:r>
            <a:endParaRPr lang="en-US" dirty="0"/>
          </a:p>
        </p:txBody>
      </p:sp>
    </p:spTree>
    <p:extLst>
      <p:ext uri="{BB962C8B-B14F-4D97-AF65-F5344CB8AC3E}">
        <p14:creationId xmlns:p14="http://schemas.microsoft.com/office/powerpoint/2010/main" val="13957010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CCA2E033-2D1E-4755-B8B7-AF99AAE19E84}"/>
              </a:ext>
            </a:extLst>
          </p:cNvPr>
          <p:cNvSpPr>
            <a:spLocks noGrp="1"/>
          </p:cNvSpPr>
          <p:nvPr>
            <p:ph type="sldNum" sz="quarter" idx="10"/>
          </p:nvPr>
        </p:nvSpPr>
        <p:spPr/>
        <p:txBody>
          <a:bodyPr/>
          <a:lstStyle/>
          <a:p>
            <a:fld id="{D8D877B3-D348-4611-9BDB-C5374591D951}" type="slidenum">
              <a:rPr lang="en-US" smtClean="0"/>
              <a:pPr/>
              <a:t>41</a:t>
            </a:fld>
            <a:endParaRPr lang="en-US" dirty="0"/>
          </a:p>
        </p:txBody>
      </p:sp>
      <p:sp>
        <p:nvSpPr>
          <p:cNvPr id="4" name="Titel 3">
            <a:extLst>
              <a:ext uri="{FF2B5EF4-FFF2-40B4-BE49-F238E27FC236}">
                <a16:creationId xmlns:a16="http://schemas.microsoft.com/office/drawing/2014/main" id="{D2F8C48C-292C-487B-96A4-CC5DDFFCD6E8}"/>
              </a:ext>
            </a:extLst>
          </p:cNvPr>
          <p:cNvSpPr>
            <a:spLocks noGrp="1"/>
          </p:cNvSpPr>
          <p:nvPr>
            <p:ph type="title"/>
          </p:nvPr>
        </p:nvSpPr>
        <p:spPr>
          <a:xfrm>
            <a:off x="587374" y="359273"/>
            <a:ext cx="9262921" cy="1621619"/>
          </a:xfrm>
        </p:spPr>
        <p:txBody>
          <a:bodyPr/>
          <a:lstStyle/>
          <a:p>
            <a:r>
              <a:rPr lang="da-DK" dirty="0"/>
              <a:t>Opgave</a:t>
            </a:r>
            <a:br>
              <a:rPr lang="da-DK" dirty="0"/>
            </a:br>
            <a:r>
              <a:rPr lang="da-DK" dirty="0"/>
              <a:t>Find max N </a:t>
            </a:r>
            <a:r>
              <a:rPr lang="da-DK" dirty="0" err="1"/>
              <a:t>value</a:t>
            </a:r>
            <a:endParaRPr lang="da-DK" dirty="0"/>
          </a:p>
        </p:txBody>
      </p:sp>
      <p:sp>
        <p:nvSpPr>
          <p:cNvPr id="5" name="Pladsholder til tekst 4">
            <a:extLst>
              <a:ext uri="{FF2B5EF4-FFF2-40B4-BE49-F238E27FC236}">
                <a16:creationId xmlns:a16="http://schemas.microsoft.com/office/drawing/2014/main" id="{BF3353C3-A5B9-4773-955D-3BA78FC626C0}"/>
              </a:ext>
            </a:extLst>
          </p:cNvPr>
          <p:cNvSpPr>
            <a:spLocks noGrp="1"/>
          </p:cNvSpPr>
          <p:nvPr>
            <p:ph type="body" sz="quarter" idx="12"/>
          </p:nvPr>
        </p:nvSpPr>
        <p:spPr>
          <a:xfrm>
            <a:off x="587375" y="1837189"/>
            <a:ext cx="5150767" cy="4058285"/>
          </a:xfrm>
        </p:spPr>
        <p:txBody>
          <a:bodyPr>
            <a:normAutofit/>
          </a:bodyPr>
          <a:lstStyle/>
          <a:p>
            <a:pPr marL="0" indent="0">
              <a:buNone/>
            </a:pPr>
            <a:r>
              <a:rPr lang="da-DK" dirty="0" err="1">
                <a:latin typeface="Consolas" panose="020B0609020204030204" pitchFamily="49" charset="0"/>
                <a:cs typeface="Consolas" panose="020B0609020204030204" pitchFamily="49" charset="0"/>
              </a:rPr>
              <a:t>compile</a:t>
            </a:r>
            <a:r>
              <a:rPr lang="da-DK" dirty="0">
                <a:latin typeface="Consolas" panose="020B0609020204030204" pitchFamily="49" charset="0"/>
                <a:cs typeface="Consolas" panose="020B0609020204030204" pitchFamily="49" charset="0"/>
              </a:rPr>
              <a:t> koden fra foregående slide (</a:t>
            </a:r>
            <a:r>
              <a:rPr lang="da-DK" dirty="0" err="1">
                <a:latin typeface="Consolas" panose="020B0609020204030204" pitchFamily="49" charset="0"/>
                <a:cs typeface="Consolas" panose="020B0609020204030204" pitchFamily="49" charset="0"/>
              </a:rPr>
              <a:t>factorial_recursive.c</a:t>
            </a:r>
            <a:r>
              <a:rPr lang="da-DK" dirty="0">
                <a:latin typeface="Consolas" panose="020B0609020204030204" pitchFamily="49" charset="0"/>
                <a:cs typeface="Consolas" panose="020B0609020204030204" pitchFamily="49" charset="0"/>
              </a:rPr>
              <a:t>) og kør programmet.</a:t>
            </a:r>
          </a:p>
          <a:p>
            <a:pPr marL="0" indent="0">
              <a:buNone/>
            </a:pPr>
            <a:r>
              <a:rPr lang="da-DK" dirty="0"/>
              <a:t>H</a:t>
            </a:r>
            <a:r>
              <a:rPr lang="da-DK" dirty="0">
                <a:latin typeface="Consolas" panose="020B0609020204030204" pitchFamily="49" charset="0"/>
                <a:cs typeface="Consolas" panose="020B0609020204030204" pitchFamily="49" charset="0"/>
              </a:rPr>
              <a:t>vilket input vi max kan give til funktionen </a:t>
            </a:r>
            <a:r>
              <a:rPr lang="da-DK" dirty="0" err="1">
                <a:latin typeface="Consolas" panose="020B0609020204030204" pitchFamily="49" charset="0"/>
                <a:cs typeface="Consolas" panose="020B0609020204030204" pitchFamily="49" charset="0"/>
              </a:rPr>
              <a:t>factorial</a:t>
            </a:r>
            <a:r>
              <a:rPr lang="da-DK" dirty="0">
                <a:latin typeface="Consolas" panose="020B0609020204030204" pitchFamily="49" charset="0"/>
                <a:cs typeface="Consolas" panose="020B0609020204030204" pitchFamily="49" charset="0"/>
              </a:rPr>
              <a:t> (N).</a:t>
            </a:r>
          </a:p>
          <a:p>
            <a:pPr marL="0" indent="0">
              <a:buNone/>
            </a:pPr>
            <a:endParaRPr lang="da-DK" dirty="0">
              <a:latin typeface="Consolas" panose="020B0609020204030204" pitchFamily="49" charset="0"/>
              <a:cs typeface="Consolas" panose="020B0609020204030204" pitchFamily="49" charset="0"/>
            </a:endParaRPr>
          </a:p>
          <a:p>
            <a:pPr marL="0" indent="0">
              <a:buNone/>
            </a:pPr>
            <a:r>
              <a:rPr lang="da-DK" dirty="0">
                <a:latin typeface="Consolas" panose="020B0609020204030204" pitchFamily="49" charset="0"/>
                <a:cs typeface="Consolas" panose="020B0609020204030204" pitchFamily="49" charset="0"/>
              </a:rPr>
              <a:t>Med din nabo, svar på følgende:</a:t>
            </a:r>
          </a:p>
          <a:p>
            <a:pPr>
              <a:buFont typeface="Arial" panose="020B0604020202020204" pitchFamily="34" charset="0"/>
              <a:buChar char="•"/>
            </a:pPr>
            <a:r>
              <a:rPr lang="da-DK" dirty="0">
                <a:latin typeface="Consolas" panose="020B0609020204030204" pitchFamily="49" charset="0"/>
                <a:cs typeface="Consolas" panose="020B0609020204030204" pitchFamily="49" charset="0"/>
              </a:rPr>
              <a:t>Hvorfor er dette tilfældet? </a:t>
            </a:r>
          </a:p>
          <a:p>
            <a:pPr>
              <a:buFont typeface="Arial" panose="020B0604020202020204" pitchFamily="34" charset="0"/>
              <a:buChar char="•"/>
            </a:pPr>
            <a:r>
              <a:rPr lang="da-DK" dirty="0">
                <a:latin typeface="Consolas" panose="020B0609020204030204" pitchFamily="49" charset="0"/>
                <a:cs typeface="Consolas" panose="020B0609020204030204" pitchFamily="49" charset="0"/>
              </a:rPr>
              <a:t>Hvilke muligheder er der for at øge max input værdi?</a:t>
            </a:r>
          </a:p>
        </p:txBody>
      </p:sp>
      <p:sp>
        <p:nvSpPr>
          <p:cNvPr id="2" name="TextBox 1">
            <a:extLst>
              <a:ext uri="{FF2B5EF4-FFF2-40B4-BE49-F238E27FC236}">
                <a16:creationId xmlns:a16="http://schemas.microsoft.com/office/drawing/2014/main" id="{D423BD85-A022-67F1-D710-C891AF8BA744}"/>
              </a:ext>
            </a:extLst>
          </p:cNvPr>
          <p:cNvSpPr txBox="1"/>
          <p:nvPr/>
        </p:nvSpPr>
        <p:spPr>
          <a:xfrm>
            <a:off x="5738142" y="1094036"/>
            <a:ext cx="6444574" cy="5001369"/>
          </a:xfrm>
          <a:prstGeom prst="rect">
            <a:avLst/>
          </a:prstGeom>
          <a:solidFill>
            <a:schemeClr val="bg1">
              <a:lumMod val="95000"/>
            </a:schemeClr>
          </a:solidFill>
        </p:spPr>
        <p:txBody>
          <a:bodyPr wrap="square">
            <a:spAutoFit/>
          </a:bodyPr>
          <a:lstStyle/>
          <a:p>
            <a:pPr marL="228600" indent="-228600">
              <a:buFont typeface="+mj-lt"/>
              <a:buAutoNum type="arabicPeriod"/>
            </a:pPr>
            <a:r>
              <a:rPr lang="en-US" sz="1100" b="0" dirty="0">
                <a:solidFill>
                  <a:srgbClr val="808080"/>
                </a:solidFill>
                <a:effectLst/>
                <a:latin typeface="Consolas" panose="020B0609020204030204" pitchFamily="49" charset="0"/>
              </a:rPr>
              <a:t>#include</a:t>
            </a:r>
            <a:r>
              <a:rPr lang="en-US" sz="1100" b="0" dirty="0">
                <a:solidFill>
                  <a:srgbClr val="000000"/>
                </a:solidFill>
                <a:effectLst/>
                <a:latin typeface="Consolas" panose="020B0609020204030204" pitchFamily="49" charset="0"/>
              </a:rPr>
              <a:t> </a:t>
            </a:r>
            <a:r>
              <a:rPr lang="en-US" sz="1100" b="0" dirty="0">
                <a:solidFill>
                  <a:srgbClr val="E21F1F"/>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E21F1F"/>
                </a:solidFill>
                <a:effectLst/>
                <a:latin typeface="Consolas" panose="020B0609020204030204" pitchFamily="49" charset="0"/>
              </a:rPr>
              <a:t>&gt;</a:t>
            </a:r>
            <a:endParaRPr lang="en-US" sz="1100" b="0" dirty="0">
              <a:solidFill>
                <a:srgbClr val="000000"/>
              </a:solidFill>
              <a:effectLst/>
              <a:latin typeface="Consolas" panose="020B0609020204030204" pitchFamily="49" charset="0"/>
            </a:endParaRPr>
          </a:p>
          <a:p>
            <a:pPr marL="228600" indent="-228600">
              <a:buFont typeface="+mj-lt"/>
              <a:buAutoNum type="arabicPeriod"/>
            </a:pPr>
            <a:br>
              <a:rPr lang="en-US" sz="1100" b="0" dirty="0">
                <a:solidFill>
                  <a:srgbClr val="000000"/>
                </a:solidFill>
                <a:effectLst/>
                <a:latin typeface="Consolas" panose="020B0609020204030204" pitchFamily="49" charset="0"/>
              </a:rPr>
            </a:b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factorial_iterative</a:t>
            </a:r>
            <a:r>
              <a:rPr lang="en-US" sz="1100" b="0" dirty="0">
                <a:solidFill>
                  <a:srgbClr val="000000"/>
                </a:solidFill>
                <a:effectLst/>
                <a:latin typeface="Consolas" panose="020B0609020204030204" pitchFamily="49" charset="0"/>
              </a:rPr>
              <a:t>(</a:t>
            </a:r>
            <a:r>
              <a:rPr lang="en-US" sz="1100" b="0" dirty="0">
                <a:solidFill>
                  <a:srgbClr val="0000FF"/>
                </a:solidFill>
                <a:effectLst/>
                <a:latin typeface="Consolas" panose="020B0609020204030204" pitchFamily="49" charset="0"/>
              </a:rPr>
              <a:t>unsigned</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product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for</a:t>
            </a:r>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j</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j</a:t>
            </a:r>
            <a:r>
              <a:rPr lang="en-US" sz="1100" b="0" dirty="0">
                <a:solidFill>
                  <a:srgbClr val="000000"/>
                </a:solidFill>
                <a:effectLst/>
                <a:latin typeface="Consolas" panose="020B0609020204030204" pitchFamily="49" charset="0"/>
              </a:rPr>
              <a:t>&lt;=</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j</a:t>
            </a:r>
            <a:r>
              <a:rPr lang="en-US" sz="1100" b="0" dirty="0" err="1">
                <a:solidFill>
                  <a:srgbClr val="000000"/>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product</a:t>
            </a:r>
            <a:r>
              <a:rPr lang="en-US" sz="1100" b="0" dirty="0">
                <a:solidFill>
                  <a:srgbClr val="000000"/>
                </a:solidFill>
                <a:effectLst/>
                <a:latin typeface="Consolas" panose="020B0609020204030204" pitchFamily="49" charset="0"/>
              </a:rPr>
              <a:t> *= </a:t>
            </a:r>
            <a:r>
              <a:rPr lang="en-US" sz="1100" b="0" dirty="0">
                <a:solidFill>
                  <a:srgbClr val="1F377F"/>
                </a:solidFill>
                <a:effectLst/>
                <a:latin typeface="Consolas" panose="020B0609020204030204" pitchFamily="49" charset="0"/>
              </a:rPr>
              <a:t>j</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product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factorial_rekursive</a:t>
            </a:r>
            <a:r>
              <a:rPr lang="en-US" sz="1100" b="0" dirty="0">
                <a:solidFill>
                  <a:srgbClr val="000000"/>
                </a:solidFill>
                <a:effectLst/>
                <a:latin typeface="Consolas" panose="020B0609020204030204" pitchFamily="49" charset="0"/>
              </a:rPr>
              <a:t>(</a:t>
            </a:r>
            <a:r>
              <a:rPr lang="en-US" sz="1100" b="0" dirty="0">
                <a:solidFill>
                  <a:srgbClr val="0000FF"/>
                </a:solidFill>
                <a:effectLst/>
                <a:latin typeface="Consolas" panose="020B0609020204030204" pitchFamily="49" charset="0"/>
              </a:rPr>
              <a:t>unsigned</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if</a:t>
            </a:r>
            <a:r>
              <a:rPr lang="en-US" sz="1100" b="0" dirty="0">
                <a:solidFill>
                  <a:srgbClr val="000000"/>
                </a:solidFill>
                <a:effectLst/>
                <a:latin typeface="Consolas" panose="020B0609020204030204" pitchFamily="49" charset="0"/>
              </a:rPr>
              <a:t>(</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&lt;=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err="1">
                <a:solidFill>
                  <a:srgbClr val="74531F"/>
                </a:solidFill>
                <a:effectLst/>
                <a:latin typeface="Consolas" panose="020B0609020204030204" pitchFamily="49" charset="0"/>
              </a:rPr>
              <a:t>factorial_rekursive</a:t>
            </a:r>
            <a:r>
              <a:rPr lang="en-US" sz="1100" b="0" dirty="0">
                <a:solidFill>
                  <a:srgbClr val="000000"/>
                </a:solidFill>
                <a:effectLst/>
                <a:latin typeface="Consolas" panose="020B0609020204030204" pitchFamily="49" charset="0"/>
              </a:rPr>
              <a:t>(</a:t>
            </a:r>
            <a:r>
              <a:rPr lang="en-US" sz="1100" b="0" dirty="0">
                <a:solidFill>
                  <a:srgbClr val="808080"/>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void</a:t>
            </a:r>
            <a:r>
              <a:rPr lang="en-US" sz="1100" b="0" dirty="0">
                <a:solidFill>
                  <a:srgbClr val="000000"/>
                </a:solidFill>
                <a:effectLst/>
                <a:latin typeface="Consolas" panose="020B0609020204030204" pitchFamily="49" charset="0"/>
              </a:rPr>
              <a:t> </a:t>
            </a:r>
            <a:r>
              <a:rPr lang="en-US" sz="1100" b="0" dirty="0">
                <a:solidFill>
                  <a:srgbClr val="74531F"/>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FF"/>
                </a:solidFill>
                <a:effectLst/>
                <a:latin typeface="Consolas" panose="020B0609020204030204" pitchFamily="49" charset="0"/>
              </a:rPr>
              <a:t>char</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100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for</a:t>
            </a:r>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&lt;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Iterative Factorial of </a:t>
            </a:r>
            <a:r>
              <a:rPr lang="en-US" sz="1100" b="0" dirty="0">
                <a:solidFill>
                  <a:srgbClr val="1F377F"/>
                </a:solidFill>
                <a:effectLst/>
                <a:latin typeface="Consolas" panose="020B0609020204030204" pitchFamily="49" charset="0"/>
              </a:rPr>
              <a:t>%d</a:t>
            </a:r>
            <a:r>
              <a:rPr lang="en-US" sz="1100" b="0" dirty="0">
                <a:solidFill>
                  <a:srgbClr val="A31515"/>
                </a:solidFill>
                <a:effectLst/>
                <a:latin typeface="Consolas" panose="020B0609020204030204" pitchFamily="49" charset="0"/>
              </a:rPr>
              <a:t> is </a:t>
            </a:r>
            <a:r>
              <a:rPr lang="en-US" sz="1100" b="0" dirty="0">
                <a:solidFill>
                  <a:srgbClr val="1F377F"/>
                </a:solidFill>
                <a:effectLst/>
                <a:latin typeface="Consolas" panose="020B0609020204030204" pitchFamily="49" charset="0"/>
              </a:rPr>
              <a:t>%</a:t>
            </a:r>
            <a:r>
              <a:rPr lang="en-US" sz="1100" b="0" dirty="0" err="1">
                <a:solidFill>
                  <a:srgbClr val="1F377F"/>
                </a:solidFill>
                <a:effectLst/>
                <a:latin typeface="Consolas" panose="020B0609020204030204" pitchFamily="49" charset="0"/>
              </a:rPr>
              <a:t>ld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factorial_iterative</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err="1">
                <a:solidFill>
                  <a:srgbClr val="A31515"/>
                </a:solidFill>
                <a:effectLst/>
                <a:latin typeface="Consolas" panose="020B0609020204030204" pitchFamily="49" charset="0"/>
              </a:rPr>
              <a:t>Rekursive</a:t>
            </a:r>
            <a:r>
              <a:rPr lang="en-US" sz="1100" b="0" dirty="0">
                <a:solidFill>
                  <a:srgbClr val="A31515"/>
                </a:solidFill>
                <a:effectLst/>
                <a:latin typeface="Consolas" panose="020B0609020204030204" pitchFamily="49" charset="0"/>
              </a:rPr>
              <a:t> Factorial of </a:t>
            </a:r>
            <a:r>
              <a:rPr lang="en-US" sz="1100" b="0" dirty="0">
                <a:solidFill>
                  <a:srgbClr val="1F377F"/>
                </a:solidFill>
                <a:effectLst/>
                <a:latin typeface="Consolas" panose="020B0609020204030204" pitchFamily="49" charset="0"/>
              </a:rPr>
              <a:t>%d</a:t>
            </a:r>
            <a:r>
              <a:rPr lang="en-US" sz="1100" b="0" dirty="0">
                <a:solidFill>
                  <a:srgbClr val="A31515"/>
                </a:solidFill>
                <a:effectLst/>
                <a:latin typeface="Consolas" panose="020B0609020204030204" pitchFamily="49" charset="0"/>
              </a:rPr>
              <a:t> is </a:t>
            </a:r>
            <a:r>
              <a:rPr lang="en-US" sz="1100" b="0" dirty="0">
                <a:solidFill>
                  <a:srgbClr val="1F377F"/>
                </a:solidFill>
                <a:effectLst/>
                <a:latin typeface="Consolas" panose="020B0609020204030204" pitchFamily="49" charset="0"/>
              </a:rPr>
              <a:t>%</a:t>
            </a:r>
            <a:r>
              <a:rPr lang="en-US" sz="1100" b="0" dirty="0" err="1">
                <a:solidFill>
                  <a:srgbClr val="1F377F"/>
                </a:solidFill>
                <a:effectLst/>
                <a:latin typeface="Consolas" panose="020B0609020204030204" pitchFamily="49" charset="0"/>
              </a:rPr>
              <a:t>ld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factorial_rekursive</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68894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631B0D62-3FAF-498C-B713-83D64FF4DF9F}"/>
              </a:ext>
            </a:extLst>
          </p:cNvPr>
          <p:cNvSpPr>
            <a:spLocks noGrp="1"/>
          </p:cNvSpPr>
          <p:nvPr>
            <p:ph type="sldNum" sz="quarter" idx="10"/>
          </p:nvPr>
        </p:nvSpPr>
        <p:spPr/>
        <p:txBody>
          <a:bodyPr/>
          <a:lstStyle/>
          <a:p>
            <a:fld id="{D8D877B3-D348-4611-9BDB-C5374591D951}" type="slidenum">
              <a:rPr lang="en-US" smtClean="0"/>
              <a:pPr/>
              <a:t>42</a:t>
            </a:fld>
            <a:endParaRPr lang="en-US" dirty="0"/>
          </a:p>
        </p:txBody>
      </p:sp>
      <p:sp>
        <p:nvSpPr>
          <p:cNvPr id="4" name="Titel 3">
            <a:extLst>
              <a:ext uri="{FF2B5EF4-FFF2-40B4-BE49-F238E27FC236}">
                <a16:creationId xmlns:a16="http://schemas.microsoft.com/office/drawing/2014/main" id="{B367434B-E11A-42DE-B3DB-324DAC37431B}"/>
              </a:ext>
            </a:extLst>
          </p:cNvPr>
          <p:cNvSpPr>
            <a:spLocks noGrp="1"/>
          </p:cNvSpPr>
          <p:nvPr>
            <p:ph type="title"/>
          </p:nvPr>
        </p:nvSpPr>
        <p:spPr>
          <a:xfrm>
            <a:off x="587374" y="359273"/>
            <a:ext cx="5662424" cy="1621619"/>
          </a:xfrm>
        </p:spPr>
        <p:txBody>
          <a:bodyPr/>
          <a:lstStyle/>
          <a:p>
            <a:r>
              <a:rPr lang="da-DK" dirty="0"/>
              <a:t>Opgave </a:t>
            </a:r>
            <a:br>
              <a:rPr lang="da-DK" dirty="0"/>
            </a:br>
            <a:r>
              <a:rPr lang="da-DK" sz="1800" dirty="0"/>
              <a:t>Code </a:t>
            </a:r>
            <a:r>
              <a:rPr lang="da-DK" sz="1800" dirty="0" err="1"/>
              <a:t>smells</a:t>
            </a:r>
            <a:r>
              <a:rPr lang="da-DK" sz="1800" dirty="0"/>
              <a:t> 4</a:t>
            </a:r>
            <a:br>
              <a:rPr lang="da-DK" sz="1800" dirty="0"/>
            </a:br>
            <a:r>
              <a:rPr lang="da-DK" sz="1800" dirty="0"/>
              <a:t>beregn median værdi</a:t>
            </a:r>
            <a:endParaRPr lang="da-DK" dirty="0"/>
          </a:p>
        </p:txBody>
      </p:sp>
      <p:sp>
        <p:nvSpPr>
          <p:cNvPr id="8" name="Pladsholder til tekst 8">
            <a:extLst>
              <a:ext uri="{FF2B5EF4-FFF2-40B4-BE49-F238E27FC236}">
                <a16:creationId xmlns:a16="http://schemas.microsoft.com/office/drawing/2014/main" id="{E3CBE912-8088-4E58-903A-11D7A87AE4DE}"/>
              </a:ext>
            </a:extLst>
          </p:cNvPr>
          <p:cNvSpPr txBox="1">
            <a:spLocks/>
          </p:cNvSpPr>
          <p:nvPr/>
        </p:nvSpPr>
        <p:spPr>
          <a:xfrm>
            <a:off x="587375" y="1837189"/>
            <a:ext cx="4490445" cy="4058285"/>
          </a:xfrm>
          <a:prstGeom prst="rect">
            <a:avLst/>
          </a:prstGeom>
        </p:spPr>
        <p:txBody>
          <a:bodyPr vert="horz" lIns="0" tIns="45720" rIns="0" bIns="45720" rtlCol="0">
            <a:normAutofit/>
          </a:bodyPr>
          <a:lstStyle>
            <a:lvl1pPr marL="285750" indent="-285750" algn="l" defTabSz="914318" rtl="0" eaLnBrk="1" latinLnBrk="0" hangingPunct="1">
              <a:lnSpc>
                <a:spcPct val="100000"/>
              </a:lnSpc>
              <a:spcBef>
                <a:spcPts val="600"/>
              </a:spcBef>
              <a:buFontTx/>
              <a:buBlip>
                <a:blip r:embed="rId2"/>
              </a:buBlip>
              <a:defRPr sz="1600" kern="1200" spc="0" baseline="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2"/>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3"/>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3"/>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3"/>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da-DK" sz="2000" dirty="0">
                <a:latin typeface="Consolas" panose="020B0609020204030204" pitchFamily="49" charset="0"/>
              </a:rPr>
              <a:t>Brug denne kode til at implementerer og test en funktion, der skal beregne og udskrive arrayets medianværdi.</a:t>
            </a:r>
          </a:p>
          <a:p>
            <a:pPr marL="0" indent="0">
              <a:buFontTx/>
              <a:buNone/>
            </a:pPr>
            <a:endParaRPr lang="da-DK" sz="2000" dirty="0">
              <a:latin typeface="Consolas" panose="020B0609020204030204" pitchFamily="49" charset="0"/>
            </a:endParaRPr>
          </a:p>
          <a:p>
            <a:pPr marL="0" indent="0">
              <a:buFontTx/>
              <a:buNone/>
            </a:pPr>
            <a:r>
              <a:rPr lang="da-DK" sz="2000" dirty="0">
                <a:latin typeface="Consolas" panose="020B0609020204030204" pitchFamily="49" charset="0"/>
              </a:rPr>
              <a:t>Funktionen skal tage et array som input og returnere en medianværdi. Det oprindelige array skal forblive uændret.</a:t>
            </a:r>
          </a:p>
        </p:txBody>
      </p:sp>
      <p:sp>
        <p:nvSpPr>
          <p:cNvPr id="10" name="Tekstfelt 9">
            <a:extLst>
              <a:ext uri="{FF2B5EF4-FFF2-40B4-BE49-F238E27FC236}">
                <a16:creationId xmlns:a16="http://schemas.microsoft.com/office/drawing/2014/main" id="{8B53FC73-609C-46FC-8632-F1964D2FD71B}"/>
              </a:ext>
            </a:extLst>
          </p:cNvPr>
          <p:cNvSpPr txBox="1"/>
          <p:nvPr/>
        </p:nvSpPr>
        <p:spPr>
          <a:xfrm>
            <a:off x="5659481" y="1325353"/>
            <a:ext cx="5966140" cy="369332"/>
          </a:xfrm>
          <a:prstGeom prst="rect">
            <a:avLst/>
          </a:prstGeom>
          <a:noFill/>
        </p:spPr>
        <p:txBody>
          <a:bodyPr wrap="square">
            <a:spAutoFit/>
          </a:bodyPr>
          <a:lstStyle/>
          <a:p>
            <a:r>
              <a:rPr lang="da-DK" dirty="0">
                <a:latin typeface="Consolas" panose="020B0609020204030204" pitchFamily="49" charset="0"/>
              </a:rPr>
              <a:t>Minimalistisk udgave af array sortering </a:t>
            </a:r>
            <a:endParaRPr lang="en-US" dirty="0">
              <a:latin typeface="Consolas" panose="020B0609020204030204" pitchFamily="49" charset="0"/>
            </a:endParaRPr>
          </a:p>
        </p:txBody>
      </p:sp>
      <p:pic>
        <p:nvPicPr>
          <p:cNvPr id="14" name="Billede 13">
            <a:extLst>
              <a:ext uri="{FF2B5EF4-FFF2-40B4-BE49-F238E27FC236}">
                <a16:creationId xmlns:a16="http://schemas.microsoft.com/office/drawing/2014/main" id="{BA8318AA-FF4A-42E4-8391-4A035D685BB5}"/>
              </a:ext>
            </a:extLst>
          </p:cNvPr>
          <p:cNvPicPr>
            <a:picLocks noChangeAspect="1"/>
          </p:cNvPicPr>
          <p:nvPr/>
        </p:nvPicPr>
        <p:blipFill>
          <a:blip r:embed="rId4"/>
          <a:stretch>
            <a:fillRect/>
          </a:stretch>
        </p:blipFill>
        <p:spPr>
          <a:xfrm>
            <a:off x="5724657" y="1694685"/>
            <a:ext cx="6309702" cy="3371671"/>
          </a:xfrm>
          <a:prstGeom prst="rect">
            <a:avLst/>
          </a:prstGeom>
        </p:spPr>
      </p:pic>
      <p:sp>
        <p:nvSpPr>
          <p:cNvPr id="16" name="Tekstfelt 15">
            <a:extLst>
              <a:ext uri="{FF2B5EF4-FFF2-40B4-BE49-F238E27FC236}">
                <a16:creationId xmlns:a16="http://schemas.microsoft.com/office/drawing/2014/main" id="{C04D0E5A-84B7-4EF4-96FC-0294ADC693EF}"/>
              </a:ext>
            </a:extLst>
          </p:cNvPr>
          <p:cNvSpPr txBox="1"/>
          <p:nvPr/>
        </p:nvSpPr>
        <p:spPr>
          <a:xfrm>
            <a:off x="8938902" y="5132537"/>
            <a:ext cx="3095458" cy="400110"/>
          </a:xfrm>
          <a:prstGeom prst="rect">
            <a:avLst/>
          </a:prstGeom>
          <a:noFill/>
        </p:spPr>
        <p:txBody>
          <a:bodyPr wrap="square">
            <a:spAutoFit/>
          </a:bodyPr>
          <a:lstStyle>
            <a:defPPr>
              <a:defRPr lang="en-US"/>
            </a:defPPr>
            <a:lvl1pPr>
              <a:defRPr sz="2000"/>
            </a:lvl1pPr>
          </a:lstStyle>
          <a:p>
            <a:pPr algn="l"/>
            <a:r>
              <a:rPr lang="en-US" dirty="0">
                <a:hlinkClick r:id="rId5">
                  <a:extLst>
                    <a:ext uri="{A12FA001-AC4F-418D-AE19-62706E023703}">
                      <ahyp:hlinkClr xmlns:ahyp="http://schemas.microsoft.com/office/drawing/2018/hyperlinkcolor" val="tx"/>
                    </a:ext>
                  </a:extLst>
                </a:hlinkClick>
              </a:rPr>
              <a:t>http://tpcg.io/uQea2Qdb</a:t>
            </a:r>
            <a:endParaRPr lang="en-US" dirty="0"/>
          </a:p>
        </p:txBody>
      </p:sp>
    </p:spTree>
    <p:extLst>
      <p:ext uri="{BB962C8B-B14F-4D97-AF65-F5344CB8AC3E}">
        <p14:creationId xmlns:p14="http://schemas.microsoft.com/office/powerpoint/2010/main" val="2676309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80B789-28A6-3EB3-208C-901537EC9DC4}"/>
              </a:ext>
            </a:extLst>
          </p:cNvPr>
          <p:cNvSpPr>
            <a:spLocks noGrp="1"/>
          </p:cNvSpPr>
          <p:nvPr>
            <p:ph type="sldNum" sz="quarter" idx="4"/>
          </p:nvPr>
        </p:nvSpPr>
        <p:spPr/>
        <p:txBody>
          <a:bodyPr/>
          <a:lstStyle/>
          <a:p>
            <a:fld id="{D8D877B3-D348-4611-9BDB-C5374591D951}" type="slidenum">
              <a:rPr lang="en-US" smtClean="0"/>
              <a:pPr/>
              <a:t>43</a:t>
            </a:fld>
            <a:endParaRPr lang="en-US" dirty="0"/>
          </a:p>
        </p:txBody>
      </p:sp>
      <p:sp>
        <p:nvSpPr>
          <p:cNvPr id="3" name="Title 2">
            <a:extLst>
              <a:ext uri="{FF2B5EF4-FFF2-40B4-BE49-F238E27FC236}">
                <a16:creationId xmlns:a16="http://schemas.microsoft.com/office/drawing/2014/main" id="{6CC12802-A665-2150-AAA7-07F746E69F08}"/>
              </a:ext>
            </a:extLst>
          </p:cNvPr>
          <p:cNvSpPr>
            <a:spLocks noGrp="1"/>
          </p:cNvSpPr>
          <p:nvPr>
            <p:ph type="title"/>
          </p:nvPr>
        </p:nvSpPr>
        <p:spPr>
          <a:xfrm>
            <a:off x="587374" y="370290"/>
            <a:ext cx="11241460" cy="1474385"/>
          </a:xfrm>
        </p:spPr>
        <p:txBody>
          <a:bodyPr/>
          <a:lstStyle/>
          <a:p>
            <a:r>
              <a:rPr lang="da-DK" dirty="0"/>
              <a:t>opgave : p10_patient2</a:t>
            </a:r>
            <a:br>
              <a:rPr lang="da-DK" dirty="0"/>
            </a:br>
            <a:r>
              <a:rPr lang="da-DK" sz="2800" dirty="0" err="1"/>
              <a:t>make</a:t>
            </a:r>
            <a:r>
              <a:rPr lang="da-DK" sz="2800" dirty="0"/>
              <a:t> it </a:t>
            </a:r>
            <a:r>
              <a:rPr lang="da-DK" sz="2800" dirty="0" err="1"/>
              <a:t>function</a:t>
            </a:r>
            <a:r>
              <a:rPr lang="da-DK" sz="2800" dirty="0"/>
              <a:t> </a:t>
            </a:r>
            <a:r>
              <a:rPr lang="da-DK" sz="2800" dirty="0" err="1"/>
              <a:t>better</a:t>
            </a:r>
            <a:r>
              <a:rPr lang="da-DK" sz="2800" dirty="0"/>
              <a:t> 2</a:t>
            </a:r>
            <a:br>
              <a:rPr lang="da-DK" sz="2800" dirty="0"/>
            </a:br>
            <a:r>
              <a:rPr lang="da-DK" sz="2800" dirty="0" err="1"/>
              <a:t>make</a:t>
            </a:r>
            <a:r>
              <a:rPr lang="da-DK" sz="2800" dirty="0"/>
              <a:t> </a:t>
            </a:r>
            <a:r>
              <a:rPr lang="da-DK" sz="2800" dirty="0" err="1"/>
              <a:t>main</a:t>
            </a:r>
            <a:r>
              <a:rPr lang="da-DK" sz="2800" dirty="0"/>
              <a:t> do </a:t>
            </a:r>
            <a:r>
              <a:rPr lang="da-DK" sz="2800" dirty="0" err="1"/>
              <a:t>less</a:t>
            </a:r>
            <a:r>
              <a:rPr lang="da-DK" sz="2800" dirty="0"/>
              <a:t>!!</a:t>
            </a:r>
            <a:endParaRPr lang="en-DK" sz="2800" dirty="0"/>
          </a:p>
        </p:txBody>
      </p:sp>
      <p:sp>
        <p:nvSpPr>
          <p:cNvPr id="5" name="TextBox 4">
            <a:extLst>
              <a:ext uri="{FF2B5EF4-FFF2-40B4-BE49-F238E27FC236}">
                <a16:creationId xmlns:a16="http://schemas.microsoft.com/office/drawing/2014/main" id="{3A0BEECF-962D-5FB3-A03D-A228E41C061A}"/>
              </a:ext>
            </a:extLst>
          </p:cNvPr>
          <p:cNvSpPr txBox="1"/>
          <p:nvPr/>
        </p:nvSpPr>
        <p:spPr>
          <a:xfrm>
            <a:off x="6173823" y="1088379"/>
            <a:ext cx="5430802" cy="5047536"/>
          </a:xfrm>
          <a:prstGeom prst="rect">
            <a:avLst/>
          </a:prstGeom>
          <a:solidFill>
            <a:srgbClr val="FFC000">
              <a:alpha val="10000"/>
            </a:srgbClr>
          </a:solidFill>
        </p:spPr>
        <p:txBody>
          <a:bodyPr wrap="square">
            <a:spAutoFit/>
          </a:bodyPr>
          <a:lstStyle/>
          <a:p>
            <a:pPr marL="228600" indent="-228600">
              <a:buFont typeface="+mj-lt"/>
              <a:buAutoNum type="arabicPeriod"/>
            </a:pPr>
            <a:r>
              <a:rPr lang="en-GB" sz="700" b="0" dirty="0">
                <a:solidFill>
                  <a:srgbClr val="008000"/>
                </a:solidFill>
                <a:effectLst/>
                <a:latin typeface="Consolas" panose="020B0609020204030204" pitchFamily="49" charset="0"/>
              </a:rPr>
              <a:t>/* </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System now capable of printing name and Weight classification!</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Questions: Is this easy to read? (what is the issue?)</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#include</a:t>
            </a:r>
            <a:r>
              <a:rPr lang="en-GB" sz="700" b="0" dirty="0">
                <a:solidFill>
                  <a:srgbClr val="0000FF"/>
                </a:solidFill>
                <a:effectLst/>
                <a:latin typeface="Consolas" panose="020B0609020204030204" pitchFamily="49" charset="0"/>
              </a:rPr>
              <a:t> </a:t>
            </a:r>
            <a:r>
              <a:rPr lang="en-GB" sz="700" b="0" dirty="0">
                <a:solidFill>
                  <a:srgbClr val="A31515"/>
                </a:solidFill>
                <a:effectLst/>
                <a:latin typeface="Consolas" panose="020B0609020204030204" pitchFamily="49" charset="0"/>
              </a:rPr>
              <a:t>&lt;</a:t>
            </a:r>
            <a:r>
              <a:rPr lang="en-GB" sz="700" b="0" dirty="0" err="1">
                <a:solidFill>
                  <a:srgbClr val="A31515"/>
                </a:solidFill>
                <a:effectLst/>
                <a:latin typeface="Consolas" panose="020B0609020204030204" pitchFamily="49" charset="0"/>
              </a:rPr>
              <a:t>stdio.h</a:t>
            </a:r>
            <a:r>
              <a:rPr lang="en-GB" sz="700" b="0" dirty="0">
                <a:solidFill>
                  <a:srgbClr val="A31515"/>
                </a:solidFill>
                <a:effectLst/>
                <a:latin typeface="Consolas" panose="020B0609020204030204" pitchFamily="49" charset="0"/>
              </a:rPr>
              <a:t>&gt;</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#include</a:t>
            </a:r>
            <a:r>
              <a:rPr lang="en-GB" sz="700" b="0" dirty="0">
                <a:solidFill>
                  <a:srgbClr val="0000FF"/>
                </a:solidFill>
                <a:effectLst/>
                <a:latin typeface="Consolas" panose="020B0609020204030204" pitchFamily="49" charset="0"/>
              </a:rPr>
              <a:t> </a:t>
            </a:r>
            <a:r>
              <a:rPr lang="en-GB" sz="700" b="0" dirty="0">
                <a:solidFill>
                  <a:srgbClr val="A31515"/>
                </a:solidFill>
                <a:effectLst/>
                <a:latin typeface="Consolas" panose="020B0609020204030204" pitchFamily="49" charset="0"/>
              </a:rPr>
              <a:t>&lt;</a:t>
            </a:r>
            <a:r>
              <a:rPr lang="en-GB" sz="700" b="0" dirty="0" err="1">
                <a:solidFill>
                  <a:srgbClr val="A31515"/>
                </a:solidFill>
                <a:effectLst/>
                <a:latin typeface="Consolas" panose="020B0609020204030204" pitchFamily="49" charset="0"/>
              </a:rPr>
              <a:t>string.h</a:t>
            </a:r>
            <a:r>
              <a:rPr lang="en-GB" sz="700" b="0" dirty="0">
                <a:solidFill>
                  <a:srgbClr val="A31515"/>
                </a:solidFill>
                <a:effectLst/>
                <a:latin typeface="Consolas" panose="020B0609020204030204" pitchFamily="49" charset="0"/>
              </a:rPr>
              <a:t>&gt;</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#define</a:t>
            </a:r>
            <a:r>
              <a:rPr lang="en-GB" sz="700" b="0" dirty="0">
                <a:solidFill>
                  <a:srgbClr val="0000FF"/>
                </a:solidFill>
                <a:effectLst/>
                <a:latin typeface="Consolas" panose="020B0609020204030204" pitchFamily="49" charset="0"/>
              </a:rPr>
              <a:t> MAX_STRING_LENGTH </a:t>
            </a:r>
            <a:r>
              <a:rPr lang="en-GB" sz="700" b="0" dirty="0">
                <a:solidFill>
                  <a:srgbClr val="098658"/>
                </a:solidFill>
                <a:effectLst/>
                <a:latin typeface="Consolas" panose="020B0609020204030204" pitchFamily="49" charset="0"/>
              </a:rPr>
              <a:t>128</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static char</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firstname</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MAX_STRING_LENGTH</a:t>
            </a:r>
            <a:r>
              <a:rPr lang="en-GB" sz="700" b="0" dirty="0">
                <a:solidFill>
                  <a:srgbClr val="000000"/>
                </a:solidFill>
                <a:effectLst/>
                <a:latin typeface="Consolas" panose="020B0609020204030204" pitchFamily="49" charset="0"/>
              </a:rPr>
              <a:t>] = {</a:t>
            </a:r>
            <a:r>
              <a:rPr lang="en-GB" sz="700" b="0" dirty="0">
                <a:solidFill>
                  <a:srgbClr val="A31515"/>
                </a:solidFill>
                <a:effectLst/>
                <a:latin typeface="Consolas" panose="020B0609020204030204" pitchFamily="49" charset="0"/>
              </a:rPr>
              <a:t>"Martin"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t>
            </a:r>
            <a:r>
              <a:rPr lang="en-GB" sz="700" b="0" dirty="0" err="1">
                <a:solidFill>
                  <a:srgbClr val="A31515"/>
                </a:solidFill>
                <a:effectLst/>
                <a:latin typeface="Consolas" panose="020B0609020204030204" pitchFamily="49" charset="0"/>
              </a:rPr>
              <a:t>Lene</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"Simon"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"Rene"</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static char</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surname</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MAX_STRING_LENGTH</a:t>
            </a:r>
            <a:r>
              <a:rPr lang="en-GB" sz="700" b="0" dirty="0">
                <a:solidFill>
                  <a:srgbClr val="000000"/>
                </a:solidFill>
                <a:effectLst/>
                <a:latin typeface="Consolas" panose="020B0609020204030204" pitchFamily="49" charset="0"/>
              </a:rPr>
              <a:t>] = {</a:t>
            </a:r>
            <a:r>
              <a:rPr lang="en-GB" sz="700" b="0" dirty="0">
                <a:solidFill>
                  <a:srgbClr val="A31515"/>
                </a:solidFill>
                <a:effectLst/>
                <a:latin typeface="Consolas" panose="020B0609020204030204" pitchFamily="49" charset="0"/>
              </a:rPr>
              <a:t>"Andersen"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"Andersen"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t>
            </a:r>
            <a:r>
              <a:rPr lang="en-GB" sz="700" b="0" dirty="0" err="1">
                <a:solidFill>
                  <a:srgbClr val="A31515"/>
                </a:solidFill>
                <a:effectLst/>
                <a:latin typeface="Consolas" panose="020B0609020204030204" pitchFamily="49" charset="0"/>
              </a:rPr>
              <a:t>Efternavnsen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t>
            </a:r>
            <a:r>
              <a:rPr lang="en-GB" sz="700" b="0" dirty="0" err="1">
                <a:solidFill>
                  <a:srgbClr val="A31515"/>
                </a:solidFill>
                <a:effectLst/>
                <a:latin typeface="Consolas" panose="020B0609020204030204" pitchFamily="49" charset="0"/>
              </a:rPr>
              <a:t>Ravn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static char</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MAX_STRING_LENGTH</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static 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patientids</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1</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3</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52</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23</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static int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ages</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13</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44</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51</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100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static float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weights</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80</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99</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100</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50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static float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heights</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1.80</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1.62</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1.30</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1.74</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a:solidFill>
                  <a:srgbClr val="795E26"/>
                </a:solidFill>
                <a:effectLst/>
                <a:latin typeface="Consolas" panose="020B0609020204030204" pitchFamily="49" charset="0"/>
              </a:rPr>
              <a:t>main</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argc</a:t>
            </a:r>
            <a:r>
              <a:rPr lang="en-GB" sz="700" b="0" dirty="0">
                <a:solidFill>
                  <a:srgbClr val="000000"/>
                </a:solidFill>
                <a:effectLst/>
                <a:latin typeface="Consolas" panose="020B0609020204030204" pitchFamily="49" charset="0"/>
              </a:rPr>
              <a:t>, </a:t>
            </a:r>
            <a:r>
              <a:rPr lang="en-GB" sz="700" b="0" dirty="0">
                <a:solidFill>
                  <a:srgbClr val="0000FF"/>
                </a:solidFill>
                <a:effectLst/>
                <a:latin typeface="Consolas" panose="020B0609020204030204" pitchFamily="49" charset="0"/>
              </a:rPr>
              <a:t>char</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const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argv</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p>
          <a:p>
            <a:pPr marL="228600" indent="-228600">
              <a:buFont typeface="+mj-lt"/>
              <a:buAutoNum type="arabicPeriod"/>
            </a:pP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Udregn</a:t>
            </a: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længde</a:t>
            </a: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på</a:t>
            </a:r>
            <a:r>
              <a:rPr lang="en-GB" sz="700" b="0" dirty="0">
                <a:solidFill>
                  <a:srgbClr val="008000"/>
                </a:solidFill>
                <a:effectLst/>
                <a:latin typeface="Consolas" panose="020B0609020204030204" pitchFamily="49" charset="0"/>
              </a:rPr>
              <a:t> array (</a:t>
            </a:r>
            <a:r>
              <a:rPr lang="en-GB" sz="700" b="0" dirty="0" err="1">
                <a:solidFill>
                  <a:srgbClr val="008000"/>
                </a:solidFill>
                <a:effectLst/>
                <a:latin typeface="Consolas" panose="020B0609020204030204" pitchFamily="49" charset="0"/>
              </a:rPr>
              <a:t>sådan</a:t>
            </a: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gør</a:t>
            </a:r>
            <a:r>
              <a:rPr lang="en-GB" sz="700" b="0" dirty="0">
                <a:solidFill>
                  <a:srgbClr val="008000"/>
                </a:solidFill>
                <a:effectLst/>
                <a:latin typeface="Consolas" panose="020B0609020204030204" pitchFamily="49" charset="0"/>
              </a:rPr>
              <a:t> man </a:t>
            </a:r>
            <a:r>
              <a:rPr lang="en-GB" sz="700" b="0" dirty="0" err="1">
                <a:solidFill>
                  <a:srgbClr val="008000"/>
                </a:solidFill>
                <a:effectLst/>
                <a:latin typeface="Consolas" panose="020B0609020204030204" pitchFamily="49" charset="0"/>
              </a:rPr>
              <a:t>i</a:t>
            </a:r>
            <a:r>
              <a:rPr lang="en-GB" sz="700" b="0" dirty="0">
                <a:solidFill>
                  <a:srgbClr val="008000"/>
                </a:solidFill>
                <a:effectLst/>
                <a:latin typeface="Consolas" panose="020B0609020204030204" pitchFamily="49" charset="0"/>
              </a:rPr>
              <a:t> C)</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number_of_patients</a:t>
            </a:r>
            <a:r>
              <a:rPr lang="en-GB" sz="700" b="0" dirty="0">
                <a:solidFill>
                  <a:srgbClr val="000000"/>
                </a:solidFill>
                <a:effectLst/>
                <a:latin typeface="Consolas" panose="020B0609020204030204" pitchFamily="49" charset="0"/>
              </a:rPr>
              <a:t> = </a:t>
            </a:r>
            <a:r>
              <a:rPr lang="en-GB" sz="700" b="0" dirty="0" err="1">
                <a:solidFill>
                  <a:srgbClr val="0000FF"/>
                </a:solidFill>
                <a:effectLst/>
                <a:latin typeface="Consolas" panose="020B0609020204030204" pitchFamily="49" charset="0"/>
              </a:rPr>
              <a:t>sizeof</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err="1">
                <a:solidFill>
                  <a:srgbClr val="0000FF"/>
                </a:solidFill>
                <a:effectLst/>
                <a:latin typeface="Consolas" panose="020B0609020204030204" pitchFamily="49" charset="0"/>
              </a:rPr>
              <a:t>sizeof</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a:solidFill>
                  <a:srgbClr val="098658"/>
                </a:solidFill>
                <a:effectLst/>
                <a:latin typeface="Consolas" panose="020B0609020204030204" pitchFamily="49" charset="0"/>
              </a:rPr>
              <a:t>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008000"/>
                </a:solidFill>
                <a:effectLst/>
                <a:latin typeface="Consolas" panose="020B0609020204030204" pitchFamily="49" charset="0"/>
              </a:rPr>
              <a:t>/* Loop through all patients*/</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for</a:t>
            </a:r>
            <a:r>
              <a:rPr lang="en-GB" sz="700" b="0" dirty="0">
                <a:solidFill>
                  <a:srgbClr val="000000"/>
                </a:solidFill>
                <a:effectLst/>
                <a:latin typeface="Consolas" panose="020B0609020204030204" pitchFamily="49" charset="0"/>
              </a:rPr>
              <a:t> (</a:t>
            </a: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0</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&lt;</a:t>
            </a:r>
            <a:r>
              <a:rPr lang="en-GB" sz="700" b="0" dirty="0" err="1">
                <a:solidFill>
                  <a:srgbClr val="001080"/>
                </a:solidFill>
                <a:effectLst/>
                <a:latin typeface="Consolas" panose="020B0609020204030204" pitchFamily="49" charset="0"/>
              </a:rPr>
              <a:t>number_of_patients</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8000"/>
                </a:solidFill>
                <a:effectLst/>
                <a:latin typeface="Consolas" panose="020B0609020204030204" pitchFamily="49" charset="0"/>
              </a:rPr>
              <a:t>// Print BMI classification. </a:t>
            </a:r>
            <a:r>
              <a:rPr lang="en-GB" sz="700" b="0" dirty="0" err="1">
                <a:solidFill>
                  <a:srgbClr val="008000"/>
                </a:solidFill>
                <a:effectLst/>
                <a:latin typeface="Consolas" panose="020B0609020204030204" pitchFamily="49" charset="0"/>
              </a:rPr>
              <a:t>eeeh</a:t>
            </a:r>
            <a:r>
              <a:rPr lang="en-GB" sz="700" b="0" dirty="0">
                <a:solidFill>
                  <a:srgbClr val="008000"/>
                </a:solidFill>
                <a:effectLst/>
                <a:latin typeface="Consolas" panose="020B0609020204030204" pitchFamily="49" charset="0"/>
              </a:rPr>
              <a:t> this is getting complicated!</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00FF"/>
                </a:solidFill>
                <a:effectLst/>
                <a:latin typeface="Consolas" panose="020B0609020204030204" pitchFamily="49" charset="0"/>
              </a:rPr>
              <a:t>float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 = </a:t>
            </a:r>
            <a:r>
              <a:rPr lang="en-GB" sz="700" b="0" dirty="0">
                <a:solidFill>
                  <a:srgbClr val="001080"/>
                </a:solidFill>
                <a:effectLst/>
                <a:latin typeface="Consolas" panose="020B0609020204030204" pitchFamily="49" charset="0"/>
              </a:rPr>
              <a:t>weights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 / </a:t>
            </a:r>
            <a:r>
              <a:rPr lang="en-GB" sz="700" b="0" dirty="0">
                <a:solidFill>
                  <a:srgbClr val="001080"/>
                </a:solidFill>
                <a:effectLst/>
                <a:latin typeface="Consolas" panose="020B0609020204030204" pitchFamily="49" charset="0"/>
              </a:rPr>
              <a:t>heights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r>
              <a:rPr lang="en-GB" sz="700" b="0" dirty="0">
                <a:solidFill>
                  <a:srgbClr val="001080"/>
                </a:solidFill>
                <a:effectLst/>
                <a:latin typeface="Consolas" panose="020B0609020204030204" pitchFamily="49" charset="0"/>
              </a:rPr>
              <a:t>heights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AF00DB"/>
                </a:solidFill>
                <a:effectLst/>
                <a:latin typeface="Consolas" panose="020B0609020204030204" pitchFamily="49" charset="0"/>
              </a:rPr>
              <a:t>if</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 &lt;= </a:t>
            </a:r>
            <a:r>
              <a:rPr lang="en-GB" sz="700" b="0" dirty="0">
                <a:solidFill>
                  <a:srgbClr val="098658"/>
                </a:solidFill>
                <a:effectLst/>
                <a:latin typeface="Consolas" panose="020B0609020204030204" pitchFamily="49" charset="0"/>
              </a:rPr>
              <a:t>18.5</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"Underweight"</a:t>
            </a: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AF00DB"/>
                </a:solidFill>
                <a:effectLst/>
                <a:latin typeface="Consolas" panose="020B0609020204030204" pitchFamily="49" charset="0"/>
              </a:rPr>
              <a:t>else</a:t>
            </a:r>
            <a:r>
              <a:rPr lang="en-GB" sz="700" b="0" dirty="0">
                <a:solidFill>
                  <a:srgbClr val="000000"/>
                </a:solidFill>
                <a:effectLst/>
                <a:latin typeface="Consolas" panose="020B0609020204030204" pitchFamily="49" charset="0"/>
              </a:rPr>
              <a:t> </a:t>
            </a:r>
            <a:r>
              <a:rPr lang="en-GB" sz="700" b="0" dirty="0">
                <a:solidFill>
                  <a:srgbClr val="AF00DB"/>
                </a:solidFill>
                <a:effectLst/>
                <a:latin typeface="Consolas" panose="020B0609020204030204" pitchFamily="49" charset="0"/>
              </a:rPr>
              <a:t>if</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&lt;=</a:t>
            </a:r>
            <a:r>
              <a:rPr lang="en-GB" sz="700" b="0" dirty="0">
                <a:solidFill>
                  <a:srgbClr val="098658"/>
                </a:solidFill>
                <a:effectLst/>
                <a:latin typeface="Consolas" panose="020B0609020204030204" pitchFamily="49" charset="0"/>
              </a:rPr>
              <a:t>24.9</a:t>
            </a:r>
            <a:r>
              <a:rPr lang="en-GB" sz="700" b="0" dirty="0">
                <a:solidFill>
                  <a:srgbClr val="000000"/>
                </a:solidFill>
                <a:effectLst/>
                <a:latin typeface="Consolas" panose="020B0609020204030204" pitchFamily="49" charset="0"/>
              </a:rPr>
              <a:t>) {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"Normal"</a:t>
            </a: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AF00DB"/>
                </a:solidFill>
                <a:effectLst/>
                <a:latin typeface="Consolas" panose="020B0609020204030204" pitchFamily="49" charset="0"/>
              </a:rPr>
              <a:t>else</a:t>
            </a:r>
            <a:r>
              <a:rPr lang="en-GB" sz="700" b="0" dirty="0">
                <a:solidFill>
                  <a:srgbClr val="000000"/>
                </a:solidFill>
                <a:effectLst/>
                <a:latin typeface="Consolas" panose="020B0609020204030204" pitchFamily="49" charset="0"/>
              </a:rPr>
              <a:t> </a:t>
            </a:r>
            <a:r>
              <a:rPr lang="en-GB" sz="700" b="0" dirty="0">
                <a:solidFill>
                  <a:srgbClr val="AF00DB"/>
                </a:solidFill>
                <a:effectLst/>
                <a:latin typeface="Consolas" panose="020B0609020204030204" pitchFamily="49" charset="0"/>
              </a:rPr>
              <a:t>if</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&lt;= </a:t>
            </a:r>
            <a:r>
              <a:rPr lang="en-GB" sz="700" b="0" dirty="0">
                <a:solidFill>
                  <a:srgbClr val="098658"/>
                </a:solidFill>
                <a:effectLst/>
                <a:latin typeface="Consolas" panose="020B0609020204030204" pitchFamily="49" charset="0"/>
              </a:rPr>
              <a:t>29.9</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"Overweight"</a:t>
            </a: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AF00DB"/>
                </a:solidFill>
                <a:effectLst/>
                <a:latin typeface="Consolas" panose="020B0609020204030204" pitchFamily="49" charset="0"/>
              </a:rPr>
              <a:t>else</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"Obese"</a:t>
            </a:r>
            <a:r>
              <a:rPr lang="en-GB" sz="700" b="0" dirty="0">
                <a:solidFill>
                  <a:srgbClr val="000000"/>
                </a:solidFill>
                <a:effectLst/>
                <a:latin typeface="Consolas" panose="020B0609020204030204" pitchFamily="49" charset="0"/>
              </a:rPr>
              <a:t>);}</a:t>
            </a:r>
          </a:p>
          <a:p>
            <a:pPr marL="228600" indent="-228600">
              <a:buFont typeface="+mj-lt"/>
              <a:buAutoNum type="arabicPeriod"/>
            </a:pPr>
            <a:endParaRPr lang="en-GB" sz="700" b="0" dirty="0">
              <a:solidFill>
                <a:srgbClr val="795E26"/>
              </a:solidFill>
              <a:effectLst/>
              <a:latin typeface="Consolas" panose="020B0609020204030204" pitchFamily="49" charset="0"/>
            </a:endParaRP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"Patient Information for </a:t>
            </a:r>
            <a:r>
              <a:rPr lang="en-GB" sz="700" b="0" dirty="0">
                <a:solidFill>
                  <a:srgbClr val="001080"/>
                </a:solidFill>
                <a:effectLst/>
                <a:latin typeface="Consolas" panose="020B0609020204030204" pitchFamily="49" charset="0"/>
              </a:rPr>
              <a:t>%d</a:t>
            </a:r>
            <a:r>
              <a:rPr lang="en-GB" sz="700" b="0" dirty="0">
                <a:solidFill>
                  <a:srgbClr val="A31515"/>
                </a:solidFill>
                <a:effectLst/>
                <a:latin typeface="Consolas" panose="020B0609020204030204" pitchFamily="49" charset="0"/>
              </a:rPr>
              <a:t> patients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number_of_patients</a:t>
            </a:r>
            <a:r>
              <a:rPr lang="en-GB" sz="700" b="0" dirty="0">
                <a:solidFill>
                  <a:srgbClr val="000000"/>
                </a:solidFill>
                <a:effectLst/>
                <a:latin typeface="Consolas" panose="020B0609020204030204" pitchFamily="49" charset="0"/>
              </a:rPr>
              <a:t>);</a:t>
            </a:r>
          </a:p>
          <a:p>
            <a:pPr marL="228600" indent="-228600">
              <a:buFont typeface="+mj-lt"/>
              <a:buAutoNum type="arabicPeriod"/>
            </a:pP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 Print patient information */</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a:t>
            </a:r>
            <a:r>
              <a:rPr lang="en-GB" sz="700" b="0" dirty="0" err="1">
                <a:solidFill>
                  <a:srgbClr val="A31515"/>
                </a:solidFill>
                <a:effectLst/>
                <a:latin typeface="Consolas" panose="020B0609020204030204" pitchFamily="49" charset="0"/>
              </a:rPr>
              <a:t>PatientID</a:t>
            </a:r>
            <a:r>
              <a:rPr lang="en-GB" sz="700" b="0" dirty="0">
                <a:solidFill>
                  <a:srgbClr val="A31515"/>
                </a:solidFill>
                <a:effectLst/>
                <a:latin typeface="Consolas" panose="020B0609020204030204" pitchFamily="49" charset="0"/>
              </a:rPr>
              <a:t>:</a:t>
            </a:r>
            <a:r>
              <a:rPr lang="en-GB" sz="700" b="0" dirty="0">
                <a:solidFill>
                  <a:srgbClr val="EE0000"/>
                </a:solidFill>
                <a:effectLst/>
                <a:latin typeface="Consolas" panose="020B0609020204030204" pitchFamily="49" charset="0"/>
              </a:rPr>
              <a: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%d</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name:</a:t>
            </a:r>
            <a:r>
              <a:rPr lang="en-GB" sz="700" b="0" dirty="0">
                <a:solidFill>
                  <a:srgbClr val="EE0000"/>
                </a:solidFill>
                <a:effectLst/>
                <a:latin typeface="Consolas" panose="020B0609020204030204" pitchFamily="49" charset="0"/>
              </a:rPr>
              <a:t>\t\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%s</a:t>
            </a:r>
            <a:r>
              <a:rPr lang="en-GB" sz="700" b="0" dirty="0">
                <a:solidFill>
                  <a:srgbClr val="A31515"/>
                </a:solidFill>
                <a:effectLst/>
                <a:latin typeface="Consolas" panose="020B0609020204030204" pitchFamily="49" charset="0"/>
              </a:rPr>
              <a:t> </a:t>
            </a:r>
            <a:r>
              <a:rPr lang="en-GB" sz="700" b="0" dirty="0">
                <a:solidFill>
                  <a:srgbClr val="001080"/>
                </a:solidFill>
                <a:effectLst/>
                <a:latin typeface="Consolas" panose="020B0609020204030204" pitchFamily="49" charset="0"/>
              </a:rPr>
              <a:t>%s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firstname</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surname</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a:t>
            </a:r>
            <a:r>
              <a:rPr lang="en-GB" sz="700" b="0" dirty="0" err="1">
                <a:solidFill>
                  <a:srgbClr val="A31515"/>
                </a:solidFill>
                <a:effectLst/>
                <a:latin typeface="Consolas" panose="020B0609020204030204" pitchFamily="49" charset="0"/>
              </a:rPr>
              <a:t>PatientID</a:t>
            </a:r>
            <a:r>
              <a:rPr lang="en-GB" sz="700" b="0" dirty="0">
                <a:solidFill>
                  <a:srgbClr val="A31515"/>
                </a:solidFill>
                <a:effectLst/>
                <a:latin typeface="Consolas" panose="020B0609020204030204" pitchFamily="49" charset="0"/>
              </a:rPr>
              <a:t>:</a:t>
            </a:r>
            <a:r>
              <a:rPr lang="en-GB" sz="700" b="0" dirty="0">
                <a:solidFill>
                  <a:srgbClr val="EE0000"/>
                </a:solidFill>
                <a:effectLst/>
                <a:latin typeface="Consolas" panose="020B0609020204030204" pitchFamily="49" charset="0"/>
              </a:rPr>
              <a: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%d</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age:</a:t>
            </a:r>
            <a:r>
              <a:rPr lang="en-GB" sz="700" b="0" dirty="0">
                <a:solidFill>
                  <a:srgbClr val="EE0000"/>
                </a:solidFill>
                <a:effectLst/>
                <a:latin typeface="Consolas" panose="020B0609020204030204" pitchFamily="49" charset="0"/>
              </a:rPr>
              <a:t>\t\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%d</a:t>
            </a:r>
            <a:r>
              <a:rPr lang="en-GB" sz="700" b="0" dirty="0">
                <a:solidFill>
                  <a:srgbClr val="A31515"/>
                </a:solidFill>
                <a:effectLst/>
                <a:latin typeface="Consolas" panose="020B0609020204030204" pitchFamily="49" charset="0"/>
              </a:rPr>
              <a:t> years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ages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weight:</a:t>
            </a:r>
            <a:r>
              <a:rPr lang="en-GB" sz="700" b="0" dirty="0">
                <a:solidFill>
                  <a:srgbClr val="EE0000"/>
                </a:solidFill>
                <a:effectLst/>
                <a:latin typeface="Consolas" panose="020B0609020204030204" pitchFamily="49" charset="0"/>
              </a:rPr>
              <a:t>\t</a:t>
            </a:r>
            <a:r>
              <a:rPr lang="en-GB" sz="700" b="0" dirty="0">
                <a:solidFill>
                  <a:srgbClr val="001080"/>
                </a:solidFill>
                <a:effectLst/>
                <a:latin typeface="Consolas" panose="020B0609020204030204" pitchFamily="49" charset="0"/>
              </a:rPr>
              <a:t>%.1f</a:t>
            </a:r>
            <a:r>
              <a:rPr lang="en-GB" sz="700" b="0" dirty="0">
                <a:solidFill>
                  <a:srgbClr val="A31515"/>
                </a:solidFill>
                <a:effectLst/>
                <a:latin typeface="Consolas" panose="020B0609020204030204" pitchFamily="49" charset="0"/>
              </a:rPr>
              <a:t> kg</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weights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height:</a:t>
            </a:r>
            <a:r>
              <a:rPr lang="en-GB" sz="700" b="0" dirty="0">
                <a:solidFill>
                  <a:srgbClr val="EE0000"/>
                </a:solidFill>
                <a:effectLst/>
                <a:latin typeface="Consolas" panose="020B0609020204030204" pitchFamily="49" charset="0"/>
              </a:rPr>
              <a:t>\t</a:t>
            </a:r>
            <a:r>
              <a:rPr lang="en-GB" sz="700" b="0" dirty="0">
                <a:solidFill>
                  <a:srgbClr val="001080"/>
                </a:solidFill>
                <a:effectLst/>
                <a:latin typeface="Consolas" panose="020B0609020204030204" pitchFamily="49" charset="0"/>
              </a:rPr>
              <a:t>%.2f</a:t>
            </a:r>
            <a:r>
              <a:rPr lang="en-GB" sz="700" b="0" dirty="0">
                <a:solidFill>
                  <a:srgbClr val="A31515"/>
                </a:solidFill>
                <a:effectLst/>
                <a:latin typeface="Consolas" panose="020B0609020204030204" pitchFamily="49" charset="0"/>
              </a:rPr>
              <a:t> m</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heights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classification: </a:t>
            </a:r>
            <a:r>
              <a:rPr lang="en-GB" sz="700" b="0" dirty="0">
                <a:solidFill>
                  <a:srgbClr val="001080"/>
                </a:solidFill>
                <a:effectLst/>
                <a:latin typeface="Consolas" panose="020B0609020204030204" pitchFamily="49" charset="0"/>
              </a:rPr>
              <a:t>%s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AF00DB"/>
                </a:solidFill>
                <a:effectLst/>
                <a:latin typeface="Consolas" panose="020B0609020204030204" pitchFamily="49" charset="0"/>
              </a:rPr>
              <a:t>return</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a:t>
            </a:r>
          </a:p>
        </p:txBody>
      </p:sp>
      <p:sp>
        <p:nvSpPr>
          <p:cNvPr id="8" name="Text Placeholder 3">
            <a:extLst>
              <a:ext uri="{FF2B5EF4-FFF2-40B4-BE49-F238E27FC236}">
                <a16:creationId xmlns:a16="http://schemas.microsoft.com/office/drawing/2014/main" id="{C401C872-2B1B-9EF5-B0C1-D0A6B95FAECA}"/>
              </a:ext>
            </a:extLst>
          </p:cNvPr>
          <p:cNvSpPr txBox="1">
            <a:spLocks/>
          </p:cNvSpPr>
          <p:nvPr/>
        </p:nvSpPr>
        <p:spPr>
          <a:xfrm>
            <a:off x="587375" y="2065337"/>
            <a:ext cx="5430804" cy="3704284"/>
          </a:xfrm>
          <a:prstGeom prst="rect">
            <a:avLst/>
          </a:prstGeom>
        </p:spPr>
        <p:txBody>
          <a:bodyPr vert="horz" lIns="0" tIns="45720" rIns="0" bIns="45720" rtlCol="0">
            <a:normAutofit/>
          </a:bodyPr>
          <a:lstStyle>
            <a:lvl1pPr marL="285750" indent="-285750" algn="l" defTabSz="914318" rtl="0" eaLnBrk="1" latinLnBrk="0" hangingPunct="1">
              <a:lnSpc>
                <a:spcPct val="120000"/>
              </a:lnSpc>
              <a:spcBef>
                <a:spcPts val="1000"/>
              </a:spcBef>
              <a:buFontTx/>
              <a:buBlip>
                <a:blip r:embed="rId2"/>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2"/>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3"/>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3"/>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3"/>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da-DK" dirty="0"/>
              <a:t>Definer en funktion til at udregne bmi</a:t>
            </a:r>
            <a:endParaRPr lang="da-DK" i="1" dirty="0"/>
          </a:p>
          <a:p>
            <a:r>
              <a:rPr lang="da-DK" dirty="0"/>
              <a:t>Vælg et passende navn til funktionen</a:t>
            </a:r>
          </a:p>
          <a:p>
            <a:r>
              <a:rPr lang="da-DK" dirty="0"/>
              <a:t>Brug funktionen.</a:t>
            </a:r>
          </a:p>
          <a:p>
            <a:r>
              <a:rPr lang="da-DK" dirty="0"/>
              <a:t>Hvor mange ting gør jeres funktion? </a:t>
            </a:r>
          </a:p>
          <a:p>
            <a:r>
              <a:rPr lang="da-DK" dirty="0"/>
              <a:t>Kunne man muligvis flytte noget funktionalitet fra jeres funktion til en ny funktion?</a:t>
            </a:r>
          </a:p>
          <a:p>
            <a:pPr marL="0" indent="0">
              <a:buNone/>
            </a:pPr>
            <a:endParaRPr lang="da-DK" dirty="0"/>
          </a:p>
          <a:p>
            <a:pPr marL="0" indent="0">
              <a:buFontTx/>
              <a:buNone/>
            </a:pPr>
            <a:endParaRPr lang="en-DK" dirty="0"/>
          </a:p>
        </p:txBody>
      </p:sp>
    </p:spTree>
    <p:extLst>
      <p:ext uri="{BB962C8B-B14F-4D97-AF65-F5344CB8AC3E}">
        <p14:creationId xmlns:p14="http://schemas.microsoft.com/office/powerpoint/2010/main" val="34810239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80B789-28A6-3EB3-208C-901537EC9DC4}"/>
              </a:ext>
            </a:extLst>
          </p:cNvPr>
          <p:cNvSpPr>
            <a:spLocks noGrp="1"/>
          </p:cNvSpPr>
          <p:nvPr>
            <p:ph type="sldNum" sz="quarter" idx="4"/>
          </p:nvPr>
        </p:nvSpPr>
        <p:spPr/>
        <p:txBody>
          <a:bodyPr/>
          <a:lstStyle/>
          <a:p>
            <a:fld id="{D8D877B3-D348-4611-9BDB-C5374591D951}" type="slidenum">
              <a:rPr lang="en-US" smtClean="0"/>
              <a:pPr/>
              <a:t>44</a:t>
            </a:fld>
            <a:endParaRPr lang="en-US" dirty="0"/>
          </a:p>
        </p:txBody>
      </p:sp>
      <p:sp>
        <p:nvSpPr>
          <p:cNvPr id="3" name="Title 2">
            <a:extLst>
              <a:ext uri="{FF2B5EF4-FFF2-40B4-BE49-F238E27FC236}">
                <a16:creationId xmlns:a16="http://schemas.microsoft.com/office/drawing/2014/main" id="{6CC12802-A665-2150-AAA7-07F746E69F08}"/>
              </a:ext>
            </a:extLst>
          </p:cNvPr>
          <p:cNvSpPr>
            <a:spLocks noGrp="1"/>
          </p:cNvSpPr>
          <p:nvPr>
            <p:ph type="title"/>
          </p:nvPr>
        </p:nvSpPr>
        <p:spPr>
          <a:xfrm>
            <a:off x="587374" y="370290"/>
            <a:ext cx="9726207" cy="1474385"/>
          </a:xfrm>
        </p:spPr>
        <p:txBody>
          <a:bodyPr/>
          <a:lstStyle/>
          <a:p>
            <a:r>
              <a:rPr lang="da-DK" dirty="0">
                <a:solidFill>
                  <a:schemeClr val="accent4"/>
                </a:solidFill>
              </a:rPr>
              <a:t>Patient journalen – </a:t>
            </a:r>
            <a:r>
              <a:rPr lang="da-DK" dirty="0" err="1">
                <a:solidFill>
                  <a:schemeClr val="accent4"/>
                </a:solidFill>
              </a:rPr>
              <a:t>Todo</a:t>
            </a:r>
            <a:r>
              <a:rPr lang="da-DK" dirty="0">
                <a:solidFill>
                  <a:schemeClr val="accent4"/>
                </a:solidFill>
              </a:rPr>
              <a:t> list</a:t>
            </a:r>
            <a:endParaRPr lang="en-DK" dirty="0">
              <a:solidFill>
                <a:schemeClr val="accent4"/>
              </a:solidFill>
            </a:endParaRPr>
          </a:p>
        </p:txBody>
      </p:sp>
      <p:sp>
        <p:nvSpPr>
          <p:cNvPr id="7" name="TextBox 6">
            <a:extLst>
              <a:ext uri="{FF2B5EF4-FFF2-40B4-BE49-F238E27FC236}">
                <a16:creationId xmlns:a16="http://schemas.microsoft.com/office/drawing/2014/main" id="{F4C89882-9546-C98F-281C-5FE03375133E}"/>
              </a:ext>
            </a:extLst>
          </p:cNvPr>
          <p:cNvSpPr txBox="1"/>
          <p:nvPr/>
        </p:nvSpPr>
        <p:spPr>
          <a:xfrm>
            <a:off x="492266" y="1712450"/>
            <a:ext cx="6078656" cy="4893647"/>
          </a:xfrm>
          <a:prstGeom prst="rect">
            <a:avLst/>
          </a:prstGeom>
          <a:noFill/>
        </p:spPr>
        <p:txBody>
          <a:bodyPr wrap="square">
            <a:spAutoFit/>
          </a:bodyPr>
          <a:lstStyle/>
          <a:p>
            <a:r>
              <a:rPr lang="en-US" sz="1200" b="0" dirty="0">
                <a:solidFill>
                  <a:srgbClr val="008000"/>
                </a:solidFill>
                <a:effectLst/>
                <a:latin typeface="Consolas" panose="020B0609020204030204" pitchFamily="49" charset="0"/>
              </a:rPr>
              <a:t>Patient Journal</a:t>
            </a:r>
            <a:endParaRPr lang="en-US" sz="1200" b="0" dirty="0">
              <a:solidFill>
                <a:srgbClr val="000000"/>
              </a:solidFill>
              <a:effectLst/>
              <a:latin typeface="Consolas" panose="020B0609020204030204" pitchFamily="49" charset="0"/>
            </a:endParaRPr>
          </a:p>
          <a:p>
            <a:r>
              <a:rPr lang="en-US" sz="1200" b="0" dirty="0">
                <a:solidFill>
                  <a:srgbClr val="008000"/>
                </a:solidFill>
                <a:effectLst/>
                <a:latin typeface="Consolas" panose="020B0609020204030204" pitchFamily="49" charset="0"/>
              </a:rPr>
              <a:t>    TODO:</a:t>
            </a:r>
          </a:p>
          <a:p>
            <a:r>
              <a:rPr lang="en-US" sz="1200" b="0" dirty="0">
                <a:solidFill>
                  <a:srgbClr val="008000"/>
                </a:solidFill>
                <a:effectLst/>
                <a:latin typeface="Consolas" panose="020B0609020204030204" pitchFamily="49" charset="0"/>
              </a:rPr>
              <a:t>    [ ] Reduce what tasks main() is responsible for </a:t>
            </a:r>
          </a:p>
          <a:p>
            <a:r>
              <a:rPr lang="en-US" sz="1200" dirty="0">
                <a:solidFill>
                  <a:srgbClr val="008000"/>
                </a:solidFill>
                <a:latin typeface="Consolas" panose="020B0609020204030204" pitchFamily="49" charset="0"/>
              </a:rPr>
              <a:t>	- </a:t>
            </a:r>
            <a:r>
              <a:rPr lang="en-US" sz="1200" b="0" dirty="0">
                <a:solidFill>
                  <a:srgbClr val="008000"/>
                </a:solidFill>
                <a:effectLst/>
                <a:latin typeface="Consolas" panose="020B0609020204030204" pitchFamily="49" charset="0"/>
              </a:rPr>
              <a:t>create function to handle patient</a:t>
            </a:r>
          </a:p>
          <a:p>
            <a:r>
              <a:rPr lang="en-US" sz="1200" dirty="0">
                <a:solidFill>
                  <a:srgbClr val="008000"/>
                </a:solidFill>
                <a:latin typeface="Consolas" panose="020B0609020204030204" pitchFamily="49" charset="0"/>
              </a:rPr>
              <a:t>	-</a:t>
            </a:r>
            <a:r>
              <a:rPr lang="en-US" sz="1200" b="0" dirty="0">
                <a:solidFill>
                  <a:srgbClr val="008000"/>
                </a:solidFill>
                <a:effectLst/>
                <a:latin typeface="Consolas" panose="020B0609020204030204" pitchFamily="49" charset="0"/>
              </a:rPr>
              <a:t> calculate </a:t>
            </a:r>
            <a:r>
              <a:rPr lang="en-US" sz="1200" b="0" dirty="0" err="1">
                <a:solidFill>
                  <a:srgbClr val="008000"/>
                </a:solidFill>
                <a:effectLst/>
                <a:latin typeface="Consolas" panose="020B0609020204030204" pitchFamily="49" charset="0"/>
              </a:rPr>
              <a:t>bmi</a:t>
            </a:r>
            <a:endParaRPr lang="en-US" sz="1200" b="0" dirty="0">
              <a:solidFill>
                <a:srgbClr val="008000"/>
              </a:solidFill>
              <a:effectLst/>
              <a:latin typeface="Consolas" panose="020B0609020204030204" pitchFamily="49" charset="0"/>
            </a:endParaRPr>
          </a:p>
          <a:p>
            <a:r>
              <a:rPr lang="en-US" sz="1200" dirty="0">
                <a:solidFill>
                  <a:srgbClr val="008000"/>
                </a:solidFill>
                <a:latin typeface="Consolas" panose="020B0609020204030204" pitchFamily="49" charset="0"/>
              </a:rPr>
              <a:t>	-</a:t>
            </a:r>
            <a:r>
              <a:rPr lang="en-US" sz="1200" b="0" dirty="0">
                <a:solidFill>
                  <a:srgbClr val="008000"/>
                </a:solidFill>
                <a:effectLst/>
                <a:latin typeface="Consolas" panose="020B0609020204030204" pitchFamily="49" charset="0"/>
              </a:rPr>
              <a:t> print weight classification</a:t>
            </a:r>
          </a:p>
          <a:p>
            <a:r>
              <a:rPr lang="en-US" sz="1200" dirty="0">
                <a:solidFill>
                  <a:srgbClr val="008000"/>
                </a:solidFill>
                <a:latin typeface="Consolas" panose="020B0609020204030204" pitchFamily="49" charset="0"/>
              </a:rPr>
              <a:t>    HOWTO:</a:t>
            </a:r>
            <a:endParaRPr lang="en-US" sz="1200" b="0" dirty="0">
              <a:solidFill>
                <a:srgbClr val="008000"/>
              </a:solidFill>
              <a:effectLst/>
              <a:latin typeface="Consolas" panose="020B0609020204030204" pitchFamily="49" charset="0"/>
            </a:endParaRPr>
          </a:p>
          <a:p>
            <a:r>
              <a:rPr lang="en-US" sz="1200" dirty="0">
                <a:solidFill>
                  <a:srgbClr val="008000"/>
                </a:solidFill>
                <a:latin typeface="Consolas" panose="020B0609020204030204" pitchFamily="49" charset="0"/>
              </a:rPr>
              <a:t>       [x] Moved variables used in multiple functions to the global 	scope, but only make it available to your .c file </a:t>
            </a:r>
          </a:p>
          <a:p>
            <a:r>
              <a:rPr lang="en-US" sz="1200" dirty="0">
                <a:solidFill>
                  <a:srgbClr val="008000"/>
                </a:solidFill>
                <a:latin typeface="Consolas" panose="020B0609020204030204" pitchFamily="49" charset="0"/>
              </a:rPr>
              <a:t>	(this will make our lives easier later)</a:t>
            </a:r>
          </a:p>
          <a:p>
            <a:r>
              <a:rPr lang="en-US" sz="1200" dirty="0">
                <a:solidFill>
                  <a:srgbClr val="008000"/>
                </a:solidFill>
                <a:latin typeface="Consolas" panose="020B0609020204030204" pitchFamily="49" charset="0"/>
              </a:rPr>
              <a:t>       [ ] Add header and move function declarations to it.</a:t>
            </a:r>
            <a:endParaRPr lang="en-US" sz="1200" b="0" dirty="0">
              <a:solidFill>
                <a:srgbClr val="000000"/>
              </a:solidFill>
              <a:effectLst/>
              <a:latin typeface="Consolas" panose="020B0609020204030204" pitchFamily="49" charset="0"/>
            </a:endParaRPr>
          </a:p>
          <a:p>
            <a:r>
              <a:rPr lang="en-US" sz="1200" b="0" dirty="0">
                <a:solidFill>
                  <a:srgbClr val="008000"/>
                </a:solidFill>
                <a:effectLst/>
                <a:latin typeface="Consolas" panose="020B0609020204030204" pitchFamily="49" charset="0"/>
              </a:rPr>
              <a:t>       [ ] Move printing capability to a function </a:t>
            </a:r>
            <a:r>
              <a:rPr lang="en-US" sz="1200" b="0" dirty="0" err="1">
                <a:solidFill>
                  <a:srgbClr val="008000"/>
                </a:solidFill>
                <a:effectLst/>
                <a:latin typeface="Consolas" panose="020B0609020204030204" pitchFamily="49" charset="0"/>
              </a:rPr>
              <a:t>printPatientInfo</a:t>
            </a:r>
            <a:endParaRPr lang="en-US" sz="1200" b="0" dirty="0">
              <a:solidFill>
                <a:srgbClr val="008000"/>
              </a:solidFill>
              <a:effectLst/>
              <a:latin typeface="Consolas" panose="020B0609020204030204" pitchFamily="49" charset="0"/>
            </a:endParaRPr>
          </a:p>
          <a:p>
            <a:r>
              <a:rPr lang="en-US" sz="1200" b="0" dirty="0">
                <a:solidFill>
                  <a:srgbClr val="008000"/>
                </a:solidFill>
                <a:effectLst/>
                <a:latin typeface="Consolas" panose="020B0609020204030204" pitchFamily="49" charset="0"/>
              </a:rPr>
              <a:t>       [ ] Move classification to another </a:t>
            </a:r>
            <a:r>
              <a:rPr lang="en-US" sz="1200" b="0" dirty="0" err="1">
                <a:solidFill>
                  <a:srgbClr val="008000"/>
                </a:solidFill>
                <a:effectLst/>
                <a:latin typeface="Consolas" panose="020B0609020204030204" pitchFamily="49" charset="0"/>
              </a:rPr>
              <a:t>func</a:t>
            </a:r>
            <a:r>
              <a:rPr lang="en-US" sz="1200" b="0" dirty="0">
                <a:solidFill>
                  <a:srgbClr val="008000"/>
                </a:solidFill>
                <a:effectLst/>
                <a:latin typeface="Consolas" panose="020B0609020204030204" pitchFamily="49" charset="0"/>
              </a:rPr>
              <a:t>. Of your </a:t>
            </a:r>
            <a:r>
              <a:rPr lang="en-US" sz="1200" b="0" dirty="0" err="1">
                <a:solidFill>
                  <a:srgbClr val="008000"/>
                </a:solidFill>
                <a:effectLst/>
                <a:latin typeface="Consolas" panose="020B0609020204030204" pitchFamily="49" charset="0"/>
              </a:rPr>
              <a:t>choise</a:t>
            </a:r>
            <a:endParaRPr lang="en-US" sz="1200" b="0" dirty="0">
              <a:solidFill>
                <a:srgbClr val="000000"/>
              </a:solidFill>
              <a:effectLst/>
              <a:latin typeface="Consolas" panose="020B0609020204030204" pitchFamily="49" charset="0"/>
            </a:endParaRPr>
          </a:p>
          <a:p>
            <a:r>
              <a:rPr lang="en-US" sz="1200" b="0" dirty="0">
                <a:solidFill>
                  <a:srgbClr val="008000"/>
                </a:solidFill>
                <a:effectLst/>
                <a:latin typeface="Consolas" panose="020B0609020204030204" pitchFamily="49" charset="0"/>
              </a:rPr>
              <a:t>           [ ] create function for BMI algorithm</a:t>
            </a:r>
            <a:endParaRPr lang="en-US" sz="1200" b="0" dirty="0">
              <a:solidFill>
                <a:srgbClr val="000000"/>
              </a:solidFill>
              <a:effectLst/>
              <a:latin typeface="Consolas" panose="020B0609020204030204" pitchFamily="49" charset="0"/>
            </a:endParaRPr>
          </a:p>
          <a:p>
            <a:r>
              <a:rPr lang="en-US" sz="1200" b="0" dirty="0">
                <a:solidFill>
                  <a:srgbClr val="008000"/>
                </a:solidFill>
                <a:effectLst/>
                <a:latin typeface="Consolas" panose="020B0609020204030204" pitchFamily="49" charset="0"/>
              </a:rPr>
              <a:t>           [ ] Print classification depending on </a:t>
            </a:r>
            <a:r>
              <a:rPr lang="en-US" sz="1200" b="0" dirty="0" err="1">
                <a:solidFill>
                  <a:srgbClr val="008000"/>
                </a:solidFill>
                <a:effectLst/>
                <a:latin typeface="Consolas" panose="020B0609020204030204" pitchFamily="49" charset="0"/>
              </a:rPr>
              <a:t>bmi</a:t>
            </a:r>
            <a:endParaRPr lang="en-US" sz="1200" b="0" dirty="0">
              <a:solidFill>
                <a:srgbClr val="008000"/>
              </a:solidFill>
              <a:effectLst/>
              <a:latin typeface="Consolas" panose="020B0609020204030204" pitchFamily="49" charset="0"/>
            </a:endParaRPr>
          </a:p>
          <a:p>
            <a:r>
              <a:rPr lang="en-US" sz="1200" b="0" dirty="0">
                <a:solidFill>
                  <a:srgbClr val="008000"/>
                </a:solidFill>
                <a:effectLst/>
                <a:latin typeface="Consolas" panose="020B0609020204030204" pitchFamily="49" charset="0"/>
              </a:rPr>
              <a:t>       [ ] Add function </a:t>
            </a:r>
            <a:r>
              <a:rPr lang="en-US" sz="1200" b="0" dirty="0" err="1">
                <a:solidFill>
                  <a:srgbClr val="008000"/>
                </a:solidFill>
                <a:effectLst/>
                <a:latin typeface="Consolas" panose="020B0609020204030204" pitchFamily="49" charset="0"/>
              </a:rPr>
              <a:t>addPatient</a:t>
            </a:r>
            <a:r>
              <a:rPr lang="en-US" sz="1200" b="0" dirty="0">
                <a:solidFill>
                  <a:srgbClr val="008000"/>
                </a:solidFill>
                <a:effectLst/>
                <a:latin typeface="Consolas" panose="020B0609020204030204" pitchFamily="49" charset="0"/>
              </a:rPr>
              <a:t>() </a:t>
            </a:r>
          </a:p>
          <a:p>
            <a:r>
              <a:rPr lang="en-US" sz="1200" dirty="0">
                <a:solidFill>
                  <a:srgbClr val="008000"/>
                </a:solidFill>
                <a:latin typeface="Consolas" panose="020B0609020204030204" pitchFamily="49" charset="0"/>
              </a:rPr>
              <a:t>           [ ]</a:t>
            </a:r>
            <a:r>
              <a:rPr lang="en-US" sz="1200" b="0" dirty="0">
                <a:solidFill>
                  <a:srgbClr val="008000"/>
                </a:solidFill>
                <a:effectLst/>
                <a:latin typeface="Consolas" panose="020B0609020204030204" pitchFamily="49" charset="0"/>
              </a:rPr>
              <a:t> Consider the size allocated in each array!</a:t>
            </a:r>
          </a:p>
          <a:p>
            <a:r>
              <a:rPr lang="en-US" sz="1200" b="0" dirty="0">
                <a:solidFill>
                  <a:srgbClr val="008000"/>
                </a:solidFill>
                <a:effectLst/>
                <a:latin typeface="Consolas" panose="020B0609020204030204" pitchFamily="49" charset="0"/>
              </a:rPr>
              <a:t>           [ ] Replace the hardcoded initialization with </a:t>
            </a:r>
          </a:p>
          <a:p>
            <a:r>
              <a:rPr lang="en-US" sz="1200" b="0" dirty="0">
                <a:solidFill>
                  <a:srgbClr val="008000"/>
                </a:solidFill>
                <a:effectLst/>
                <a:latin typeface="Consolas" panose="020B0609020204030204" pitchFamily="49" charset="0"/>
              </a:rPr>
              <a:t>           - </a:t>
            </a:r>
            <a:r>
              <a:rPr lang="en-US" sz="1200" b="0" dirty="0" err="1">
                <a:solidFill>
                  <a:srgbClr val="008000"/>
                </a:solidFill>
                <a:effectLst/>
                <a:latin typeface="Consolas" panose="020B0609020204030204" pitchFamily="49" charset="0"/>
              </a:rPr>
              <a:t>addPatient</a:t>
            </a:r>
            <a:r>
              <a:rPr lang="en-US" sz="1200" b="0" dirty="0">
                <a:solidFill>
                  <a:srgbClr val="008000"/>
                </a:solidFill>
                <a:effectLst/>
                <a:latin typeface="Consolas" panose="020B0609020204030204" pitchFamily="49" charset="0"/>
              </a:rPr>
              <a:t>(id, </a:t>
            </a:r>
            <a:r>
              <a:rPr lang="en-US" sz="1200" b="0" dirty="0" err="1">
                <a:solidFill>
                  <a:srgbClr val="008000"/>
                </a:solidFill>
                <a:effectLst/>
                <a:latin typeface="Consolas" panose="020B0609020204030204" pitchFamily="49" charset="0"/>
              </a:rPr>
              <a:t>forname</a:t>
            </a:r>
            <a:r>
              <a:rPr lang="en-US" sz="1200" b="0" dirty="0">
                <a:solidFill>
                  <a:srgbClr val="008000"/>
                </a:solidFill>
                <a:effectLst/>
                <a:latin typeface="Consolas" panose="020B0609020204030204" pitchFamily="49" charset="0"/>
              </a:rPr>
              <a:t>, surname, weight, height)</a:t>
            </a:r>
          </a:p>
          <a:p>
            <a:r>
              <a:rPr lang="en-US" sz="1200" dirty="0">
                <a:solidFill>
                  <a:srgbClr val="008000"/>
                </a:solidFill>
                <a:latin typeface="Consolas" panose="020B0609020204030204" pitchFamily="49" charset="0"/>
              </a:rPr>
              <a:t>       [ ] Make a loop (</a:t>
            </a:r>
            <a:r>
              <a:rPr lang="en-US" sz="1200" dirty="0" err="1">
                <a:solidFill>
                  <a:srgbClr val="008000"/>
                </a:solidFill>
                <a:latin typeface="Consolas" panose="020B0609020204030204" pitchFamily="49" charset="0"/>
              </a:rPr>
              <a:t>eventHandler</a:t>
            </a:r>
            <a:r>
              <a:rPr lang="en-US" sz="1200" dirty="0">
                <a:solidFill>
                  <a:srgbClr val="008000"/>
                </a:solidFill>
                <a:latin typeface="Consolas" panose="020B0609020204030204" pitchFamily="49" charset="0"/>
              </a:rPr>
              <a:t>), that allows the user to </a:t>
            </a:r>
          </a:p>
          <a:p>
            <a:r>
              <a:rPr lang="en-US" sz="1200" b="0" dirty="0">
                <a:solidFill>
                  <a:srgbClr val="008000"/>
                </a:solidFill>
                <a:effectLst/>
                <a:latin typeface="Consolas" panose="020B0609020204030204" pitchFamily="49" charset="0"/>
              </a:rPr>
              <a:t>	</a:t>
            </a:r>
            <a:r>
              <a:rPr lang="en-US" sz="1200" dirty="0">
                <a:solidFill>
                  <a:srgbClr val="008000"/>
                </a:solidFill>
                <a:latin typeface="Consolas" panose="020B0609020204030204" pitchFamily="49" charset="0"/>
              </a:rPr>
              <a:t>[ ] Print specific patient, given user input</a:t>
            </a:r>
          </a:p>
          <a:p>
            <a:r>
              <a:rPr lang="en-US" sz="1200" dirty="0">
                <a:solidFill>
                  <a:srgbClr val="008000"/>
                </a:solidFill>
                <a:latin typeface="Consolas" panose="020B0609020204030204" pitchFamily="49" charset="0"/>
              </a:rPr>
              <a:t>	    [ ] Function to find index of specific </a:t>
            </a:r>
            <a:r>
              <a:rPr lang="en-US" sz="1200" dirty="0" err="1">
                <a:solidFill>
                  <a:srgbClr val="008000"/>
                </a:solidFill>
                <a:latin typeface="Consolas" panose="020B0609020204030204" pitchFamily="49" charset="0"/>
              </a:rPr>
              <a:t>patientid</a:t>
            </a:r>
            <a:r>
              <a:rPr lang="en-US" sz="1200" dirty="0">
                <a:solidFill>
                  <a:srgbClr val="008000"/>
                </a:solidFill>
                <a:latin typeface="Consolas" panose="020B0609020204030204" pitchFamily="49" charset="0"/>
              </a:rPr>
              <a:t> </a:t>
            </a:r>
          </a:p>
          <a:p>
            <a:r>
              <a:rPr lang="en-US" sz="1200" b="0" dirty="0">
                <a:solidFill>
                  <a:srgbClr val="008000"/>
                </a:solidFill>
                <a:effectLst/>
                <a:latin typeface="Consolas" panose="020B0609020204030204" pitchFamily="49" charset="0"/>
              </a:rPr>
              <a:t>	[ ] Adds new patient, given user input</a:t>
            </a:r>
          </a:p>
          <a:p>
            <a:r>
              <a:rPr lang="en-US" sz="1200" dirty="0">
                <a:solidFill>
                  <a:srgbClr val="008000"/>
                </a:solidFill>
                <a:latin typeface="Consolas" panose="020B0609020204030204" pitchFamily="49" charset="0"/>
              </a:rPr>
              <a:t>	[ ] Quit program</a:t>
            </a:r>
          </a:p>
          <a:p>
            <a:r>
              <a:rPr lang="en-US" sz="1200" b="0" dirty="0">
                <a:solidFill>
                  <a:srgbClr val="008000"/>
                </a:solidFill>
                <a:effectLst/>
                <a:latin typeface="Consolas" panose="020B0609020204030204" pitchFamily="49" charset="0"/>
              </a:rPr>
              <a:t>	[ ] Lists all id’s </a:t>
            </a:r>
          </a:p>
        </p:txBody>
      </p:sp>
      <p:sp>
        <p:nvSpPr>
          <p:cNvPr id="5" name="TextBox 4">
            <a:extLst>
              <a:ext uri="{FF2B5EF4-FFF2-40B4-BE49-F238E27FC236}">
                <a16:creationId xmlns:a16="http://schemas.microsoft.com/office/drawing/2014/main" id="{4E4F1415-6742-48C2-595A-ED6A739604A1}"/>
              </a:ext>
            </a:extLst>
          </p:cNvPr>
          <p:cNvSpPr txBox="1"/>
          <p:nvPr/>
        </p:nvSpPr>
        <p:spPr>
          <a:xfrm>
            <a:off x="6173823" y="1088379"/>
            <a:ext cx="5430802" cy="4832092"/>
          </a:xfrm>
          <a:prstGeom prst="rect">
            <a:avLst/>
          </a:prstGeom>
          <a:solidFill>
            <a:srgbClr val="FFC000">
              <a:alpha val="10000"/>
            </a:srgbClr>
          </a:solidFill>
        </p:spPr>
        <p:txBody>
          <a:bodyPr wrap="square">
            <a:spAutoFit/>
          </a:bodyPr>
          <a:lstStyle/>
          <a:p>
            <a:pPr marL="228600" indent="-228600">
              <a:buFont typeface="+mj-lt"/>
              <a:buAutoNum type="arabicPeriod"/>
            </a:pPr>
            <a:r>
              <a:rPr lang="en-GB" sz="700" b="0" dirty="0">
                <a:solidFill>
                  <a:srgbClr val="008000"/>
                </a:solidFill>
                <a:effectLst/>
                <a:latin typeface="Consolas" panose="020B0609020204030204" pitchFamily="49" charset="0"/>
              </a:rPr>
              <a:t>/* </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System now capable of printing name and Weight classification!</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Questions: Is this easy to read? (what is the issue?)</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#include</a:t>
            </a:r>
            <a:r>
              <a:rPr lang="en-GB" sz="700" b="0" dirty="0">
                <a:solidFill>
                  <a:srgbClr val="0000FF"/>
                </a:solidFill>
                <a:effectLst/>
                <a:latin typeface="Consolas" panose="020B0609020204030204" pitchFamily="49" charset="0"/>
              </a:rPr>
              <a:t> </a:t>
            </a:r>
            <a:r>
              <a:rPr lang="en-GB" sz="700" b="0" dirty="0">
                <a:solidFill>
                  <a:srgbClr val="A31515"/>
                </a:solidFill>
                <a:effectLst/>
                <a:latin typeface="Consolas" panose="020B0609020204030204" pitchFamily="49" charset="0"/>
              </a:rPr>
              <a:t>&lt;</a:t>
            </a:r>
            <a:r>
              <a:rPr lang="en-GB" sz="700" b="0" dirty="0" err="1">
                <a:solidFill>
                  <a:srgbClr val="A31515"/>
                </a:solidFill>
                <a:effectLst/>
                <a:latin typeface="Consolas" panose="020B0609020204030204" pitchFamily="49" charset="0"/>
              </a:rPr>
              <a:t>stdio.h</a:t>
            </a:r>
            <a:r>
              <a:rPr lang="en-GB" sz="700" b="0" dirty="0">
                <a:solidFill>
                  <a:srgbClr val="A31515"/>
                </a:solidFill>
                <a:effectLst/>
                <a:latin typeface="Consolas" panose="020B0609020204030204" pitchFamily="49" charset="0"/>
              </a:rPr>
              <a:t>&gt;</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#include</a:t>
            </a:r>
            <a:r>
              <a:rPr lang="en-GB" sz="700" b="0" dirty="0">
                <a:solidFill>
                  <a:srgbClr val="0000FF"/>
                </a:solidFill>
                <a:effectLst/>
                <a:latin typeface="Consolas" panose="020B0609020204030204" pitchFamily="49" charset="0"/>
              </a:rPr>
              <a:t> </a:t>
            </a:r>
            <a:r>
              <a:rPr lang="en-GB" sz="700" b="0" dirty="0">
                <a:solidFill>
                  <a:srgbClr val="A31515"/>
                </a:solidFill>
                <a:effectLst/>
                <a:latin typeface="Consolas" panose="020B0609020204030204" pitchFamily="49" charset="0"/>
              </a:rPr>
              <a:t>&lt;</a:t>
            </a:r>
            <a:r>
              <a:rPr lang="en-GB" sz="700" b="0" dirty="0" err="1">
                <a:solidFill>
                  <a:srgbClr val="A31515"/>
                </a:solidFill>
                <a:effectLst/>
                <a:latin typeface="Consolas" panose="020B0609020204030204" pitchFamily="49" charset="0"/>
              </a:rPr>
              <a:t>string.h</a:t>
            </a:r>
            <a:r>
              <a:rPr lang="en-GB" sz="700" b="0" dirty="0">
                <a:solidFill>
                  <a:srgbClr val="A31515"/>
                </a:solidFill>
                <a:effectLst/>
                <a:latin typeface="Consolas" panose="020B0609020204030204" pitchFamily="49" charset="0"/>
              </a:rPr>
              <a:t>&gt;</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#define</a:t>
            </a:r>
            <a:r>
              <a:rPr lang="en-GB" sz="700" b="0" dirty="0">
                <a:solidFill>
                  <a:srgbClr val="0000FF"/>
                </a:solidFill>
                <a:effectLst/>
                <a:latin typeface="Consolas" panose="020B0609020204030204" pitchFamily="49" charset="0"/>
              </a:rPr>
              <a:t> MAX_STRING_LENGTH </a:t>
            </a:r>
            <a:r>
              <a:rPr lang="en-GB" sz="700" b="0" dirty="0">
                <a:solidFill>
                  <a:srgbClr val="098658"/>
                </a:solidFill>
                <a:effectLst/>
                <a:latin typeface="Consolas" panose="020B0609020204030204" pitchFamily="49" charset="0"/>
              </a:rPr>
              <a:t>128</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a:solidFill>
                  <a:srgbClr val="795E26"/>
                </a:solidFill>
                <a:effectLst/>
                <a:latin typeface="Consolas" panose="020B0609020204030204" pitchFamily="49" charset="0"/>
              </a:rPr>
              <a:t>main</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argc</a:t>
            </a:r>
            <a:r>
              <a:rPr lang="en-GB" sz="700" b="0" dirty="0">
                <a:solidFill>
                  <a:srgbClr val="000000"/>
                </a:solidFill>
                <a:effectLst/>
                <a:latin typeface="Consolas" panose="020B0609020204030204" pitchFamily="49" charset="0"/>
              </a:rPr>
              <a:t>, </a:t>
            </a:r>
            <a:r>
              <a:rPr lang="en-GB" sz="700" b="0" dirty="0">
                <a:solidFill>
                  <a:srgbClr val="0000FF"/>
                </a:solidFill>
                <a:effectLst/>
                <a:latin typeface="Consolas" panose="020B0609020204030204" pitchFamily="49" charset="0"/>
              </a:rPr>
              <a:t>char</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const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argv</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char</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firstname</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MAX_STRING_LENGTH</a:t>
            </a:r>
            <a:r>
              <a:rPr lang="en-GB" sz="700" b="0" dirty="0">
                <a:solidFill>
                  <a:srgbClr val="000000"/>
                </a:solidFill>
                <a:effectLst/>
                <a:latin typeface="Consolas" panose="020B0609020204030204" pitchFamily="49" charset="0"/>
              </a:rPr>
              <a:t>] = {</a:t>
            </a:r>
            <a:r>
              <a:rPr lang="en-GB" sz="700" b="0" dirty="0">
                <a:solidFill>
                  <a:srgbClr val="A31515"/>
                </a:solidFill>
                <a:effectLst/>
                <a:latin typeface="Consolas" panose="020B0609020204030204" pitchFamily="49" charset="0"/>
              </a:rPr>
              <a:t>"Martin"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t>
            </a:r>
            <a:r>
              <a:rPr lang="en-GB" sz="700" b="0" dirty="0" err="1">
                <a:solidFill>
                  <a:srgbClr val="A31515"/>
                </a:solidFill>
                <a:effectLst/>
                <a:latin typeface="Consolas" panose="020B0609020204030204" pitchFamily="49" charset="0"/>
              </a:rPr>
              <a:t>Lene</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"Simon"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"Rene"</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char</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surname</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MAX_STRING_LENGTH</a:t>
            </a:r>
            <a:r>
              <a:rPr lang="en-GB" sz="700" b="0" dirty="0">
                <a:solidFill>
                  <a:srgbClr val="000000"/>
                </a:solidFill>
                <a:effectLst/>
                <a:latin typeface="Consolas" panose="020B0609020204030204" pitchFamily="49" charset="0"/>
              </a:rPr>
              <a:t>] = {</a:t>
            </a:r>
            <a:r>
              <a:rPr lang="en-GB" sz="700" b="0" dirty="0">
                <a:solidFill>
                  <a:srgbClr val="A31515"/>
                </a:solidFill>
                <a:effectLst/>
                <a:latin typeface="Consolas" panose="020B0609020204030204" pitchFamily="49" charset="0"/>
              </a:rPr>
              <a:t>"Andersen"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"Andersen"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t>
            </a:r>
            <a:r>
              <a:rPr lang="en-GB" sz="700" b="0" dirty="0" err="1">
                <a:solidFill>
                  <a:srgbClr val="A31515"/>
                </a:solidFill>
                <a:effectLst/>
                <a:latin typeface="Consolas" panose="020B0609020204030204" pitchFamily="49" charset="0"/>
              </a:rPr>
              <a:t>Efternavnsen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a:t>
            </a:r>
            <a:r>
              <a:rPr lang="en-GB" sz="700" b="0" dirty="0" err="1">
                <a:solidFill>
                  <a:srgbClr val="A31515"/>
                </a:solidFill>
                <a:effectLst/>
                <a:latin typeface="Consolas" panose="020B0609020204030204" pitchFamily="49" charset="0"/>
              </a:rPr>
              <a:t>Ravn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char</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a:t>
            </a:r>
            <a:r>
              <a:rPr lang="en-GB" sz="700" b="0" dirty="0">
                <a:solidFill>
                  <a:srgbClr val="0000FF"/>
                </a:solidFill>
                <a:effectLst/>
                <a:latin typeface="Consolas" panose="020B0609020204030204" pitchFamily="49" charset="0"/>
              </a:rPr>
              <a:t>MAX_STRING_LENGTH</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patientids</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1</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3</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52</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23</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ages</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13</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44</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51</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100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FF"/>
                </a:solidFill>
                <a:effectLst/>
                <a:latin typeface="Consolas" panose="020B0609020204030204" pitchFamily="49" charset="0"/>
              </a:rPr>
              <a:t>float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weights</a:t>
            </a:r>
            <a:r>
              <a:rPr lang="en-GB" sz="700" b="0" dirty="0">
                <a:solidFill>
                  <a:srgbClr val="0000FF"/>
                </a:solidFill>
                <a:effectLst/>
                <a:latin typeface="Consolas" panose="020B0609020204030204" pitchFamily="49" charset="0"/>
              </a:rPr>
              <a:t>[]</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80</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99</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100</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50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a:solidFill>
                  <a:srgbClr val="0000FF"/>
                </a:solidFill>
                <a:effectLst/>
                <a:latin typeface="Consolas" panose="020B0609020204030204" pitchFamily="49" charset="0"/>
              </a:rPr>
              <a:t>float</a:t>
            </a:r>
            <a:r>
              <a:rPr lang="en-GB" sz="700" b="0">
                <a:solidFill>
                  <a:srgbClr val="000000"/>
                </a:solidFill>
                <a:effectLst/>
                <a:latin typeface="Consolas" panose="020B0609020204030204" pitchFamily="49" charset="0"/>
              </a:rPr>
              <a:t> </a:t>
            </a:r>
            <a:r>
              <a:rPr lang="en-GB" sz="700" b="0">
                <a:solidFill>
                  <a:srgbClr val="001080"/>
                </a:solidFill>
                <a:effectLst/>
                <a:latin typeface="Consolas" panose="020B0609020204030204" pitchFamily="49" charset="0"/>
              </a:rPr>
              <a:t>heights</a:t>
            </a:r>
            <a:r>
              <a:rPr lang="en-GB" sz="700" b="0">
                <a:solidFill>
                  <a:srgbClr val="0000FF"/>
                </a:solidFill>
                <a:effectLst/>
                <a:latin typeface="Consolas" panose="020B0609020204030204" pitchFamily="49" charset="0"/>
              </a:rPr>
              <a:t>[]</a:t>
            </a:r>
            <a:r>
              <a:rPr lang="en-GB" sz="700" b="0">
                <a:solidFill>
                  <a:srgbClr val="000000"/>
                </a:solidFill>
                <a:effectLst/>
                <a:latin typeface="Consolas" panose="020B0609020204030204" pitchFamily="49" charset="0"/>
              </a:rPr>
              <a:t> = {</a:t>
            </a:r>
            <a:r>
              <a:rPr lang="en-GB" sz="700" b="0">
                <a:solidFill>
                  <a:srgbClr val="098658"/>
                </a:solidFill>
                <a:effectLst/>
                <a:latin typeface="Consolas" panose="020B0609020204030204" pitchFamily="49" charset="0"/>
              </a:rPr>
              <a:t>1.80</a:t>
            </a:r>
            <a:r>
              <a:rPr lang="en-GB" sz="700" b="0">
                <a:solidFill>
                  <a:srgbClr val="000000"/>
                </a:solidFill>
                <a:effectLst/>
                <a:latin typeface="Consolas" panose="020B0609020204030204" pitchFamily="49" charset="0"/>
              </a:rPr>
              <a:t>, </a:t>
            </a:r>
            <a:r>
              <a:rPr lang="en-GB" sz="700" b="0">
                <a:solidFill>
                  <a:srgbClr val="098658"/>
                </a:solidFill>
                <a:effectLst/>
                <a:latin typeface="Consolas" panose="020B0609020204030204" pitchFamily="49" charset="0"/>
              </a:rPr>
              <a:t>1.62</a:t>
            </a:r>
            <a:r>
              <a:rPr lang="en-GB" sz="700" b="0">
                <a:solidFill>
                  <a:srgbClr val="000000"/>
                </a:solidFill>
                <a:effectLst/>
                <a:latin typeface="Consolas" panose="020B0609020204030204" pitchFamily="49" charset="0"/>
              </a:rPr>
              <a:t>, </a:t>
            </a:r>
            <a:r>
              <a:rPr lang="en-GB" sz="700" b="0">
                <a:solidFill>
                  <a:srgbClr val="098658"/>
                </a:solidFill>
                <a:effectLst/>
                <a:latin typeface="Consolas" panose="020B0609020204030204" pitchFamily="49" charset="0"/>
              </a:rPr>
              <a:t>1.30</a:t>
            </a:r>
            <a:r>
              <a:rPr lang="en-GB" sz="700" b="0">
                <a:solidFill>
                  <a:srgbClr val="000000"/>
                </a:solidFill>
                <a:effectLst/>
                <a:latin typeface="Consolas" panose="020B0609020204030204" pitchFamily="49" charset="0"/>
              </a:rPr>
              <a:t>, </a:t>
            </a:r>
            <a:r>
              <a:rPr lang="en-GB" sz="700" b="0">
                <a:solidFill>
                  <a:srgbClr val="098658"/>
                </a:solidFill>
                <a:effectLst/>
                <a:latin typeface="Consolas" panose="020B0609020204030204" pitchFamily="49" charset="0"/>
              </a:rPr>
              <a:t>1.74</a:t>
            </a:r>
            <a:r>
              <a:rPr lang="en-GB" sz="700" b="0">
                <a:solidFill>
                  <a:srgbClr val="000000"/>
                </a:solidFill>
                <a:effectLst/>
                <a:latin typeface="Consolas" panose="020B0609020204030204" pitchFamily="49" charset="0"/>
              </a:rPr>
              <a:t>};</a:t>
            </a:r>
          </a:p>
          <a:p>
            <a:pPr marL="228600" indent="-228600">
              <a:buFont typeface="+mj-lt"/>
              <a:buAutoNum type="arabicPeriod"/>
            </a:pPr>
            <a:r>
              <a:rPr lang="en-GB" sz="700" b="0">
                <a:solidFill>
                  <a:srgbClr val="000000"/>
                </a:solidFill>
                <a:effectLst/>
                <a:latin typeface="Consolas" panose="020B0609020204030204" pitchFamily="49" charset="0"/>
              </a:rPr>
              <a:t> </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Udregn</a:t>
            </a: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længde</a:t>
            </a: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på</a:t>
            </a:r>
            <a:r>
              <a:rPr lang="en-GB" sz="700" b="0" dirty="0">
                <a:solidFill>
                  <a:srgbClr val="008000"/>
                </a:solidFill>
                <a:effectLst/>
                <a:latin typeface="Consolas" panose="020B0609020204030204" pitchFamily="49" charset="0"/>
              </a:rPr>
              <a:t> array (</a:t>
            </a:r>
            <a:r>
              <a:rPr lang="en-GB" sz="700" b="0" dirty="0" err="1">
                <a:solidFill>
                  <a:srgbClr val="008000"/>
                </a:solidFill>
                <a:effectLst/>
                <a:latin typeface="Consolas" panose="020B0609020204030204" pitchFamily="49" charset="0"/>
              </a:rPr>
              <a:t>sådan</a:t>
            </a:r>
            <a:r>
              <a:rPr lang="en-GB" sz="700" b="0" dirty="0">
                <a:solidFill>
                  <a:srgbClr val="008000"/>
                </a:solidFill>
                <a:effectLst/>
                <a:latin typeface="Consolas" panose="020B0609020204030204" pitchFamily="49" charset="0"/>
              </a:rPr>
              <a:t> </a:t>
            </a:r>
            <a:r>
              <a:rPr lang="en-GB" sz="700" b="0" dirty="0" err="1">
                <a:solidFill>
                  <a:srgbClr val="008000"/>
                </a:solidFill>
                <a:effectLst/>
                <a:latin typeface="Consolas" panose="020B0609020204030204" pitchFamily="49" charset="0"/>
              </a:rPr>
              <a:t>gør</a:t>
            </a:r>
            <a:r>
              <a:rPr lang="en-GB" sz="700" b="0" dirty="0">
                <a:solidFill>
                  <a:srgbClr val="008000"/>
                </a:solidFill>
                <a:effectLst/>
                <a:latin typeface="Consolas" panose="020B0609020204030204" pitchFamily="49" charset="0"/>
              </a:rPr>
              <a:t> man </a:t>
            </a:r>
            <a:r>
              <a:rPr lang="en-GB" sz="700" b="0" dirty="0" err="1">
                <a:solidFill>
                  <a:srgbClr val="008000"/>
                </a:solidFill>
                <a:effectLst/>
                <a:latin typeface="Consolas" panose="020B0609020204030204" pitchFamily="49" charset="0"/>
              </a:rPr>
              <a:t>i</a:t>
            </a:r>
            <a:r>
              <a:rPr lang="en-GB" sz="700" b="0" dirty="0">
                <a:solidFill>
                  <a:srgbClr val="008000"/>
                </a:solidFill>
                <a:effectLst/>
                <a:latin typeface="Consolas" panose="020B0609020204030204" pitchFamily="49" charset="0"/>
              </a:rPr>
              <a:t> C)</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number_of_patients</a:t>
            </a:r>
            <a:r>
              <a:rPr lang="en-GB" sz="700" b="0" dirty="0">
                <a:solidFill>
                  <a:srgbClr val="000000"/>
                </a:solidFill>
                <a:effectLst/>
                <a:latin typeface="Consolas" panose="020B0609020204030204" pitchFamily="49" charset="0"/>
              </a:rPr>
              <a:t> = </a:t>
            </a:r>
            <a:r>
              <a:rPr lang="en-GB" sz="700" b="0" dirty="0" err="1">
                <a:solidFill>
                  <a:srgbClr val="0000FF"/>
                </a:solidFill>
                <a:effectLst/>
                <a:latin typeface="Consolas" panose="020B0609020204030204" pitchFamily="49" charset="0"/>
              </a:rPr>
              <a:t>sizeof</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err="1">
                <a:solidFill>
                  <a:srgbClr val="0000FF"/>
                </a:solidFill>
                <a:effectLst/>
                <a:latin typeface="Consolas" panose="020B0609020204030204" pitchFamily="49" charset="0"/>
              </a:rPr>
              <a:t>sizeof</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a:solidFill>
                  <a:srgbClr val="098658"/>
                </a:solidFill>
                <a:effectLst/>
                <a:latin typeface="Consolas" panose="020B0609020204030204" pitchFamily="49" charset="0"/>
              </a:rPr>
              <a:t>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008000"/>
                </a:solidFill>
                <a:effectLst/>
                <a:latin typeface="Consolas" panose="020B0609020204030204" pitchFamily="49" charset="0"/>
              </a:rPr>
              <a:t>/* Loop through all patients*/</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AF00DB"/>
                </a:solidFill>
                <a:effectLst/>
                <a:latin typeface="Consolas" panose="020B0609020204030204" pitchFamily="49" charset="0"/>
              </a:rPr>
              <a:t>for</a:t>
            </a:r>
            <a:r>
              <a:rPr lang="en-GB" sz="700" b="0" dirty="0">
                <a:solidFill>
                  <a:srgbClr val="000000"/>
                </a:solidFill>
                <a:effectLst/>
                <a:latin typeface="Consolas" panose="020B0609020204030204" pitchFamily="49" charset="0"/>
              </a:rPr>
              <a:t> (</a:t>
            </a:r>
            <a:r>
              <a:rPr lang="en-GB" sz="700" b="0" dirty="0">
                <a:solidFill>
                  <a:srgbClr val="0000FF"/>
                </a:solidFill>
                <a:effectLst/>
                <a:latin typeface="Consolas" panose="020B0609020204030204" pitchFamily="49" charset="0"/>
              </a:rPr>
              <a:t>int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 = </a:t>
            </a:r>
            <a:r>
              <a:rPr lang="en-GB" sz="700" b="0" dirty="0">
                <a:solidFill>
                  <a:srgbClr val="098658"/>
                </a:solidFill>
                <a:effectLst/>
                <a:latin typeface="Consolas" panose="020B0609020204030204" pitchFamily="49" charset="0"/>
              </a:rPr>
              <a:t>0</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&lt;</a:t>
            </a:r>
            <a:r>
              <a:rPr lang="en-GB" sz="700" b="0" dirty="0" err="1">
                <a:solidFill>
                  <a:srgbClr val="001080"/>
                </a:solidFill>
                <a:effectLst/>
                <a:latin typeface="Consolas" panose="020B0609020204030204" pitchFamily="49" charset="0"/>
              </a:rPr>
              <a:t>number_of_patients</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8000"/>
                </a:solidFill>
                <a:effectLst/>
                <a:latin typeface="Consolas" panose="020B0609020204030204" pitchFamily="49" charset="0"/>
              </a:rPr>
              <a:t>// Print BMI classification. </a:t>
            </a:r>
            <a:r>
              <a:rPr lang="en-GB" sz="700" b="0" dirty="0" err="1">
                <a:solidFill>
                  <a:srgbClr val="008000"/>
                </a:solidFill>
                <a:effectLst/>
                <a:latin typeface="Consolas" panose="020B0609020204030204" pitchFamily="49" charset="0"/>
              </a:rPr>
              <a:t>eeeh</a:t>
            </a:r>
            <a:r>
              <a:rPr lang="en-GB" sz="700" b="0" dirty="0">
                <a:solidFill>
                  <a:srgbClr val="008000"/>
                </a:solidFill>
                <a:effectLst/>
                <a:latin typeface="Consolas" panose="020B0609020204030204" pitchFamily="49" charset="0"/>
              </a:rPr>
              <a:t> this is getting complicated!</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a:solidFill>
                  <a:srgbClr val="0000FF"/>
                </a:solidFill>
                <a:effectLst/>
                <a:latin typeface="Consolas" panose="020B0609020204030204" pitchFamily="49" charset="0"/>
              </a:rPr>
              <a:t>float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 = </a:t>
            </a:r>
            <a:r>
              <a:rPr lang="en-GB" sz="700" b="0" dirty="0">
                <a:solidFill>
                  <a:srgbClr val="001080"/>
                </a:solidFill>
                <a:effectLst/>
                <a:latin typeface="Consolas" panose="020B0609020204030204" pitchFamily="49" charset="0"/>
              </a:rPr>
              <a:t>weights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 / </a:t>
            </a:r>
            <a:r>
              <a:rPr lang="en-GB" sz="700" b="0" dirty="0">
                <a:solidFill>
                  <a:srgbClr val="001080"/>
                </a:solidFill>
                <a:effectLst/>
                <a:latin typeface="Consolas" panose="020B0609020204030204" pitchFamily="49" charset="0"/>
              </a:rPr>
              <a:t>heights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r>
              <a:rPr lang="en-GB" sz="700" b="0" dirty="0">
                <a:solidFill>
                  <a:srgbClr val="001080"/>
                </a:solidFill>
                <a:effectLst/>
                <a:latin typeface="Consolas" panose="020B0609020204030204" pitchFamily="49" charset="0"/>
              </a:rPr>
              <a:t>heights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AF00DB"/>
                </a:solidFill>
                <a:effectLst/>
                <a:latin typeface="Consolas" panose="020B0609020204030204" pitchFamily="49" charset="0"/>
              </a:rPr>
              <a:t>if</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 &lt;= </a:t>
            </a:r>
            <a:r>
              <a:rPr lang="en-GB" sz="700" b="0" dirty="0">
                <a:solidFill>
                  <a:srgbClr val="098658"/>
                </a:solidFill>
                <a:effectLst/>
                <a:latin typeface="Consolas" panose="020B0609020204030204" pitchFamily="49" charset="0"/>
              </a:rPr>
              <a:t>18.5</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"Underweight"</a:t>
            </a: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AF00DB"/>
                </a:solidFill>
                <a:effectLst/>
                <a:latin typeface="Consolas" panose="020B0609020204030204" pitchFamily="49" charset="0"/>
              </a:rPr>
              <a:t>else</a:t>
            </a:r>
            <a:r>
              <a:rPr lang="en-GB" sz="700" b="0" dirty="0">
                <a:solidFill>
                  <a:srgbClr val="000000"/>
                </a:solidFill>
                <a:effectLst/>
                <a:latin typeface="Consolas" panose="020B0609020204030204" pitchFamily="49" charset="0"/>
              </a:rPr>
              <a:t> </a:t>
            </a:r>
            <a:r>
              <a:rPr lang="en-GB" sz="700" b="0" dirty="0">
                <a:solidFill>
                  <a:srgbClr val="AF00DB"/>
                </a:solidFill>
                <a:effectLst/>
                <a:latin typeface="Consolas" panose="020B0609020204030204" pitchFamily="49" charset="0"/>
              </a:rPr>
              <a:t>if</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&lt;=</a:t>
            </a:r>
            <a:r>
              <a:rPr lang="en-GB" sz="700" b="0" dirty="0">
                <a:solidFill>
                  <a:srgbClr val="098658"/>
                </a:solidFill>
                <a:effectLst/>
                <a:latin typeface="Consolas" panose="020B0609020204030204" pitchFamily="49" charset="0"/>
              </a:rPr>
              <a:t>24.9</a:t>
            </a:r>
            <a:r>
              <a:rPr lang="en-GB" sz="700" b="0" dirty="0">
                <a:solidFill>
                  <a:srgbClr val="000000"/>
                </a:solidFill>
                <a:effectLst/>
                <a:latin typeface="Consolas" panose="020B0609020204030204" pitchFamily="49" charset="0"/>
              </a:rPr>
              <a:t>) {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"Normal"</a:t>
            </a: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AF00DB"/>
                </a:solidFill>
                <a:effectLst/>
                <a:latin typeface="Consolas" panose="020B0609020204030204" pitchFamily="49" charset="0"/>
              </a:rPr>
              <a:t>else</a:t>
            </a:r>
            <a:r>
              <a:rPr lang="en-GB" sz="700" b="0" dirty="0">
                <a:solidFill>
                  <a:srgbClr val="000000"/>
                </a:solidFill>
                <a:effectLst/>
                <a:latin typeface="Consolas" panose="020B0609020204030204" pitchFamily="49" charset="0"/>
              </a:rPr>
              <a:t> </a:t>
            </a:r>
            <a:r>
              <a:rPr lang="en-GB" sz="700" b="0" dirty="0">
                <a:solidFill>
                  <a:srgbClr val="AF00DB"/>
                </a:solidFill>
                <a:effectLst/>
                <a:latin typeface="Consolas" panose="020B0609020204030204" pitchFamily="49" charset="0"/>
              </a:rPr>
              <a:t>if</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bmi</a:t>
            </a:r>
            <a:r>
              <a:rPr lang="en-GB" sz="700" b="0" dirty="0">
                <a:solidFill>
                  <a:srgbClr val="000000"/>
                </a:solidFill>
                <a:effectLst/>
                <a:latin typeface="Consolas" panose="020B0609020204030204" pitchFamily="49" charset="0"/>
              </a:rPr>
              <a:t>&lt;= </a:t>
            </a:r>
            <a:r>
              <a:rPr lang="en-GB" sz="700" b="0" dirty="0">
                <a:solidFill>
                  <a:srgbClr val="098658"/>
                </a:solidFill>
                <a:effectLst/>
                <a:latin typeface="Consolas" panose="020B0609020204030204" pitchFamily="49" charset="0"/>
              </a:rPr>
              <a:t>29.9</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"Overweight"</a:t>
            </a: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AF00DB"/>
                </a:solidFill>
                <a:effectLst/>
                <a:latin typeface="Consolas" panose="020B0609020204030204" pitchFamily="49" charset="0"/>
              </a:rPr>
              <a:t>else</a:t>
            </a:r>
            <a:r>
              <a:rPr lang="en-GB" sz="700" b="0" dirty="0">
                <a:solidFill>
                  <a:srgbClr val="000000"/>
                </a:solidFill>
                <a:effectLst/>
                <a:latin typeface="Consolas" panose="020B0609020204030204" pitchFamily="49" charset="0"/>
              </a:rPr>
              <a:t> {</a:t>
            </a:r>
            <a:r>
              <a:rPr lang="en-GB" sz="700" b="0" dirty="0" err="1">
                <a:solidFill>
                  <a:srgbClr val="0000FF"/>
                </a:solidFill>
                <a:effectLst/>
                <a:latin typeface="Consolas" panose="020B0609020204030204" pitchFamily="49" charset="0"/>
              </a:rPr>
              <a:t>strcpy</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 </a:t>
            </a:r>
            <a:r>
              <a:rPr lang="en-GB" sz="700" b="0" dirty="0">
                <a:solidFill>
                  <a:srgbClr val="A31515"/>
                </a:solidFill>
                <a:effectLst/>
                <a:latin typeface="Consolas" panose="020B0609020204030204" pitchFamily="49" charset="0"/>
              </a:rPr>
              <a:t>"Obese"</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 </a:t>
            </a:r>
          </a:p>
          <a:p>
            <a:pPr marL="228600" indent="-228600">
              <a:buFont typeface="+mj-lt"/>
              <a:buAutoNum type="arabicPeriod"/>
            </a:pPr>
            <a:r>
              <a:rPr lang="en-GB" sz="700" b="0" dirty="0">
                <a:solidFill>
                  <a:srgbClr val="008000"/>
                </a:solidFill>
                <a:effectLst/>
                <a:latin typeface="Consolas" panose="020B0609020204030204" pitchFamily="49" charset="0"/>
              </a:rPr>
              <a:t>/* Print patient information */</a:t>
            </a:r>
            <a:endParaRPr lang="en-GB" sz="700" b="0" dirty="0">
              <a:solidFill>
                <a:srgbClr val="000000"/>
              </a:solidFill>
              <a:effectLst/>
              <a:latin typeface="Consolas" panose="020B0609020204030204" pitchFamily="49" charset="0"/>
            </a:endParaRP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"Patient Information for </a:t>
            </a:r>
            <a:r>
              <a:rPr lang="en-GB" sz="700" b="0" dirty="0">
                <a:solidFill>
                  <a:srgbClr val="001080"/>
                </a:solidFill>
                <a:effectLst/>
                <a:latin typeface="Consolas" panose="020B0609020204030204" pitchFamily="49" charset="0"/>
              </a:rPr>
              <a:t>%d</a:t>
            </a:r>
            <a:r>
              <a:rPr lang="en-GB" sz="700" b="0" dirty="0">
                <a:solidFill>
                  <a:srgbClr val="A31515"/>
                </a:solidFill>
                <a:effectLst/>
                <a:latin typeface="Consolas" panose="020B0609020204030204" pitchFamily="49" charset="0"/>
              </a:rPr>
              <a:t> patients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number_of_patients</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a:t>
            </a:r>
            <a:r>
              <a:rPr lang="en-GB" sz="700" b="0" dirty="0" err="1">
                <a:solidFill>
                  <a:srgbClr val="A31515"/>
                </a:solidFill>
                <a:effectLst/>
                <a:latin typeface="Consolas" panose="020B0609020204030204" pitchFamily="49" charset="0"/>
              </a:rPr>
              <a:t>PatientID</a:t>
            </a:r>
            <a:r>
              <a:rPr lang="en-GB" sz="700" b="0" dirty="0">
                <a:solidFill>
                  <a:srgbClr val="A31515"/>
                </a:solidFill>
                <a:effectLst/>
                <a:latin typeface="Consolas" panose="020B0609020204030204" pitchFamily="49" charset="0"/>
              </a:rPr>
              <a:t>:</a:t>
            </a:r>
            <a:r>
              <a:rPr lang="en-GB" sz="700" b="0" dirty="0">
                <a:solidFill>
                  <a:srgbClr val="EE0000"/>
                </a:solidFill>
                <a:effectLst/>
                <a:latin typeface="Consolas" panose="020B0609020204030204" pitchFamily="49" charset="0"/>
              </a:rPr>
              <a: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%d</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name:</a:t>
            </a:r>
            <a:r>
              <a:rPr lang="en-GB" sz="700" b="0" dirty="0">
                <a:solidFill>
                  <a:srgbClr val="EE0000"/>
                </a:solidFill>
                <a:effectLst/>
                <a:latin typeface="Consolas" panose="020B0609020204030204" pitchFamily="49" charset="0"/>
              </a:rPr>
              <a:t>\t\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%s</a:t>
            </a:r>
            <a:r>
              <a:rPr lang="en-GB" sz="700" b="0" dirty="0">
                <a:solidFill>
                  <a:srgbClr val="A31515"/>
                </a:solidFill>
                <a:effectLst/>
                <a:latin typeface="Consolas" panose="020B0609020204030204" pitchFamily="49" charset="0"/>
              </a:rPr>
              <a:t> </a:t>
            </a:r>
            <a:r>
              <a:rPr lang="en-GB" sz="700" b="0" dirty="0">
                <a:solidFill>
                  <a:srgbClr val="001080"/>
                </a:solidFill>
                <a:effectLst/>
                <a:latin typeface="Consolas" panose="020B0609020204030204" pitchFamily="49" charset="0"/>
              </a:rPr>
              <a:t>%s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firstname</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surname</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a:t>
            </a:r>
            <a:r>
              <a:rPr lang="en-GB" sz="700" b="0" dirty="0" err="1">
                <a:solidFill>
                  <a:srgbClr val="A31515"/>
                </a:solidFill>
                <a:effectLst/>
                <a:latin typeface="Consolas" panose="020B0609020204030204" pitchFamily="49" charset="0"/>
              </a:rPr>
              <a:t>PatientID</a:t>
            </a:r>
            <a:r>
              <a:rPr lang="en-GB" sz="700" b="0" dirty="0">
                <a:solidFill>
                  <a:srgbClr val="A31515"/>
                </a:solidFill>
                <a:effectLst/>
                <a:latin typeface="Consolas" panose="020B0609020204030204" pitchFamily="49" charset="0"/>
              </a:rPr>
              <a:t>:</a:t>
            </a:r>
            <a:r>
              <a:rPr lang="en-GB" sz="700" b="0" dirty="0">
                <a:solidFill>
                  <a:srgbClr val="EE0000"/>
                </a:solidFill>
                <a:effectLst/>
                <a:latin typeface="Consolas" panose="020B0609020204030204" pitchFamily="49" charset="0"/>
              </a:rPr>
              <a: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%d</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patientids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age:</a:t>
            </a:r>
            <a:r>
              <a:rPr lang="en-GB" sz="700" b="0" dirty="0">
                <a:solidFill>
                  <a:srgbClr val="EE0000"/>
                </a:solidFill>
                <a:effectLst/>
                <a:latin typeface="Consolas" panose="020B0609020204030204" pitchFamily="49" charset="0"/>
              </a:rPr>
              <a:t>\t\</a:t>
            </a:r>
            <a:r>
              <a:rPr lang="en-GB" sz="700" b="0" dirty="0" err="1">
                <a:solidFill>
                  <a:srgbClr val="EE0000"/>
                </a:solidFill>
                <a:effectLst/>
                <a:latin typeface="Consolas" panose="020B0609020204030204" pitchFamily="49" charset="0"/>
              </a:rPr>
              <a:t>t</a:t>
            </a:r>
            <a:r>
              <a:rPr lang="en-GB" sz="700" b="0" dirty="0" err="1">
                <a:solidFill>
                  <a:srgbClr val="001080"/>
                </a:solidFill>
                <a:effectLst/>
                <a:latin typeface="Consolas" panose="020B0609020204030204" pitchFamily="49" charset="0"/>
              </a:rPr>
              <a:t>%d</a:t>
            </a:r>
            <a:r>
              <a:rPr lang="en-GB" sz="700" b="0" dirty="0">
                <a:solidFill>
                  <a:srgbClr val="A31515"/>
                </a:solidFill>
                <a:effectLst/>
                <a:latin typeface="Consolas" panose="020B0609020204030204" pitchFamily="49" charset="0"/>
              </a:rPr>
              <a:t> years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ages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weight:</a:t>
            </a:r>
            <a:r>
              <a:rPr lang="en-GB" sz="700" b="0" dirty="0">
                <a:solidFill>
                  <a:srgbClr val="EE0000"/>
                </a:solidFill>
                <a:effectLst/>
                <a:latin typeface="Consolas" panose="020B0609020204030204" pitchFamily="49" charset="0"/>
              </a:rPr>
              <a:t>\t</a:t>
            </a:r>
            <a:r>
              <a:rPr lang="en-GB" sz="700" b="0" dirty="0">
                <a:solidFill>
                  <a:srgbClr val="001080"/>
                </a:solidFill>
                <a:effectLst/>
                <a:latin typeface="Consolas" panose="020B0609020204030204" pitchFamily="49" charset="0"/>
              </a:rPr>
              <a:t>%.1f</a:t>
            </a:r>
            <a:r>
              <a:rPr lang="en-GB" sz="700" b="0" dirty="0">
                <a:solidFill>
                  <a:srgbClr val="A31515"/>
                </a:solidFill>
                <a:effectLst/>
                <a:latin typeface="Consolas" panose="020B0609020204030204" pitchFamily="49" charset="0"/>
              </a:rPr>
              <a:t> kg</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weights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height:</a:t>
            </a:r>
            <a:r>
              <a:rPr lang="en-GB" sz="700" b="0" dirty="0">
                <a:solidFill>
                  <a:srgbClr val="EE0000"/>
                </a:solidFill>
                <a:effectLst/>
                <a:latin typeface="Consolas" panose="020B0609020204030204" pitchFamily="49" charset="0"/>
              </a:rPr>
              <a:t>\t</a:t>
            </a:r>
            <a:r>
              <a:rPr lang="en-GB" sz="700" b="0" dirty="0">
                <a:solidFill>
                  <a:srgbClr val="001080"/>
                </a:solidFill>
                <a:effectLst/>
                <a:latin typeface="Consolas" panose="020B0609020204030204" pitchFamily="49" charset="0"/>
              </a:rPr>
              <a:t>%.2f</a:t>
            </a:r>
            <a:r>
              <a:rPr lang="en-GB" sz="700" b="0" dirty="0">
                <a:solidFill>
                  <a:srgbClr val="A31515"/>
                </a:solidFill>
                <a:effectLst/>
                <a:latin typeface="Consolas" panose="020B0609020204030204" pitchFamily="49" charset="0"/>
              </a:rPr>
              <a:t> m</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a:solidFill>
                  <a:srgbClr val="001080"/>
                </a:solidFill>
                <a:effectLst/>
                <a:latin typeface="Consolas" panose="020B0609020204030204" pitchFamily="49" charset="0"/>
              </a:rPr>
              <a:t>heights</a:t>
            </a:r>
            <a:r>
              <a:rPr lang="en-GB" sz="700" b="0" dirty="0">
                <a:solidFill>
                  <a:srgbClr val="000000"/>
                </a:solidFill>
                <a:effectLst/>
                <a:latin typeface="Consolas" panose="020B0609020204030204" pitchFamily="49" charset="0"/>
              </a:rPr>
              <a:t>[</a:t>
            </a:r>
            <a:r>
              <a:rPr lang="en-GB" sz="700" b="0" dirty="0" err="1">
                <a:solidFill>
                  <a:srgbClr val="001080"/>
                </a:solidFill>
                <a:effectLst/>
                <a:latin typeface="Consolas" panose="020B0609020204030204" pitchFamily="49" charset="0"/>
              </a:rPr>
              <a:t>i</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err="1">
                <a:solidFill>
                  <a:srgbClr val="795E26"/>
                </a:solidFill>
                <a:effectLst/>
                <a:latin typeface="Consolas" panose="020B0609020204030204" pitchFamily="49" charset="0"/>
              </a:rPr>
              <a:t>printf</a:t>
            </a:r>
            <a:r>
              <a:rPr lang="en-GB" sz="700" b="0" dirty="0">
                <a:solidFill>
                  <a:srgbClr val="000000"/>
                </a:solidFill>
                <a:effectLst/>
                <a:latin typeface="Consolas" panose="020B0609020204030204" pitchFamily="49" charset="0"/>
              </a:rPr>
              <a:t>(</a:t>
            </a:r>
            <a:r>
              <a:rPr lang="en-GB" sz="700" b="0" dirty="0">
                <a:solidFill>
                  <a:srgbClr val="A31515"/>
                </a:solidFill>
                <a:effectLst/>
                <a:latin typeface="Consolas" panose="020B0609020204030204" pitchFamily="49" charset="0"/>
              </a:rPr>
              <a:t>" classification: </a:t>
            </a:r>
            <a:r>
              <a:rPr lang="en-GB" sz="700" b="0" dirty="0">
                <a:solidFill>
                  <a:srgbClr val="001080"/>
                </a:solidFill>
                <a:effectLst/>
                <a:latin typeface="Consolas" panose="020B0609020204030204" pitchFamily="49" charset="0"/>
              </a:rPr>
              <a:t>%s</a:t>
            </a:r>
            <a:r>
              <a:rPr lang="en-GB" sz="700" b="0" dirty="0">
                <a:solidFill>
                  <a:srgbClr val="EE0000"/>
                </a:solidFill>
                <a:effectLst/>
                <a:latin typeface="Consolas" panose="020B0609020204030204" pitchFamily="49" charset="0"/>
              </a:rPr>
              <a:t>\n</a:t>
            </a:r>
            <a:r>
              <a:rPr lang="en-GB" sz="700" b="0" dirty="0">
                <a:solidFill>
                  <a:srgbClr val="A31515"/>
                </a:solidFill>
                <a:effectLst/>
                <a:latin typeface="Consolas" panose="020B0609020204030204" pitchFamily="49" charset="0"/>
              </a:rPr>
              <a:t>"</a:t>
            </a:r>
            <a:r>
              <a:rPr lang="en-GB" sz="700" b="0" dirty="0">
                <a:solidFill>
                  <a:srgbClr val="000000"/>
                </a:solidFill>
                <a:effectLst/>
                <a:latin typeface="Consolas" panose="020B0609020204030204" pitchFamily="49" charset="0"/>
              </a:rPr>
              <a:t>, </a:t>
            </a:r>
            <a:r>
              <a:rPr lang="en-GB" sz="700" b="0" dirty="0" err="1">
                <a:solidFill>
                  <a:srgbClr val="001080"/>
                </a:solidFill>
                <a:effectLst/>
                <a:latin typeface="Consolas" panose="020B0609020204030204" pitchFamily="49" charset="0"/>
              </a:rPr>
              <a:t>weight_classification</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AF00DB"/>
                </a:solidFill>
                <a:effectLst/>
                <a:latin typeface="Consolas" panose="020B0609020204030204" pitchFamily="49" charset="0"/>
              </a:rPr>
              <a:t>return</a:t>
            </a:r>
            <a:r>
              <a:rPr lang="en-GB" sz="700" b="0" dirty="0">
                <a:solidFill>
                  <a:srgbClr val="000000"/>
                </a:solidFill>
                <a:effectLst/>
                <a:latin typeface="Consolas" panose="020B0609020204030204" pitchFamily="49" charset="0"/>
              </a:rPr>
              <a:t> </a:t>
            </a:r>
            <a:r>
              <a:rPr lang="en-GB" sz="700" b="0" dirty="0">
                <a:solidFill>
                  <a:srgbClr val="098658"/>
                </a:solidFill>
                <a:effectLst/>
                <a:latin typeface="Consolas" panose="020B0609020204030204" pitchFamily="49" charset="0"/>
              </a:rPr>
              <a:t>0</a:t>
            </a:r>
            <a:r>
              <a:rPr lang="en-GB" sz="700" b="0" dirty="0">
                <a:solidFill>
                  <a:srgbClr val="000000"/>
                </a:solidFill>
                <a:effectLst/>
                <a:latin typeface="Consolas" panose="020B0609020204030204" pitchFamily="49" charset="0"/>
              </a:rPr>
              <a:t>;</a:t>
            </a:r>
          </a:p>
          <a:p>
            <a:pPr marL="228600" indent="-228600">
              <a:buFont typeface="+mj-lt"/>
              <a:buAutoNum type="arabicPeriod"/>
            </a:pPr>
            <a:r>
              <a:rPr lang="en-GB" sz="7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05162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48688E-4825-4059-942C-37C80B909701}"/>
              </a:ext>
            </a:extLst>
          </p:cNvPr>
          <p:cNvSpPr>
            <a:spLocks noGrp="1"/>
          </p:cNvSpPr>
          <p:nvPr>
            <p:ph type="sldNum" sz="quarter" idx="4"/>
          </p:nvPr>
        </p:nvSpPr>
        <p:spPr/>
        <p:txBody>
          <a:bodyPr/>
          <a:lstStyle/>
          <a:p>
            <a:fld id="{D8D877B3-D348-4611-9BDB-C5374591D951}" type="slidenum">
              <a:rPr lang="en-US" smtClean="0"/>
              <a:pPr/>
              <a:t>45</a:t>
            </a:fld>
            <a:endParaRPr lang="en-US" dirty="0"/>
          </a:p>
        </p:txBody>
      </p:sp>
      <p:sp>
        <p:nvSpPr>
          <p:cNvPr id="3" name="Title 2">
            <a:extLst>
              <a:ext uri="{FF2B5EF4-FFF2-40B4-BE49-F238E27FC236}">
                <a16:creationId xmlns:a16="http://schemas.microsoft.com/office/drawing/2014/main" id="{42657072-29B8-6F13-49E6-FFEE051F9819}"/>
              </a:ext>
            </a:extLst>
          </p:cNvPr>
          <p:cNvSpPr>
            <a:spLocks noGrp="1"/>
          </p:cNvSpPr>
          <p:nvPr>
            <p:ph type="title"/>
          </p:nvPr>
        </p:nvSpPr>
        <p:spPr>
          <a:xfrm>
            <a:off x="587374" y="370290"/>
            <a:ext cx="7570974" cy="1474385"/>
          </a:xfrm>
        </p:spPr>
        <p:txBody>
          <a:bodyPr/>
          <a:lstStyle/>
          <a:p>
            <a:r>
              <a:rPr lang="en-US" dirty="0" err="1"/>
              <a:t>Opgave</a:t>
            </a:r>
            <a:r>
              <a:rPr lang="en-US" dirty="0"/>
              <a:t> – </a:t>
            </a:r>
            <a:r>
              <a:rPr lang="en-US" dirty="0" err="1"/>
              <a:t>forsøg</a:t>
            </a:r>
            <a:r>
              <a:rPr lang="en-US" dirty="0"/>
              <a:t> at </a:t>
            </a:r>
            <a:r>
              <a:rPr lang="en-US" dirty="0" err="1"/>
              <a:t>returnerer</a:t>
            </a:r>
            <a:r>
              <a:rPr lang="en-US" dirty="0"/>
              <a:t> 2 </a:t>
            </a:r>
            <a:r>
              <a:rPr lang="en-US" dirty="0" err="1"/>
              <a:t>resultater</a:t>
            </a:r>
            <a:endParaRPr lang="en-DK" dirty="0"/>
          </a:p>
        </p:txBody>
      </p:sp>
      <p:sp>
        <p:nvSpPr>
          <p:cNvPr id="4" name="Text Placeholder 3">
            <a:extLst>
              <a:ext uri="{FF2B5EF4-FFF2-40B4-BE49-F238E27FC236}">
                <a16:creationId xmlns:a16="http://schemas.microsoft.com/office/drawing/2014/main" id="{F3AD8F2B-935B-8408-D407-55BBAB432848}"/>
              </a:ext>
            </a:extLst>
          </p:cNvPr>
          <p:cNvSpPr>
            <a:spLocks noGrp="1"/>
          </p:cNvSpPr>
          <p:nvPr>
            <p:ph type="body" sz="quarter" idx="12"/>
          </p:nvPr>
        </p:nvSpPr>
        <p:spPr/>
        <p:txBody>
          <a:bodyPr/>
          <a:lstStyle/>
          <a:p>
            <a:r>
              <a:rPr lang="en-US" dirty="0"/>
              <a:t>Tag </a:t>
            </a:r>
            <a:r>
              <a:rPr lang="en-US" dirty="0" err="1"/>
              <a:t>udgangspunkt</a:t>
            </a:r>
            <a:r>
              <a:rPr lang="en-US" dirty="0"/>
              <a:t> I </a:t>
            </a:r>
            <a:r>
              <a:rPr lang="en-US" dirty="0" err="1"/>
              <a:t>jeres</a:t>
            </a:r>
            <a:r>
              <a:rPr lang="en-US" dirty="0"/>
              <a:t> max function, men </a:t>
            </a:r>
            <a:r>
              <a:rPr lang="en-US" dirty="0" err="1"/>
              <a:t>kald</a:t>
            </a:r>
            <a:r>
              <a:rPr lang="en-US" dirty="0"/>
              <a:t> den </a:t>
            </a:r>
            <a:r>
              <a:rPr lang="en-US" dirty="0" err="1"/>
              <a:t>maxmin</a:t>
            </a:r>
            <a:r>
              <a:rPr lang="en-US" dirty="0"/>
              <a:t> (</a:t>
            </a:r>
            <a:r>
              <a:rPr lang="en-US" dirty="0" err="1"/>
              <a:t>navnet</a:t>
            </a:r>
            <a:r>
              <a:rPr lang="en-US" dirty="0"/>
              <a:t> er </a:t>
            </a:r>
            <a:r>
              <a:rPr lang="en-US" dirty="0" err="1"/>
              <a:t>ligemeget</a:t>
            </a:r>
            <a:r>
              <a:rPr lang="en-US" dirty="0"/>
              <a:t>, men det </a:t>
            </a:r>
            <a:r>
              <a:rPr lang="en-US" dirty="0" err="1"/>
              <a:t>fortæller</a:t>
            </a:r>
            <a:r>
              <a:rPr lang="en-US" dirty="0"/>
              <a:t> </a:t>
            </a:r>
            <a:r>
              <a:rPr lang="en-US" dirty="0" err="1"/>
              <a:t>hvad</a:t>
            </a:r>
            <a:r>
              <a:rPr lang="en-US" dirty="0"/>
              <a:t> </a:t>
            </a:r>
            <a:r>
              <a:rPr lang="en-US" dirty="0" err="1"/>
              <a:t>programmet</a:t>
            </a:r>
            <a:r>
              <a:rPr lang="en-US" dirty="0"/>
              <a:t> </a:t>
            </a:r>
            <a:r>
              <a:rPr lang="en-US" dirty="0" err="1"/>
              <a:t>bør</a:t>
            </a:r>
            <a:r>
              <a:rPr lang="en-US" dirty="0"/>
              <a:t> </a:t>
            </a:r>
            <a:r>
              <a:rPr lang="en-US" dirty="0" err="1"/>
              <a:t>gøre</a:t>
            </a:r>
            <a:r>
              <a:rPr lang="en-US" dirty="0"/>
              <a:t>)</a:t>
            </a:r>
          </a:p>
          <a:p>
            <a:r>
              <a:rPr lang="en-US" dirty="0" err="1"/>
              <a:t>Tilføj</a:t>
            </a:r>
            <a:r>
              <a:rPr lang="en-US" dirty="0"/>
              <a:t> </a:t>
            </a:r>
            <a:r>
              <a:rPr lang="en-US" dirty="0" err="1"/>
              <a:t>endnu</a:t>
            </a:r>
            <a:r>
              <a:rPr lang="en-US" dirty="0"/>
              <a:t> et </a:t>
            </a:r>
            <a:r>
              <a:rPr lang="en-US" dirty="0" err="1"/>
              <a:t>resultat</a:t>
            </a:r>
            <a:r>
              <a:rPr lang="en-US" dirty="0"/>
              <a:t>, </a:t>
            </a:r>
            <a:r>
              <a:rPr lang="en-US" dirty="0" err="1"/>
              <a:t>således</a:t>
            </a:r>
            <a:r>
              <a:rPr lang="en-US" dirty="0"/>
              <a:t> der er 2 </a:t>
            </a:r>
            <a:r>
              <a:rPr lang="en-US" dirty="0" err="1"/>
              <a:t>resulutater</a:t>
            </a:r>
            <a:r>
              <a:rPr lang="en-US" dirty="0"/>
              <a:t> (for </a:t>
            </a:r>
            <a:r>
              <a:rPr lang="en-US" dirty="0" err="1"/>
              <a:t>eksempel</a:t>
            </a:r>
            <a:r>
              <a:rPr lang="en-US" dirty="0"/>
              <a:t> </a:t>
            </a:r>
            <a:r>
              <a:rPr lang="en-US" dirty="0" err="1"/>
              <a:t>res_max</a:t>
            </a:r>
            <a:r>
              <a:rPr lang="en-US" dirty="0"/>
              <a:t>, </a:t>
            </a:r>
            <a:r>
              <a:rPr lang="en-US" dirty="0" err="1"/>
              <a:t>res_min</a:t>
            </a:r>
            <a:r>
              <a:rPr lang="en-US" dirty="0"/>
              <a:t>) </a:t>
            </a:r>
          </a:p>
          <a:p>
            <a:r>
              <a:rPr lang="en-US" dirty="0" err="1"/>
              <a:t>Forsøg</a:t>
            </a:r>
            <a:r>
              <a:rPr lang="en-US" dirty="0"/>
              <a:t> at </a:t>
            </a:r>
            <a:r>
              <a:rPr lang="en-US" dirty="0" err="1"/>
              <a:t>returnerer</a:t>
            </a:r>
            <a:r>
              <a:rPr lang="en-US" dirty="0"/>
              <a:t> de 2 </a:t>
            </a:r>
            <a:r>
              <a:rPr lang="en-US" dirty="0" err="1"/>
              <a:t>resultater</a:t>
            </a:r>
            <a:r>
              <a:rPr lang="en-US" dirty="0"/>
              <a:t>.  </a:t>
            </a:r>
          </a:p>
          <a:p>
            <a:pPr lvl="1"/>
            <a:r>
              <a:rPr lang="en-US" dirty="0" err="1"/>
              <a:t>Sidste</a:t>
            </a:r>
            <a:r>
              <a:rPr lang="en-US" dirty="0"/>
              <a:t> </a:t>
            </a:r>
            <a:r>
              <a:rPr lang="en-US" dirty="0" err="1"/>
              <a:t>linje</a:t>
            </a:r>
            <a:r>
              <a:rPr lang="en-US" dirty="0"/>
              <a:t> I </a:t>
            </a:r>
            <a:r>
              <a:rPr lang="en-US" dirty="0" err="1"/>
              <a:t>funktion</a:t>
            </a:r>
            <a:r>
              <a:rPr lang="en-US" dirty="0"/>
              <a:t>-body: </a:t>
            </a:r>
            <a:r>
              <a:rPr lang="en-US" dirty="0">
                <a:solidFill>
                  <a:srgbClr val="FFC000"/>
                </a:solidFill>
              </a:rPr>
              <a:t>return </a:t>
            </a:r>
            <a:r>
              <a:rPr lang="en-US" dirty="0" err="1">
                <a:solidFill>
                  <a:srgbClr val="FFC000"/>
                </a:solidFill>
              </a:rPr>
              <a:t>res_max</a:t>
            </a:r>
            <a:r>
              <a:rPr lang="en-US" dirty="0">
                <a:solidFill>
                  <a:srgbClr val="FFC000"/>
                </a:solidFill>
              </a:rPr>
              <a:t> </a:t>
            </a:r>
            <a:r>
              <a:rPr lang="en-US" dirty="0" err="1">
                <a:solidFill>
                  <a:srgbClr val="FFC000"/>
                </a:solidFill>
              </a:rPr>
              <a:t>res_min</a:t>
            </a:r>
            <a:r>
              <a:rPr lang="en-US" dirty="0">
                <a:solidFill>
                  <a:srgbClr val="FFC000"/>
                </a:solidFill>
              </a:rPr>
              <a:t>;</a:t>
            </a:r>
          </a:p>
          <a:p>
            <a:r>
              <a:rPr lang="en-US" dirty="0" err="1"/>
              <a:t>Snak</a:t>
            </a:r>
            <a:r>
              <a:rPr lang="en-US" dirty="0"/>
              <a:t> med din </a:t>
            </a:r>
            <a:r>
              <a:rPr lang="en-US" dirty="0" err="1"/>
              <a:t>nabo</a:t>
            </a:r>
            <a:r>
              <a:rPr lang="en-US" dirty="0"/>
              <a:t> om </a:t>
            </a:r>
            <a:r>
              <a:rPr lang="en-US" dirty="0" err="1"/>
              <a:t>hvad</a:t>
            </a:r>
            <a:r>
              <a:rPr lang="en-US" dirty="0"/>
              <a:t> der </a:t>
            </a:r>
            <a:r>
              <a:rPr lang="en-US" dirty="0" err="1"/>
              <a:t>sker</a:t>
            </a:r>
            <a:r>
              <a:rPr lang="en-US" dirty="0"/>
              <a:t>. </a:t>
            </a:r>
          </a:p>
        </p:txBody>
      </p:sp>
    </p:spTree>
    <p:extLst>
      <p:ext uri="{BB962C8B-B14F-4D97-AF65-F5344CB8AC3E}">
        <p14:creationId xmlns:p14="http://schemas.microsoft.com/office/powerpoint/2010/main" val="1830987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850B90C0-427C-4C22-9A14-7ECD31C84AF2}"/>
              </a:ext>
            </a:extLst>
          </p:cNvPr>
          <p:cNvSpPr txBox="1">
            <a:spLocks/>
          </p:cNvSpPr>
          <p:nvPr/>
        </p:nvSpPr>
        <p:spPr>
          <a:xfrm>
            <a:off x="587374" y="370290"/>
            <a:ext cx="11017252" cy="1474385"/>
          </a:xfrm>
          <a:prstGeom prst="rect">
            <a:avLst/>
          </a:prstGeom>
          <a:effectLst/>
        </p:spPr>
        <p:txBody>
          <a:bodyPr vert="horz" lIns="0" tIns="192024" rIns="0" bIns="0" rtlCol="0" anchor="t" anchorCtr="0">
            <a:noAutofit/>
          </a:bodyPr>
          <a:lstStyle>
            <a:lvl1pPr algn="l" defTabSz="914318" rtl="0" eaLnBrk="1" latinLnBrk="0" hangingPunct="1">
              <a:lnSpc>
                <a:spcPct val="100000"/>
              </a:lnSpc>
              <a:spcBef>
                <a:spcPct val="0"/>
              </a:spcBef>
              <a:buNone/>
              <a:defRPr sz="3600" b="1" kern="1200" spc="300" baseline="0">
                <a:solidFill>
                  <a:schemeClr val="tx1"/>
                </a:solidFill>
                <a:latin typeface="+mn-lt"/>
                <a:ea typeface="+mj-ea"/>
                <a:cs typeface="+mj-cs"/>
              </a:defRPr>
            </a:lvl1pPr>
          </a:lstStyle>
          <a:p>
            <a:r>
              <a:rPr lang="da-DK" sz="2800" dirty="0"/>
              <a:t>Gennemgang af opgaveløsning fra sidste kursusgang</a:t>
            </a:r>
          </a:p>
        </p:txBody>
      </p:sp>
      <p:sp>
        <p:nvSpPr>
          <p:cNvPr id="2" name="Pladsholder til slidenummer 1">
            <a:extLst>
              <a:ext uri="{FF2B5EF4-FFF2-40B4-BE49-F238E27FC236}">
                <a16:creationId xmlns:a16="http://schemas.microsoft.com/office/drawing/2014/main" id="{B62BA8A7-B535-4D69-A860-C163663BC2B8}"/>
              </a:ext>
            </a:extLst>
          </p:cNvPr>
          <p:cNvSpPr>
            <a:spLocks noGrp="1"/>
          </p:cNvSpPr>
          <p:nvPr>
            <p:ph type="sldNum" sz="quarter" idx="4"/>
          </p:nvPr>
        </p:nvSpPr>
        <p:spPr/>
        <p:txBody>
          <a:bodyPr/>
          <a:lstStyle/>
          <a:p>
            <a:fld id="{D8D877B3-D348-4611-9BDB-C5374591D951}" type="slidenum">
              <a:rPr lang="en-US" smtClean="0"/>
              <a:pPr/>
              <a:t>46</a:t>
            </a:fld>
            <a:endParaRPr lang="en-US" dirty="0"/>
          </a:p>
        </p:txBody>
      </p:sp>
      <p:pic>
        <p:nvPicPr>
          <p:cNvPr id="8" name="Billede 7">
            <a:extLst>
              <a:ext uri="{FF2B5EF4-FFF2-40B4-BE49-F238E27FC236}">
                <a16:creationId xmlns:a16="http://schemas.microsoft.com/office/drawing/2014/main" id="{D97E9CC5-933D-4DE8-B1A9-5BEE5A593220}"/>
              </a:ext>
            </a:extLst>
          </p:cNvPr>
          <p:cNvPicPr>
            <a:picLocks noChangeAspect="1"/>
          </p:cNvPicPr>
          <p:nvPr/>
        </p:nvPicPr>
        <p:blipFill>
          <a:blip r:embed="rId2"/>
          <a:stretch>
            <a:fillRect/>
          </a:stretch>
        </p:blipFill>
        <p:spPr>
          <a:xfrm>
            <a:off x="584785" y="2442086"/>
            <a:ext cx="5182190" cy="3802631"/>
          </a:xfrm>
          <a:prstGeom prst="rect">
            <a:avLst/>
          </a:prstGeom>
        </p:spPr>
      </p:pic>
      <p:pic>
        <p:nvPicPr>
          <p:cNvPr id="9" name="Billede 8">
            <a:extLst>
              <a:ext uri="{FF2B5EF4-FFF2-40B4-BE49-F238E27FC236}">
                <a16:creationId xmlns:a16="http://schemas.microsoft.com/office/drawing/2014/main" id="{49CACDB7-99DD-4B16-8164-7849A0FE8A7D}"/>
              </a:ext>
            </a:extLst>
          </p:cNvPr>
          <p:cNvPicPr>
            <a:picLocks noChangeAspect="1"/>
          </p:cNvPicPr>
          <p:nvPr/>
        </p:nvPicPr>
        <p:blipFill>
          <a:blip r:embed="rId3"/>
          <a:stretch>
            <a:fillRect/>
          </a:stretch>
        </p:blipFill>
        <p:spPr>
          <a:xfrm>
            <a:off x="6419849" y="3120075"/>
            <a:ext cx="5205772" cy="3124642"/>
          </a:xfrm>
          <a:prstGeom prst="rect">
            <a:avLst/>
          </a:prstGeom>
        </p:spPr>
      </p:pic>
      <p:sp>
        <p:nvSpPr>
          <p:cNvPr id="10" name="Titel 1">
            <a:extLst>
              <a:ext uri="{FF2B5EF4-FFF2-40B4-BE49-F238E27FC236}">
                <a16:creationId xmlns:a16="http://schemas.microsoft.com/office/drawing/2014/main" id="{02555684-04F7-4015-BC35-48E77C56B620}"/>
              </a:ext>
            </a:extLst>
          </p:cNvPr>
          <p:cNvSpPr>
            <a:spLocks noGrp="1"/>
          </p:cNvSpPr>
          <p:nvPr>
            <p:ph type="title"/>
          </p:nvPr>
        </p:nvSpPr>
        <p:spPr>
          <a:xfrm>
            <a:off x="584785" y="1631276"/>
            <a:ext cx="4886993" cy="1621619"/>
          </a:xfrm>
        </p:spPr>
        <p:txBody>
          <a:bodyPr/>
          <a:lstStyle/>
          <a:p>
            <a:r>
              <a:rPr lang="da-DK" dirty="0"/>
              <a:t>Opgave 3</a:t>
            </a:r>
          </a:p>
        </p:txBody>
      </p:sp>
      <p:sp>
        <p:nvSpPr>
          <p:cNvPr id="11" name="Tekstfelt 10">
            <a:extLst>
              <a:ext uri="{FF2B5EF4-FFF2-40B4-BE49-F238E27FC236}">
                <a16:creationId xmlns:a16="http://schemas.microsoft.com/office/drawing/2014/main" id="{F641F8AA-35AC-4E41-A634-E91C9890447B}"/>
              </a:ext>
            </a:extLst>
          </p:cNvPr>
          <p:cNvSpPr txBox="1"/>
          <p:nvPr/>
        </p:nvSpPr>
        <p:spPr>
          <a:xfrm>
            <a:off x="6419849" y="1187846"/>
            <a:ext cx="5182190" cy="1815882"/>
          </a:xfrm>
          <a:prstGeom prst="rect">
            <a:avLst/>
          </a:prstGeom>
          <a:noFill/>
        </p:spPr>
        <p:txBody>
          <a:bodyPr wrap="square">
            <a:spAutoFit/>
          </a:bodyPr>
          <a:lstStyle/>
          <a:p>
            <a:r>
              <a:rPr lang="da-DK" sz="1400" dirty="0"/>
              <a:t>Nedenstående program genererer et array med 5 tilfældige tal. I skal skrive en kodelinje for hvert sted der står // ???????</a:t>
            </a:r>
          </a:p>
          <a:p>
            <a:endParaRPr lang="da-DK" sz="1400" dirty="0"/>
          </a:p>
          <a:p>
            <a:r>
              <a:rPr lang="da-DK" sz="1400" dirty="0"/>
              <a:t>Den forventede funktionalitet står beskrevet i kommentarfeltet. Regn efter i hånden om jeres beregning er korrekt.</a:t>
            </a:r>
          </a:p>
          <a:p>
            <a:endParaRPr lang="da-DK" sz="1400" dirty="0"/>
          </a:p>
          <a:p>
            <a:r>
              <a:rPr lang="da-DK" sz="1400" dirty="0">
                <a:hlinkClick r:id="rId4">
                  <a:extLst>
                    <a:ext uri="{A12FA001-AC4F-418D-AE19-62706E023703}">
                      <ahyp:hlinkClr xmlns:ahyp="http://schemas.microsoft.com/office/drawing/2018/hyperlinkcolor" val="tx"/>
                    </a:ext>
                  </a:extLst>
                </a:hlinkClick>
              </a:rPr>
              <a:t>http://tpcg.io/BTG4hIlH</a:t>
            </a:r>
            <a:endParaRPr lang="da-DK" sz="1400" dirty="0"/>
          </a:p>
          <a:p>
            <a:pPr algn="l"/>
            <a:r>
              <a:rPr lang="en-US" sz="1400" dirty="0">
                <a:hlinkClick r:id="rId5">
                  <a:extLst>
                    <a:ext uri="{A12FA001-AC4F-418D-AE19-62706E023703}">
                      <ahyp:hlinkClr xmlns:ahyp="http://schemas.microsoft.com/office/drawing/2018/hyperlinkcolor" val="tx"/>
                    </a:ext>
                  </a:extLst>
                </a:hlinkClick>
              </a:rPr>
              <a:t>http://tpcg.io/H3KQDV</a:t>
            </a:r>
            <a:r>
              <a:rPr lang="en-US" sz="1400" dirty="0"/>
              <a:t> </a:t>
            </a:r>
            <a:r>
              <a:rPr lang="en-US" sz="1400" b="0" i="0" dirty="0">
                <a:solidFill>
                  <a:srgbClr val="000000"/>
                </a:solidFill>
                <a:effectLst/>
                <a:latin typeface="Open Sans" panose="020B0606030504020204" pitchFamily="34" charset="0"/>
              </a:rPr>
              <a:t>&lt;-- </a:t>
            </a:r>
            <a:r>
              <a:rPr lang="en-US" sz="1400" b="0" i="0" dirty="0" err="1">
                <a:solidFill>
                  <a:srgbClr val="000000"/>
                </a:solidFill>
                <a:effectLst/>
                <a:latin typeface="Open Sans" panose="020B0606030504020204" pitchFamily="34" charset="0"/>
              </a:rPr>
              <a:t>løsningsforslag</a:t>
            </a:r>
            <a:endParaRPr lang="en-US" sz="1400" b="0" i="0" dirty="0">
              <a:solidFill>
                <a:srgbClr val="000000"/>
              </a:solidFill>
              <a:effectLst/>
              <a:latin typeface="Open Sans" panose="020B0606030504020204" pitchFamily="34" charset="0"/>
            </a:endParaRPr>
          </a:p>
        </p:txBody>
      </p:sp>
    </p:spTree>
    <p:extLst>
      <p:ext uri="{BB962C8B-B14F-4D97-AF65-F5344CB8AC3E}">
        <p14:creationId xmlns:p14="http://schemas.microsoft.com/office/powerpoint/2010/main" val="1521559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850B90C0-427C-4C22-9A14-7ECD31C84AF2}"/>
              </a:ext>
            </a:extLst>
          </p:cNvPr>
          <p:cNvSpPr txBox="1">
            <a:spLocks/>
          </p:cNvSpPr>
          <p:nvPr/>
        </p:nvSpPr>
        <p:spPr>
          <a:xfrm>
            <a:off x="587374" y="370290"/>
            <a:ext cx="11017252" cy="1474385"/>
          </a:xfrm>
          <a:prstGeom prst="rect">
            <a:avLst/>
          </a:prstGeom>
          <a:effectLst/>
        </p:spPr>
        <p:txBody>
          <a:bodyPr vert="horz" lIns="0" tIns="192024" rIns="0" bIns="0" rtlCol="0" anchor="t" anchorCtr="0">
            <a:noAutofit/>
          </a:bodyPr>
          <a:lstStyle>
            <a:lvl1pPr algn="l" defTabSz="914318" rtl="0" eaLnBrk="1" latinLnBrk="0" hangingPunct="1">
              <a:lnSpc>
                <a:spcPct val="100000"/>
              </a:lnSpc>
              <a:spcBef>
                <a:spcPct val="0"/>
              </a:spcBef>
              <a:buNone/>
              <a:defRPr sz="3600" b="1" kern="1200" spc="300" baseline="0">
                <a:solidFill>
                  <a:schemeClr val="tx1"/>
                </a:solidFill>
                <a:latin typeface="+mn-lt"/>
                <a:ea typeface="+mj-ea"/>
                <a:cs typeface="+mj-cs"/>
              </a:defRPr>
            </a:lvl1pPr>
          </a:lstStyle>
          <a:p>
            <a:r>
              <a:rPr lang="da-DK" sz="2800" dirty="0"/>
              <a:t>Gennemgang af opgaveløsning fra sidste kursusgang</a:t>
            </a:r>
          </a:p>
        </p:txBody>
      </p:sp>
      <p:sp>
        <p:nvSpPr>
          <p:cNvPr id="2" name="Pladsholder til slidenummer 1">
            <a:extLst>
              <a:ext uri="{FF2B5EF4-FFF2-40B4-BE49-F238E27FC236}">
                <a16:creationId xmlns:a16="http://schemas.microsoft.com/office/drawing/2014/main" id="{B62BA8A7-B535-4D69-A860-C163663BC2B8}"/>
              </a:ext>
            </a:extLst>
          </p:cNvPr>
          <p:cNvSpPr>
            <a:spLocks noGrp="1"/>
          </p:cNvSpPr>
          <p:nvPr>
            <p:ph type="sldNum" sz="quarter" idx="4"/>
          </p:nvPr>
        </p:nvSpPr>
        <p:spPr/>
        <p:txBody>
          <a:bodyPr/>
          <a:lstStyle/>
          <a:p>
            <a:fld id="{D8D877B3-D348-4611-9BDB-C5374591D951}" type="slidenum">
              <a:rPr lang="en-US" smtClean="0"/>
              <a:pPr/>
              <a:t>47</a:t>
            </a:fld>
            <a:endParaRPr lang="en-US" dirty="0"/>
          </a:p>
        </p:txBody>
      </p:sp>
      <p:sp>
        <p:nvSpPr>
          <p:cNvPr id="10" name="Titel 1">
            <a:extLst>
              <a:ext uri="{FF2B5EF4-FFF2-40B4-BE49-F238E27FC236}">
                <a16:creationId xmlns:a16="http://schemas.microsoft.com/office/drawing/2014/main" id="{02555684-04F7-4015-BC35-48E77C56B620}"/>
              </a:ext>
            </a:extLst>
          </p:cNvPr>
          <p:cNvSpPr>
            <a:spLocks noGrp="1"/>
          </p:cNvSpPr>
          <p:nvPr>
            <p:ph type="title"/>
          </p:nvPr>
        </p:nvSpPr>
        <p:spPr>
          <a:xfrm>
            <a:off x="584785" y="1631276"/>
            <a:ext cx="4886993" cy="1621619"/>
          </a:xfrm>
        </p:spPr>
        <p:txBody>
          <a:bodyPr/>
          <a:lstStyle/>
          <a:p>
            <a:r>
              <a:rPr lang="da-DK" dirty="0"/>
              <a:t>Opgave 4</a:t>
            </a:r>
          </a:p>
        </p:txBody>
      </p:sp>
      <p:sp>
        <p:nvSpPr>
          <p:cNvPr id="12" name="Pladsholder til tekst 3">
            <a:extLst>
              <a:ext uri="{FF2B5EF4-FFF2-40B4-BE49-F238E27FC236}">
                <a16:creationId xmlns:a16="http://schemas.microsoft.com/office/drawing/2014/main" id="{289B52BE-EA0E-4A78-923B-21E300B9A288}"/>
              </a:ext>
            </a:extLst>
          </p:cNvPr>
          <p:cNvSpPr txBox="1">
            <a:spLocks/>
          </p:cNvSpPr>
          <p:nvPr/>
        </p:nvSpPr>
        <p:spPr>
          <a:xfrm>
            <a:off x="587374" y="2425212"/>
            <a:ext cx="10167311" cy="3987662"/>
          </a:xfrm>
          <a:prstGeom prst="rect">
            <a:avLst/>
          </a:prstGeom>
        </p:spPr>
        <p:txBody>
          <a:bodyPr/>
          <a:lstStyle>
            <a:lvl1pPr marL="285750" indent="-285750" algn="l" defTabSz="914318" rtl="0" eaLnBrk="1" latinLnBrk="0" hangingPunct="1">
              <a:lnSpc>
                <a:spcPct val="120000"/>
              </a:lnSpc>
              <a:spcBef>
                <a:spcPts val="1000"/>
              </a:spcBef>
              <a:buFontTx/>
              <a:buBlip>
                <a:blip r:embed="rId2"/>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2"/>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3"/>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3"/>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3"/>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da-DK" dirty="0"/>
              <a:t>Skriv et program der genererer et array med 10 tilfældige tal. Find herefter maksimum og minimum værdierne og deres tilhørende </a:t>
            </a:r>
            <a:r>
              <a:rPr lang="da-DK" dirty="0" err="1"/>
              <a:t>index</a:t>
            </a:r>
            <a:r>
              <a:rPr lang="da-DK" dirty="0"/>
              <a:t> i dette array.  Test også om programmet virker med forskellige array længder.</a:t>
            </a:r>
          </a:p>
          <a:p>
            <a:pPr marL="0" indent="0">
              <a:buFontTx/>
              <a:buNone/>
            </a:pPr>
            <a:r>
              <a:rPr lang="da-DK" dirty="0"/>
              <a:t>Forventet output:</a:t>
            </a:r>
            <a:endParaRPr lang="en-US" dirty="0"/>
          </a:p>
        </p:txBody>
      </p:sp>
      <p:pic>
        <p:nvPicPr>
          <p:cNvPr id="13" name="Billede 12">
            <a:extLst>
              <a:ext uri="{FF2B5EF4-FFF2-40B4-BE49-F238E27FC236}">
                <a16:creationId xmlns:a16="http://schemas.microsoft.com/office/drawing/2014/main" id="{626957E2-D412-4587-8D29-0DBEEFB92370}"/>
              </a:ext>
            </a:extLst>
          </p:cNvPr>
          <p:cNvPicPr>
            <a:picLocks noChangeAspect="1"/>
          </p:cNvPicPr>
          <p:nvPr/>
        </p:nvPicPr>
        <p:blipFill>
          <a:blip r:embed="rId4"/>
          <a:stretch>
            <a:fillRect/>
          </a:stretch>
        </p:blipFill>
        <p:spPr>
          <a:xfrm>
            <a:off x="603592" y="3469357"/>
            <a:ext cx="3884579" cy="3054485"/>
          </a:xfrm>
          <a:prstGeom prst="rect">
            <a:avLst/>
          </a:prstGeom>
        </p:spPr>
      </p:pic>
      <p:pic>
        <p:nvPicPr>
          <p:cNvPr id="14" name="Billede 13">
            <a:extLst>
              <a:ext uri="{FF2B5EF4-FFF2-40B4-BE49-F238E27FC236}">
                <a16:creationId xmlns:a16="http://schemas.microsoft.com/office/drawing/2014/main" id="{27F07B3F-EE78-4B5B-AD0C-DE00365735B6}"/>
              </a:ext>
            </a:extLst>
          </p:cNvPr>
          <p:cNvPicPr>
            <a:picLocks noChangeAspect="1"/>
          </p:cNvPicPr>
          <p:nvPr/>
        </p:nvPicPr>
        <p:blipFill>
          <a:blip r:embed="rId5"/>
          <a:stretch>
            <a:fillRect/>
          </a:stretch>
        </p:blipFill>
        <p:spPr>
          <a:xfrm>
            <a:off x="5471778" y="3429000"/>
            <a:ext cx="3891064" cy="1926077"/>
          </a:xfrm>
          <a:prstGeom prst="rect">
            <a:avLst/>
          </a:prstGeom>
        </p:spPr>
      </p:pic>
      <p:sp>
        <p:nvSpPr>
          <p:cNvPr id="15" name="Tekstfelt 14">
            <a:extLst>
              <a:ext uri="{FF2B5EF4-FFF2-40B4-BE49-F238E27FC236}">
                <a16:creationId xmlns:a16="http://schemas.microsoft.com/office/drawing/2014/main" id="{B17FE615-4DA8-4C43-AFEF-538E2E257EFC}"/>
              </a:ext>
            </a:extLst>
          </p:cNvPr>
          <p:cNvSpPr txBox="1"/>
          <p:nvPr/>
        </p:nvSpPr>
        <p:spPr>
          <a:xfrm>
            <a:off x="5599611" y="5422310"/>
            <a:ext cx="6096000" cy="307777"/>
          </a:xfrm>
          <a:prstGeom prst="rect">
            <a:avLst/>
          </a:prstGeom>
          <a:noFill/>
        </p:spPr>
        <p:txBody>
          <a:bodyPr wrap="square">
            <a:spAutoFit/>
          </a:bodyPr>
          <a:lstStyle/>
          <a:p>
            <a:pPr algn="l"/>
            <a:r>
              <a:rPr lang="en-US" sz="1400" dirty="0">
                <a:hlinkClick r:id="rId6">
                  <a:extLst>
                    <a:ext uri="{A12FA001-AC4F-418D-AE19-62706E023703}">
                      <ahyp:hlinkClr xmlns:ahyp="http://schemas.microsoft.com/office/drawing/2018/hyperlinkcolor" val="tx"/>
                    </a:ext>
                  </a:extLst>
                </a:hlinkClick>
              </a:rPr>
              <a:t>http://tpcg.io/V4F2VA</a:t>
            </a:r>
            <a:r>
              <a:rPr lang="en-US" sz="1400" dirty="0"/>
              <a:t>    </a:t>
            </a:r>
            <a:r>
              <a:rPr lang="en-US" sz="1400" b="0" i="0" dirty="0">
                <a:solidFill>
                  <a:srgbClr val="000000"/>
                </a:solidFill>
                <a:effectLst/>
                <a:latin typeface="Open Sans" panose="020B0606030504020204" pitchFamily="34" charset="0"/>
              </a:rPr>
              <a:t>&lt;-- </a:t>
            </a:r>
            <a:r>
              <a:rPr lang="en-US" sz="1400" b="0" i="0" dirty="0" err="1">
                <a:solidFill>
                  <a:srgbClr val="000000"/>
                </a:solidFill>
                <a:effectLst/>
                <a:latin typeface="Open Sans" panose="020B0606030504020204" pitchFamily="34" charset="0"/>
              </a:rPr>
              <a:t>løsningsforslag</a:t>
            </a:r>
            <a:endParaRPr lang="en-US" sz="1400" dirty="0"/>
          </a:p>
        </p:txBody>
      </p:sp>
    </p:spTree>
    <p:extLst>
      <p:ext uri="{BB962C8B-B14F-4D97-AF65-F5344CB8AC3E}">
        <p14:creationId xmlns:p14="http://schemas.microsoft.com/office/powerpoint/2010/main" val="41220376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FC000"/>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37ACFC7-CC5A-F5F2-4AC7-419916C1060D}"/>
              </a:ext>
            </a:extLst>
          </p:cNvPr>
          <p:cNvSpPr>
            <a:spLocks noGrp="1"/>
          </p:cNvSpPr>
          <p:nvPr>
            <p:ph type="sldNum" sz="quarter" idx="10"/>
          </p:nvPr>
        </p:nvSpPr>
        <p:spPr/>
        <p:txBody>
          <a:bodyPr/>
          <a:lstStyle/>
          <a:p>
            <a:fld id="{D8D877B3-D348-4611-9BDB-C5374591D951}" type="slidenum">
              <a:rPr lang="en-US" smtClean="0"/>
              <a:pPr/>
              <a:t>48</a:t>
            </a:fld>
            <a:endParaRPr lang="en-US" dirty="0"/>
          </a:p>
        </p:txBody>
      </p:sp>
      <p:sp>
        <p:nvSpPr>
          <p:cNvPr id="4" name="Title 3">
            <a:extLst>
              <a:ext uri="{FF2B5EF4-FFF2-40B4-BE49-F238E27FC236}">
                <a16:creationId xmlns:a16="http://schemas.microsoft.com/office/drawing/2014/main" id="{592BDF6E-99C4-671E-B1C6-481A9D747112}"/>
              </a:ext>
            </a:extLst>
          </p:cNvPr>
          <p:cNvSpPr>
            <a:spLocks noGrp="1"/>
          </p:cNvSpPr>
          <p:nvPr>
            <p:ph type="title"/>
          </p:nvPr>
        </p:nvSpPr>
        <p:spPr>
          <a:xfrm>
            <a:off x="587374" y="359273"/>
            <a:ext cx="11267400" cy="1621619"/>
          </a:xfrm>
        </p:spPr>
        <p:txBody>
          <a:bodyPr/>
          <a:lstStyle/>
          <a:p>
            <a:r>
              <a:rPr lang="en-US" dirty="0">
                <a:latin typeface="Consolas" panose="020B0609020204030204" pitchFamily="49" charset="0"/>
              </a:rPr>
              <a:t>I lied!!!!</a:t>
            </a:r>
            <a:br>
              <a:rPr lang="en-US" dirty="0">
                <a:latin typeface="Consolas" panose="020B0609020204030204" pitchFamily="49" charset="0"/>
              </a:rPr>
            </a:br>
            <a:r>
              <a:rPr lang="en-US" dirty="0">
                <a:latin typeface="Consolas" panose="020B0609020204030204" pitchFamily="49" charset="0"/>
              </a:rPr>
              <a:t>int a[] and a* are not the same</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0F26EC95-4F36-CE0B-83F9-C26D22D81756}"/>
              </a:ext>
            </a:extLst>
          </p:cNvPr>
          <p:cNvSpPr>
            <a:spLocks noGrp="1"/>
          </p:cNvSpPr>
          <p:nvPr>
            <p:ph type="body" sz="quarter" idx="12"/>
          </p:nvPr>
        </p:nvSpPr>
        <p:spPr>
          <a:xfrm>
            <a:off x="587375" y="2143359"/>
            <a:ext cx="11046906" cy="3752115"/>
          </a:xfrm>
        </p:spPr>
        <p:txBody>
          <a:bodyPr>
            <a:normAutofit fontScale="85000" lnSpcReduction="20000"/>
          </a:bodyPr>
          <a:lstStyle/>
          <a:p>
            <a:r>
              <a:rPr lang="en-US" dirty="0">
                <a:latin typeface="Consolas" panose="020B0609020204030204" pitchFamily="49" charset="0"/>
              </a:rPr>
              <a:t>Where do we store memory I data?</a:t>
            </a:r>
          </a:p>
          <a:p>
            <a:pPr marL="0" indent="0">
              <a:buNone/>
            </a:pPr>
            <a:r>
              <a:rPr lang="en-US" dirty="0">
                <a:latin typeface="Consolas" panose="020B0609020204030204" pitchFamily="49" charset="0"/>
              </a:rPr>
              <a:t>char A[3] = {‘</a:t>
            </a:r>
            <a:r>
              <a:rPr lang="en-US" dirty="0" err="1">
                <a:latin typeface="Consolas" panose="020B0609020204030204" pitchFamily="49" charset="0"/>
              </a:rPr>
              <a:t>a’,’b’,’c</a:t>
            </a:r>
            <a:r>
              <a:rPr lang="en-US" dirty="0">
                <a:latin typeface="Consolas" panose="020B0609020204030204" pitchFamily="49" charset="0"/>
              </a:rPr>
              <a:t>’}; // 3 chars on the Stack</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char* </a:t>
            </a:r>
            <a:r>
              <a:rPr lang="en-US" dirty="0" err="1">
                <a:latin typeface="Consolas" panose="020B0609020204030204" pitchFamily="49" charset="0"/>
              </a:rPr>
              <a:t>arr</a:t>
            </a:r>
            <a:r>
              <a:rPr lang="en-US" dirty="0">
                <a:latin typeface="Consolas" panose="020B0609020204030204" pitchFamily="49" charset="0"/>
              </a:rPr>
              <a:t> = (char*) malloc(</a:t>
            </a:r>
            <a:r>
              <a:rPr lang="en-US" dirty="0" err="1">
                <a:latin typeface="Consolas" panose="020B0609020204030204" pitchFamily="49" charset="0"/>
              </a:rPr>
              <a:t>sizeof</a:t>
            </a:r>
            <a:r>
              <a:rPr lang="en-US" dirty="0">
                <a:latin typeface="Consolas" panose="020B0609020204030204" pitchFamily="49" charset="0"/>
              </a:rPr>
              <a:t>(char)*3); // 3 chars on the Heap</a:t>
            </a:r>
          </a:p>
          <a:p>
            <a:pPr marL="0" indent="0">
              <a:buNone/>
            </a:pPr>
            <a:r>
              <a:rPr lang="en-US" dirty="0" err="1">
                <a:latin typeface="Consolas" panose="020B0609020204030204" pitchFamily="49" charset="0"/>
              </a:rPr>
              <a:t>arr</a:t>
            </a:r>
            <a:r>
              <a:rPr lang="en-US" dirty="0">
                <a:latin typeface="Consolas" panose="020B0609020204030204" pitchFamily="49" charset="0"/>
              </a:rPr>
              <a:t>[0]=‘a’; </a:t>
            </a:r>
            <a:r>
              <a:rPr lang="en-US" dirty="0" err="1">
                <a:latin typeface="Consolas" panose="020B0609020204030204" pitchFamily="49" charset="0"/>
              </a:rPr>
              <a:t>arr</a:t>
            </a:r>
            <a:r>
              <a:rPr lang="en-US" dirty="0">
                <a:latin typeface="Consolas" panose="020B0609020204030204" pitchFamily="49" charset="0"/>
              </a:rPr>
              <a:t>[1]=‘b’; </a:t>
            </a:r>
            <a:r>
              <a:rPr lang="en-US" dirty="0" err="1">
                <a:latin typeface="Consolas" panose="020B0609020204030204" pitchFamily="49" charset="0"/>
              </a:rPr>
              <a:t>arr</a:t>
            </a:r>
            <a:r>
              <a:rPr lang="en-US" dirty="0">
                <a:latin typeface="Consolas" panose="020B0609020204030204" pitchFamily="49" charset="0"/>
              </a:rPr>
              <a:t>[2]=‘c’; </a:t>
            </a:r>
          </a:p>
          <a:p>
            <a:pPr marL="0" indent="0">
              <a:buNone/>
            </a:pPr>
            <a:endParaRPr lang="en-US" dirty="0">
              <a:latin typeface="Consolas" panose="020B0609020204030204" pitchFamily="49" charset="0"/>
            </a:endParaRPr>
          </a:p>
          <a:p>
            <a:r>
              <a:rPr lang="en-US" dirty="0"/>
              <a:t>What is better?</a:t>
            </a:r>
          </a:p>
          <a:p>
            <a:r>
              <a:rPr lang="en-US" dirty="0"/>
              <a:t>Can we resize the allocated memory?</a:t>
            </a:r>
          </a:p>
          <a:p>
            <a:endParaRPr lang="en-US" dirty="0"/>
          </a:p>
          <a:p>
            <a:pPr marL="0" indent="0">
              <a:buNone/>
            </a:pPr>
            <a:r>
              <a:rPr lang="en-US" dirty="0"/>
              <a:t>What happens if I want to add an extra value to A (the array is full)?</a:t>
            </a:r>
          </a:p>
          <a:p>
            <a:pPr marL="0" indent="0">
              <a:buNone/>
            </a:pPr>
            <a:r>
              <a:rPr lang="en-US" dirty="0"/>
              <a:t>	you are stuck</a:t>
            </a:r>
          </a:p>
          <a:p>
            <a:pPr marL="0" indent="0">
              <a:buNone/>
            </a:pPr>
            <a:r>
              <a:rPr lang="en-US" dirty="0"/>
              <a:t>What happens if I want to add an extra value to </a:t>
            </a:r>
            <a:r>
              <a:rPr lang="en-US" dirty="0" err="1"/>
              <a:t>arr</a:t>
            </a:r>
            <a:r>
              <a:rPr lang="en-US" dirty="0"/>
              <a:t> (the array is full)?</a:t>
            </a:r>
          </a:p>
          <a:p>
            <a:pPr marL="0" indent="0">
              <a:buNone/>
            </a:pPr>
            <a:r>
              <a:rPr lang="en-US" dirty="0"/>
              <a:t>	</a:t>
            </a:r>
            <a:r>
              <a:rPr lang="en-US" dirty="0" err="1"/>
              <a:t>arr</a:t>
            </a:r>
            <a:r>
              <a:rPr lang="en-US" dirty="0"/>
              <a:t> = (char*) </a:t>
            </a:r>
            <a:r>
              <a:rPr lang="en-US" dirty="0" err="1"/>
              <a:t>realloc</a:t>
            </a:r>
            <a:r>
              <a:rPr lang="en-US" dirty="0"/>
              <a:t>(</a:t>
            </a:r>
            <a:r>
              <a:rPr lang="en-US" dirty="0" err="1"/>
              <a:t>arr</a:t>
            </a:r>
            <a:r>
              <a:rPr lang="en-US" dirty="0"/>
              <a:t>, </a:t>
            </a:r>
            <a:r>
              <a:rPr lang="en-US" dirty="0" err="1"/>
              <a:t>newsize</a:t>
            </a:r>
            <a:r>
              <a:rPr lang="en-US" dirty="0"/>
              <a:t>*</a:t>
            </a:r>
            <a:r>
              <a:rPr lang="en-US" dirty="0" err="1"/>
              <a:t>sizeof</a:t>
            </a:r>
            <a:r>
              <a:rPr lang="en-US" dirty="0"/>
              <a:t>(char));</a:t>
            </a:r>
          </a:p>
          <a:p>
            <a:pPr marL="0" indent="0">
              <a:buNone/>
            </a:pPr>
            <a:r>
              <a:rPr lang="en-US" dirty="0"/>
              <a:t>		Remember to make sure / check that </a:t>
            </a:r>
            <a:r>
              <a:rPr lang="en-US" dirty="0" err="1"/>
              <a:t>arr</a:t>
            </a:r>
            <a:r>
              <a:rPr lang="en-US" dirty="0"/>
              <a:t> is not NULL!!!!</a:t>
            </a:r>
          </a:p>
          <a:p>
            <a:pPr marL="0" indent="0">
              <a:buNone/>
            </a:pPr>
            <a:r>
              <a:rPr lang="en-US" dirty="0"/>
              <a:t>		You can’t reallocate nothing!</a:t>
            </a:r>
            <a:endParaRPr lang="en-DK" dirty="0"/>
          </a:p>
        </p:txBody>
      </p:sp>
    </p:spTree>
    <p:extLst>
      <p:ext uri="{BB962C8B-B14F-4D97-AF65-F5344CB8AC3E}">
        <p14:creationId xmlns:p14="http://schemas.microsoft.com/office/powerpoint/2010/main" val="151703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FC000"/>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EB73C4EE-A5B1-4AD3-BDA8-9DBE73960635}"/>
              </a:ext>
            </a:extLst>
          </p:cNvPr>
          <p:cNvSpPr>
            <a:spLocks noGrp="1"/>
          </p:cNvSpPr>
          <p:nvPr>
            <p:ph type="sldNum" sz="quarter" idx="10"/>
          </p:nvPr>
        </p:nvSpPr>
        <p:spPr/>
        <p:txBody>
          <a:bodyPr/>
          <a:lstStyle/>
          <a:p>
            <a:fld id="{D8D877B3-D348-4611-9BDB-C5374591D951}" type="slidenum">
              <a:rPr lang="en-US" smtClean="0"/>
              <a:pPr/>
              <a:t>49</a:t>
            </a:fld>
            <a:endParaRPr lang="en-US" dirty="0"/>
          </a:p>
        </p:txBody>
      </p:sp>
      <p:sp>
        <p:nvSpPr>
          <p:cNvPr id="4" name="Titel 3">
            <a:extLst>
              <a:ext uri="{FF2B5EF4-FFF2-40B4-BE49-F238E27FC236}">
                <a16:creationId xmlns:a16="http://schemas.microsoft.com/office/drawing/2014/main" id="{5E5B3652-97F9-4CD3-9B82-FBAAF85103AB}"/>
              </a:ext>
            </a:extLst>
          </p:cNvPr>
          <p:cNvSpPr>
            <a:spLocks noGrp="1"/>
          </p:cNvSpPr>
          <p:nvPr>
            <p:ph type="title"/>
          </p:nvPr>
        </p:nvSpPr>
        <p:spPr/>
        <p:txBody>
          <a:bodyPr/>
          <a:lstStyle/>
          <a:p>
            <a:r>
              <a:rPr lang="en-US" dirty="0"/>
              <a:t>Storage Classes</a:t>
            </a:r>
          </a:p>
        </p:txBody>
      </p:sp>
      <p:sp>
        <p:nvSpPr>
          <p:cNvPr id="5" name="Pladsholder til tekst 4">
            <a:extLst>
              <a:ext uri="{FF2B5EF4-FFF2-40B4-BE49-F238E27FC236}">
                <a16:creationId xmlns:a16="http://schemas.microsoft.com/office/drawing/2014/main" id="{1BA287D3-6EF6-49C1-A7EC-F40BFEF22F6E}"/>
              </a:ext>
            </a:extLst>
          </p:cNvPr>
          <p:cNvSpPr>
            <a:spLocks noGrp="1"/>
          </p:cNvSpPr>
          <p:nvPr>
            <p:ph type="body" sz="quarter" idx="12"/>
          </p:nvPr>
        </p:nvSpPr>
        <p:spPr>
          <a:xfrm>
            <a:off x="587374" y="1455089"/>
            <a:ext cx="11017251" cy="4809688"/>
          </a:xfrm>
        </p:spPr>
        <p:txBody>
          <a:bodyPr>
            <a:normAutofit/>
          </a:bodyPr>
          <a:lstStyle/>
          <a:p>
            <a:pPr>
              <a:buFont typeface="Arial" panose="020B0604020202020204" pitchFamily="34" charset="0"/>
              <a:buChar char="•"/>
            </a:pPr>
            <a:r>
              <a:rPr lang="en-US" b="1" dirty="0"/>
              <a:t>static</a:t>
            </a:r>
            <a:r>
              <a:rPr lang="en-US" dirty="0"/>
              <a:t>: </a:t>
            </a:r>
            <a:r>
              <a:rPr lang="da-DK" dirty="0"/>
              <a:t>instruerer kompilatoren om at holde en lokal variabel i eksistensen i programmets levetid i stedet for at oprette og ødelægge den, hver gang den kommer ind og går uden for rækkevidde. Derfor gør lokale variabler statiske, at de kan bevare deres værdier mellem funktionskald.</a:t>
            </a:r>
          </a:p>
          <a:p>
            <a:pPr lvl="1">
              <a:buFont typeface="Arial" panose="020B0604020202020204" pitchFamily="34" charset="0"/>
              <a:buChar char="•"/>
            </a:pPr>
            <a:r>
              <a:rPr lang="da-DK" dirty="0"/>
              <a:t>Den statiske </a:t>
            </a:r>
            <a:r>
              <a:rPr lang="da-DK" dirty="0" err="1"/>
              <a:t>modifikator</a:t>
            </a:r>
            <a:r>
              <a:rPr lang="da-DK" dirty="0"/>
              <a:t> kan også anvendes til globale variabler. Når dette er gjort, bevirker det, at variablens omfang er begrænset til den fil, hvori den er deklareret.</a:t>
            </a:r>
          </a:p>
          <a:p>
            <a:pPr lvl="1">
              <a:buFont typeface="Arial" panose="020B0604020202020204" pitchFamily="34" charset="0"/>
              <a:buChar char="•"/>
            </a:pPr>
            <a:r>
              <a:rPr lang="da-DK" dirty="0"/>
              <a:t>Ved C-programmering, når </a:t>
            </a:r>
            <a:r>
              <a:rPr lang="da-DK" b="1" dirty="0" err="1"/>
              <a:t>static</a:t>
            </a:r>
            <a:r>
              <a:rPr lang="da-DK" dirty="0"/>
              <a:t> bruges på en global variabel, får det kun én kopi af dette medlem til at deles af alle objekter i sin klasse.</a:t>
            </a:r>
          </a:p>
          <a:p>
            <a:pPr lvl="1">
              <a:buFont typeface="Arial" panose="020B0604020202020204" pitchFamily="34" charset="0"/>
              <a:buChar char="•"/>
            </a:pPr>
            <a:endParaRPr lang="en-US" dirty="0"/>
          </a:p>
          <a:p>
            <a:pPr>
              <a:buFont typeface="Arial" panose="020B0604020202020204" pitchFamily="34" charset="0"/>
              <a:buChar char="•"/>
            </a:pPr>
            <a:r>
              <a:rPr lang="da-DK" b="1" dirty="0" err="1"/>
              <a:t>extern</a:t>
            </a:r>
            <a:r>
              <a:rPr lang="da-DK" dirty="0"/>
              <a:t>: bruges til at give en henvisning til en global variabel, der er synlig for ALLE programfilerne. Når du bruger 'ekstern', kan variablen imidlertid ikke initialiseres, den peger variabelnavnet på et lagringssted, der tidligere er defineret.</a:t>
            </a:r>
          </a:p>
          <a:p>
            <a:pPr lvl="1">
              <a:buFont typeface="Arial" panose="020B0604020202020204" pitchFamily="34" charset="0"/>
              <a:buChar char="•"/>
            </a:pPr>
            <a:r>
              <a:rPr lang="da-DK" dirty="0"/>
              <a:t>Når du har flere filer, og du definerer en global variabel eller funktion, som også bruges i andre filer, bruges ekstern i en anden fil til at give referencen til den definerede variabel eller funktion. </a:t>
            </a:r>
          </a:p>
          <a:p>
            <a:pPr lvl="1">
              <a:buFont typeface="Arial" panose="020B0604020202020204" pitchFamily="34" charset="0"/>
              <a:buChar char="•"/>
            </a:pPr>
            <a:r>
              <a:rPr lang="da-DK" dirty="0"/>
              <a:t>Den eksterne </a:t>
            </a:r>
            <a:r>
              <a:rPr lang="da-DK" dirty="0" err="1"/>
              <a:t>modifikator</a:t>
            </a:r>
            <a:r>
              <a:rPr lang="da-DK" dirty="0"/>
              <a:t> bruges mest, når der er to eller flere filer, der deler de samme globale variabler eller funktioner.</a:t>
            </a:r>
          </a:p>
        </p:txBody>
      </p:sp>
    </p:spTree>
    <p:extLst>
      <p:ext uri="{BB962C8B-B14F-4D97-AF65-F5344CB8AC3E}">
        <p14:creationId xmlns:p14="http://schemas.microsoft.com/office/powerpoint/2010/main" val="597739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80B789-28A6-3EB3-208C-901537EC9DC4}"/>
              </a:ext>
            </a:extLst>
          </p:cNvPr>
          <p:cNvSpPr>
            <a:spLocks noGrp="1"/>
          </p:cNvSpPr>
          <p:nvPr>
            <p:ph type="sldNum" sz="quarter" idx="4"/>
          </p:nvPr>
        </p:nvSpPr>
        <p:spPr/>
        <p:txBody>
          <a:bodyPr/>
          <a:lstStyle/>
          <a:p>
            <a:fld id="{D8D877B3-D348-4611-9BDB-C5374591D951}" type="slidenum">
              <a:rPr lang="en-US" smtClean="0"/>
              <a:pPr/>
              <a:t>50</a:t>
            </a:fld>
            <a:endParaRPr lang="en-US" dirty="0"/>
          </a:p>
        </p:txBody>
      </p:sp>
      <p:sp>
        <p:nvSpPr>
          <p:cNvPr id="3" name="Title 2">
            <a:extLst>
              <a:ext uri="{FF2B5EF4-FFF2-40B4-BE49-F238E27FC236}">
                <a16:creationId xmlns:a16="http://schemas.microsoft.com/office/drawing/2014/main" id="{6CC12802-A665-2150-AAA7-07F746E69F08}"/>
              </a:ext>
            </a:extLst>
          </p:cNvPr>
          <p:cNvSpPr>
            <a:spLocks noGrp="1"/>
          </p:cNvSpPr>
          <p:nvPr>
            <p:ph type="title"/>
          </p:nvPr>
        </p:nvSpPr>
        <p:spPr>
          <a:xfrm>
            <a:off x="587374" y="370290"/>
            <a:ext cx="10896768" cy="1474385"/>
          </a:xfrm>
        </p:spPr>
        <p:txBody>
          <a:bodyPr/>
          <a:lstStyle/>
          <a:p>
            <a:r>
              <a:rPr lang="da-DK" dirty="0"/>
              <a:t>Patient journalen </a:t>
            </a:r>
            <a:br>
              <a:rPr lang="da-DK" dirty="0"/>
            </a:br>
            <a:r>
              <a:rPr lang="da-DK" sz="2800" dirty="0" err="1"/>
              <a:t>What</a:t>
            </a:r>
            <a:r>
              <a:rPr lang="da-DK" sz="2800" dirty="0"/>
              <a:t> </a:t>
            </a:r>
            <a:r>
              <a:rPr lang="da-DK" sz="2800" dirty="0" err="1"/>
              <a:t>we</a:t>
            </a:r>
            <a:r>
              <a:rPr lang="da-DK" sz="2800" dirty="0"/>
              <a:t> </a:t>
            </a:r>
            <a:r>
              <a:rPr lang="da-DK" sz="2800" dirty="0" err="1"/>
              <a:t>know</a:t>
            </a:r>
            <a:r>
              <a:rPr lang="da-DK" sz="2800" dirty="0"/>
              <a:t> 2</a:t>
            </a:r>
            <a:endParaRPr lang="en-DK" dirty="0"/>
          </a:p>
        </p:txBody>
      </p:sp>
      <p:sp>
        <p:nvSpPr>
          <p:cNvPr id="6" name="TextBox 5">
            <a:extLst>
              <a:ext uri="{FF2B5EF4-FFF2-40B4-BE49-F238E27FC236}">
                <a16:creationId xmlns:a16="http://schemas.microsoft.com/office/drawing/2014/main" id="{F564F6FB-B70D-6457-205A-DEF68C2D23B5}"/>
              </a:ext>
            </a:extLst>
          </p:cNvPr>
          <p:cNvSpPr txBox="1"/>
          <p:nvPr/>
        </p:nvSpPr>
        <p:spPr>
          <a:xfrm>
            <a:off x="6981516" y="1121978"/>
            <a:ext cx="4929839" cy="5262979"/>
          </a:xfrm>
          <a:prstGeom prst="rect">
            <a:avLst/>
          </a:prstGeom>
          <a:solidFill>
            <a:schemeClr val="bg1">
              <a:lumMod val="95000"/>
            </a:schemeClr>
          </a:solidFill>
        </p:spPr>
        <p:txBody>
          <a:bodyPr wrap="square">
            <a:spAutoFit/>
          </a:bodyPr>
          <a:lstStyle/>
          <a:p>
            <a:pPr marL="228600" indent="-228600">
              <a:buFont typeface="+mj-lt"/>
              <a:buAutoNum type="arabicPeriod"/>
            </a:pPr>
            <a:r>
              <a:rPr lang="en-US" sz="800" b="0" dirty="0">
                <a:solidFill>
                  <a:srgbClr val="008000"/>
                </a:solidFill>
                <a:effectLst/>
                <a:latin typeface="Consolas" panose="020B0609020204030204" pitchFamily="49" charset="0"/>
              </a:rPr>
              <a:t>/*</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008000"/>
                </a:solidFill>
                <a:effectLst/>
                <a:latin typeface="Consolas" panose="020B0609020204030204" pitchFamily="49" charset="0"/>
              </a:rPr>
              <a:t>  System now capable of printing name and Weight classification!</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008000"/>
                </a:solidFill>
                <a:effectLst/>
                <a:latin typeface="Consolas" panose="020B0609020204030204" pitchFamily="49" charset="0"/>
              </a:rPr>
              <a:t>  Questions: Is this easy to read? (what is the issue?)</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008000"/>
                </a:solidFill>
                <a:effectLst/>
                <a:latin typeface="Consolas" panose="020B0609020204030204" pitchFamily="49" charset="0"/>
              </a:rPr>
              <a:t>*/</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AF00DB"/>
                </a:solidFill>
                <a:effectLst/>
                <a:latin typeface="Consolas" panose="020B0609020204030204" pitchFamily="49" charset="0"/>
              </a:rPr>
              <a:t>#include</a:t>
            </a:r>
            <a:r>
              <a:rPr lang="en-US" sz="800" b="0" dirty="0">
                <a:solidFill>
                  <a:srgbClr val="0000FF"/>
                </a:solidFill>
                <a:effectLst/>
                <a:latin typeface="Consolas" panose="020B0609020204030204" pitchFamily="49" charset="0"/>
              </a:rPr>
              <a:t> </a:t>
            </a:r>
            <a:r>
              <a:rPr lang="en-US" sz="800" b="0" dirty="0">
                <a:solidFill>
                  <a:srgbClr val="A31515"/>
                </a:solidFill>
                <a:effectLst/>
                <a:latin typeface="Consolas" panose="020B0609020204030204" pitchFamily="49" charset="0"/>
              </a:rPr>
              <a:t>&lt;</a:t>
            </a:r>
            <a:r>
              <a:rPr lang="en-US" sz="800" b="0" dirty="0" err="1">
                <a:solidFill>
                  <a:srgbClr val="A31515"/>
                </a:solidFill>
                <a:effectLst/>
                <a:latin typeface="Consolas" panose="020B0609020204030204" pitchFamily="49" charset="0"/>
              </a:rPr>
              <a:t>stdio.h</a:t>
            </a:r>
            <a:r>
              <a:rPr lang="en-US" sz="800" b="0" dirty="0">
                <a:solidFill>
                  <a:srgbClr val="A31515"/>
                </a:solidFill>
                <a:effectLst/>
                <a:latin typeface="Consolas" panose="020B0609020204030204" pitchFamily="49" charset="0"/>
              </a:rPr>
              <a:t>&gt;</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AF00DB"/>
                </a:solidFill>
                <a:effectLst/>
                <a:latin typeface="Consolas" panose="020B0609020204030204" pitchFamily="49" charset="0"/>
              </a:rPr>
              <a:t>#include</a:t>
            </a:r>
            <a:r>
              <a:rPr lang="en-US" sz="800" b="0" dirty="0">
                <a:solidFill>
                  <a:srgbClr val="0000FF"/>
                </a:solidFill>
                <a:effectLst/>
                <a:latin typeface="Consolas" panose="020B0609020204030204" pitchFamily="49" charset="0"/>
              </a:rPr>
              <a:t> </a:t>
            </a:r>
            <a:r>
              <a:rPr lang="en-US" sz="800" b="0" dirty="0">
                <a:solidFill>
                  <a:srgbClr val="A31515"/>
                </a:solidFill>
                <a:effectLst/>
                <a:latin typeface="Consolas" panose="020B0609020204030204" pitchFamily="49" charset="0"/>
              </a:rPr>
              <a:t>&lt;</a:t>
            </a:r>
            <a:r>
              <a:rPr lang="en-US" sz="800" b="0" dirty="0" err="1">
                <a:solidFill>
                  <a:srgbClr val="A31515"/>
                </a:solidFill>
                <a:effectLst/>
                <a:latin typeface="Consolas" panose="020B0609020204030204" pitchFamily="49" charset="0"/>
              </a:rPr>
              <a:t>string.h</a:t>
            </a:r>
            <a:r>
              <a:rPr lang="en-US" sz="800" b="0" dirty="0">
                <a:solidFill>
                  <a:srgbClr val="A31515"/>
                </a:solidFill>
                <a:effectLst/>
                <a:latin typeface="Consolas" panose="020B0609020204030204" pitchFamily="49" charset="0"/>
              </a:rPr>
              <a:t>&gt;</a:t>
            </a:r>
            <a:endParaRPr lang="en-US" sz="800" b="0" dirty="0">
              <a:solidFill>
                <a:srgbClr val="000000"/>
              </a:solidFill>
              <a:effectLst/>
              <a:latin typeface="Consolas" panose="020B0609020204030204" pitchFamily="49" charset="0"/>
            </a:endParaRPr>
          </a:p>
          <a:p>
            <a:pPr marL="228600" indent="-228600">
              <a:buFont typeface="+mj-lt"/>
              <a:buAutoNum type="arabicPeriod"/>
            </a:pPr>
            <a:br>
              <a:rPr lang="en-US" sz="800" b="0" dirty="0">
                <a:solidFill>
                  <a:srgbClr val="000000"/>
                </a:solidFill>
                <a:effectLst/>
                <a:latin typeface="Consolas" panose="020B0609020204030204" pitchFamily="49" charset="0"/>
              </a:rPr>
            </a:br>
            <a:r>
              <a:rPr lang="en-US" sz="800" b="0" dirty="0">
                <a:solidFill>
                  <a:srgbClr val="0000FF"/>
                </a:solidFill>
                <a:effectLst/>
                <a:latin typeface="Consolas" panose="020B0609020204030204" pitchFamily="49" charset="0"/>
              </a:rPr>
              <a:t>int</a:t>
            </a:r>
            <a:r>
              <a:rPr lang="en-US" sz="800" b="0" dirty="0">
                <a:solidFill>
                  <a:srgbClr val="000000"/>
                </a:solidFill>
                <a:effectLst/>
                <a:latin typeface="Consolas" panose="020B0609020204030204" pitchFamily="49" charset="0"/>
              </a:rPr>
              <a:t> </a:t>
            </a:r>
            <a:r>
              <a:rPr lang="en-US" sz="800" b="0" dirty="0">
                <a:solidFill>
                  <a:srgbClr val="795E26"/>
                </a:solidFill>
                <a:effectLst/>
                <a:latin typeface="Consolas" panose="020B0609020204030204" pitchFamily="49" charset="0"/>
              </a:rPr>
              <a:t>main</a:t>
            </a:r>
            <a:r>
              <a:rPr lang="en-US" sz="800" b="0" dirty="0">
                <a:solidFill>
                  <a:srgbClr val="000000"/>
                </a:solidFill>
                <a:effectLst/>
                <a:latin typeface="Consolas" panose="020B0609020204030204" pitchFamily="49" charset="0"/>
              </a:rPr>
              <a:t>(</a:t>
            </a:r>
            <a:r>
              <a:rPr lang="en-US" sz="800" b="0" dirty="0">
                <a:solidFill>
                  <a:srgbClr val="0000FF"/>
                </a:solidFill>
                <a:effectLst/>
                <a:latin typeface="Consolas" panose="020B0609020204030204" pitchFamily="49" charset="0"/>
              </a:rPr>
              <a:t>int</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argc</a:t>
            </a: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char</a:t>
            </a: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const</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argv</a:t>
            </a:r>
            <a:r>
              <a:rPr lang="en-US" sz="800" b="0" dirty="0">
                <a:solidFill>
                  <a:srgbClr val="0000FF"/>
                </a:solidFill>
                <a:effectLst/>
                <a:latin typeface="Consolas" panose="020B0609020204030204" pitchFamily="49" charset="0"/>
              </a:rPr>
              <a:t>[]</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int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ids</a:t>
            </a:r>
            <a:r>
              <a:rPr lang="en-US" sz="800" b="0" dirty="0">
                <a:solidFill>
                  <a:srgbClr val="0000FF"/>
                </a:solidFill>
                <a:effectLst/>
                <a:latin typeface="Consolas" panose="020B0609020204030204" pitchFamily="49" charset="0"/>
              </a:rPr>
              <a:t>[]</a:t>
            </a:r>
            <a:r>
              <a:rPr lang="en-US" sz="800" b="0" dirty="0">
                <a:solidFill>
                  <a:srgbClr val="000000"/>
                </a:solidFill>
                <a:effectLst/>
                <a:latin typeface="Consolas" panose="020B0609020204030204" pitchFamily="49" charset="0"/>
              </a:rPr>
              <a:t> = {</a:t>
            </a:r>
            <a:r>
              <a:rPr lang="en-US" sz="800" b="0" dirty="0">
                <a:solidFill>
                  <a:srgbClr val="098658"/>
                </a:solidFill>
                <a:effectLst/>
                <a:latin typeface="Consolas" panose="020B0609020204030204" pitchFamily="49" charset="0"/>
              </a:rPr>
              <a:t>1</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3</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52</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23</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int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ages</a:t>
            </a:r>
            <a:r>
              <a:rPr lang="en-US" sz="800" b="0" dirty="0">
                <a:solidFill>
                  <a:srgbClr val="0000FF"/>
                </a:solidFill>
                <a:effectLst/>
                <a:latin typeface="Consolas" panose="020B0609020204030204" pitchFamily="49" charset="0"/>
              </a:rPr>
              <a:t>[]</a:t>
            </a:r>
            <a:r>
              <a:rPr lang="en-US" sz="800" b="0" dirty="0">
                <a:solidFill>
                  <a:srgbClr val="000000"/>
                </a:solidFill>
                <a:effectLst/>
                <a:latin typeface="Consolas" panose="020B0609020204030204" pitchFamily="49" charset="0"/>
              </a:rPr>
              <a:t> = {</a:t>
            </a:r>
            <a:r>
              <a:rPr lang="en-US" sz="800" b="0" dirty="0">
                <a:solidFill>
                  <a:srgbClr val="098658"/>
                </a:solidFill>
                <a:effectLst/>
                <a:latin typeface="Consolas" panose="020B0609020204030204" pitchFamily="49" charset="0"/>
              </a:rPr>
              <a:t>13</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44</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51</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100</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float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weights</a:t>
            </a:r>
            <a:r>
              <a:rPr lang="en-US" sz="800" b="0" dirty="0">
                <a:solidFill>
                  <a:srgbClr val="0000FF"/>
                </a:solidFill>
                <a:effectLst/>
                <a:latin typeface="Consolas" panose="020B0609020204030204" pitchFamily="49" charset="0"/>
              </a:rPr>
              <a:t>[]</a:t>
            </a:r>
            <a:r>
              <a:rPr lang="en-US" sz="800" b="0" dirty="0">
                <a:solidFill>
                  <a:srgbClr val="000000"/>
                </a:solidFill>
                <a:effectLst/>
                <a:latin typeface="Consolas" panose="020B0609020204030204" pitchFamily="49" charset="0"/>
              </a:rPr>
              <a:t> = {</a:t>
            </a:r>
            <a:r>
              <a:rPr lang="en-US" sz="800" b="0" dirty="0">
                <a:solidFill>
                  <a:srgbClr val="098658"/>
                </a:solidFill>
                <a:effectLst/>
                <a:latin typeface="Consolas" panose="020B0609020204030204" pitchFamily="49" charset="0"/>
              </a:rPr>
              <a:t>80</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99</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100</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50</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float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heights</a:t>
            </a:r>
            <a:r>
              <a:rPr lang="en-US" sz="800" b="0" dirty="0">
                <a:solidFill>
                  <a:srgbClr val="0000FF"/>
                </a:solidFill>
                <a:effectLst/>
                <a:latin typeface="Consolas" panose="020B0609020204030204" pitchFamily="49" charset="0"/>
              </a:rPr>
              <a:t>[]</a:t>
            </a:r>
            <a:r>
              <a:rPr lang="en-US" sz="800" b="0" dirty="0">
                <a:solidFill>
                  <a:srgbClr val="000000"/>
                </a:solidFill>
                <a:effectLst/>
                <a:latin typeface="Consolas" panose="020B0609020204030204" pitchFamily="49" charset="0"/>
              </a:rPr>
              <a:t> = {</a:t>
            </a:r>
            <a:r>
              <a:rPr lang="en-US" sz="800" b="0" dirty="0">
                <a:solidFill>
                  <a:srgbClr val="098658"/>
                </a:solidFill>
                <a:effectLst/>
                <a:latin typeface="Consolas" panose="020B0609020204030204" pitchFamily="49" charset="0"/>
              </a:rPr>
              <a:t>1.80</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1.62</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1.30</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1.74</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char</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weight_classification</a:t>
            </a:r>
            <a:r>
              <a:rPr lang="en-US" sz="800" b="0" dirty="0">
                <a:solidFill>
                  <a:srgbClr val="000000"/>
                </a:solidFill>
                <a:effectLst/>
                <a:latin typeface="Consolas" panose="020B0609020204030204" pitchFamily="49" charset="0"/>
              </a:rPr>
              <a:t>[</a:t>
            </a:r>
            <a:r>
              <a:rPr lang="en-US" sz="800" b="0" dirty="0">
                <a:solidFill>
                  <a:srgbClr val="098658"/>
                </a:solidFill>
                <a:effectLst/>
                <a:latin typeface="Consolas" panose="020B0609020204030204" pitchFamily="49" charset="0"/>
              </a:rPr>
              <a:t>30</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8000"/>
                </a:solidFill>
                <a:effectLst/>
                <a:latin typeface="Consolas" panose="020B0609020204030204" pitchFamily="49" charset="0"/>
              </a:rPr>
              <a:t>// </a:t>
            </a:r>
            <a:r>
              <a:rPr lang="en-US" sz="800" b="0" dirty="0" err="1">
                <a:solidFill>
                  <a:srgbClr val="008000"/>
                </a:solidFill>
                <a:effectLst/>
                <a:latin typeface="Consolas" panose="020B0609020204030204" pitchFamily="49" charset="0"/>
              </a:rPr>
              <a:t>Udregn</a:t>
            </a:r>
            <a:r>
              <a:rPr lang="en-US" sz="800" b="0" dirty="0">
                <a:solidFill>
                  <a:srgbClr val="008000"/>
                </a:solidFill>
                <a:effectLst/>
                <a:latin typeface="Consolas" panose="020B0609020204030204" pitchFamily="49" charset="0"/>
              </a:rPr>
              <a:t> </a:t>
            </a:r>
            <a:r>
              <a:rPr lang="en-US" sz="800" b="0" dirty="0" err="1">
                <a:solidFill>
                  <a:srgbClr val="008000"/>
                </a:solidFill>
                <a:effectLst/>
                <a:latin typeface="Consolas" panose="020B0609020204030204" pitchFamily="49" charset="0"/>
              </a:rPr>
              <a:t>længde</a:t>
            </a:r>
            <a:r>
              <a:rPr lang="en-US" sz="800" b="0" dirty="0">
                <a:solidFill>
                  <a:srgbClr val="008000"/>
                </a:solidFill>
                <a:effectLst/>
                <a:latin typeface="Consolas" panose="020B0609020204030204" pitchFamily="49" charset="0"/>
              </a:rPr>
              <a:t> </a:t>
            </a:r>
            <a:r>
              <a:rPr lang="en-US" sz="800" b="0" dirty="0" err="1">
                <a:solidFill>
                  <a:srgbClr val="008000"/>
                </a:solidFill>
                <a:effectLst/>
                <a:latin typeface="Consolas" panose="020B0609020204030204" pitchFamily="49" charset="0"/>
              </a:rPr>
              <a:t>på</a:t>
            </a:r>
            <a:r>
              <a:rPr lang="en-US" sz="800" b="0" dirty="0">
                <a:solidFill>
                  <a:srgbClr val="008000"/>
                </a:solidFill>
                <a:effectLst/>
                <a:latin typeface="Consolas" panose="020B0609020204030204" pitchFamily="49" charset="0"/>
              </a:rPr>
              <a:t> et </a:t>
            </a:r>
            <a:r>
              <a:rPr lang="en-US" sz="800" b="0" dirty="0" err="1">
                <a:solidFill>
                  <a:srgbClr val="008000"/>
                </a:solidFill>
                <a:effectLst/>
                <a:latin typeface="Consolas" panose="020B0609020204030204" pitchFamily="49" charset="0"/>
              </a:rPr>
              <a:t>helt</a:t>
            </a:r>
            <a:r>
              <a:rPr lang="en-US" sz="800" b="0" dirty="0">
                <a:solidFill>
                  <a:srgbClr val="008000"/>
                </a:solidFill>
                <a:effectLst/>
                <a:latin typeface="Consolas" panose="020B0609020204030204" pitchFamily="49" charset="0"/>
              </a:rPr>
              <a:t> array (</a:t>
            </a:r>
            <a:r>
              <a:rPr lang="en-US" sz="800" b="0" dirty="0" err="1">
                <a:solidFill>
                  <a:srgbClr val="008000"/>
                </a:solidFill>
                <a:effectLst/>
                <a:latin typeface="Consolas" panose="020B0609020204030204" pitchFamily="49" charset="0"/>
              </a:rPr>
              <a:t>sådan</a:t>
            </a:r>
            <a:r>
              <a:rPr lang="en-US" sz="800" b="0" dirty="0">
                <a:solidFill>
                  <a:srgbClr val="008000"/>
                </a:solidFill>
                <a:effectLst/>
                <a:latin typeface="Consolas" panose="020B0609020204030204" pitchFamily="49" charset="0"/>
              </a:rPr>
              <a:t> </a:t>
            </a:r>
            <a:r>
              <a:rPr lang="en-US" sz="800" b="0" dirty="0" err="1">
                <a:solidFill>
                  <a:srgbClr val="008000"/>
                </a:solidFill>
                <a:effectLst/>
                <a:latin typeface="Consolas" panose="020B0609020204030204" pitchFamily="49" charset="0"/>
              </a:rPr>
              <a:t>gør</a:t>
            </a:r>
            <a:r>
              <a:rPr lang="en-US" sz="800" b="0" dirty="0">
                <a:solidFill>
                  <a:srgbClr val="008000"/>
                </a:solidFill>
                <a:effectLst/>
                <a:latin typeface="Consolas" panose="020B0609020204030204" pitchFamily="49" charset="0"/>
              </a:rPr>
              <a:t> man i C)</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int</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number_of_patients</a:t>
            </a:r>
            <a:r>
              <a:rPr lang="en-US" sz="800" b="0" dirty="0">
                <a:solidFill>
                  <a:srgbClr val="000000"/>
                </a:solidFill>
                <a:effectLst/>
                <a:latin typeface="Consolas" panose="020B0609020204030204" pitchFamily="49" charset="0"/>
              </a:rPr>
              <a:t> = </a:t>
            </a:r>
            <a:r>
              <a:rPr lang="en-US" sz="800" b="0" dirty="0" err="1">
                <a:solidFill>
                  <a:srgbClr val="0000FF"/>
                </a:solidFill>
                <a:effectLst/>
                <a:latin typeface="Consolas" panose="020B0609020204030204" pitchFamily="49" charset="0"/>
              </a:rPr>
              <a:t>sizeof</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ids</a:t>
            </a:r>
            <a:r>
              <a:rPr lang="en-US" sz="800" b="0" dirty="0">
                <a:solidFill>
                  <a:srgbClr val="000000"/>
                </a:solidFill>
                <a:effectLst/>
                <a:latin typeface="Consolas" panose="020B0609020204030204" pitchFamily="49" charset="0"/>
              </a:rPr>
              <a:t>) / </a:t>
            </a:r>
            <a:r>
              <a:rPr lang="en-US" sz="800" b="0" dirty="0" err="1">
                <a:solidFill>
                  <a:srgbClr val="0000FF"/>
                </a:solidFill>
                <a:effectLst/>
                <a:latin typeface="Consolas" panose="020B0609020204030204" pitchFamily="49" charset="0"/>
              </a:rPr>
              <a:t>sizeof</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ids</a:t>
            </a:r>
            <a:r>
              <a:rPr lang="en-US" sz="800" b="0" dirty="0">
                <a:solidFill>
                  <a:srgbClr val="000000"/>
                </a:solidFill>
                <a:effectLst/>
                <a:latin typeface="Consolas" panose="020B0609020204030204" pitchFamily="49" charset="0"/>
              </a:rPr>
              <a:t>[</a:t>
            </a:r>
            <a:r>
              <a:rPr lang="en-US" sz="800" b="0" dirty="0">
                <a:solidFill>
                  <a:srgbClr val="098658"/>
                </a:solidFill>
                <a:effectLst/>
                <a:latin typeface="Consolas" panose="020B0609020204030204" pitchFamily="49" charset="0"/>
              </a:rPr>
              <a:t>0</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p>
          <a:p>
            <a:pPr marL="228600" indent="-228600">
              <a:buFont typeface="+mj-lt"/>
              <a:buAutoNum type="arabicPeriod"/>
            </a:pPr>
            <a:r>
              <a:rPr lang="en-US" sz="800" b="0" dirty="0">
                <a:solidFill>
                  <a:srgbClr val="008000"/>
                </a:solidFill>
                <a:effectLst/>
                <a:latin typeface="Consolas" panose="020B0609020204030204" pitchFamily="49" charset="0"/>
              </a:rPr>
              <a:t>    /* Loop through all patients*/</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for</a:t>
            </a: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int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 = </a:t>
            </a:r>
            <a:r>
              <a:rPr lang="en-US" sz="800" b="0" dirty="0">
                <a:solidFill>
                  <a:srgbClr val="098658"/>
                </a:solidFill>
                <a:effectLst/>
                <a:latin typeface="Consolas" panose="020B0609020204030204" pitchFamily="49" charset="0"/>
              </a:rPr>
              <a:t>0</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 &lt; </a:t>
            </a:r>
            <a:r>
              <a:rPr lang="en-US" sz="800" b="0" dirty="0" err="1">
                <a:solidFill>
                  <a:srgbClr val="001080"/>
                </a:solidFill>
                <a:effectLst/>
                <a:latin typeface="Consolas" panose="020B0609020204030204" pitchFamily="49" charset="0"/>
              </a:rPr>
              <a:t>number_of_patients</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8000"/>
                </a:solidFill>
                <a:effectLst/>
                <a:latin typeface="Consolas" panose="020B0609020204030204" pitchFamily="49" charset="0"/>
              </a:rPr>
              <a:t>// BMI classification. </a:t>
            </a:r>
            <a:r>
              <a:rPr lang="en-US" sz="800" b="0" dirty="0" err="1">
                <a:solidFill>
                  <a:srgbClr val="008000"/>
                </a:solidFill>
                <a:effectLst/>
                <a:latin typeface="Consolas" panose="020B0609020204030204" pitchFamily="49" charset="0"/>
              </a:rPr>
              <a:t>eeeh</a:t>
            </a:r>
            <a:r>
              <a:rPr lang="en-US" sz="800" b="0" dirty="0">
                <a:solidFill>
                  <a:srgbClr val="008000"/>
                </a:solidFill>
                <a:effectLst/>
                <a:latin typeface="Consolas" panose="020B0609020204030204" pitchFamily="49" charset="0"/>
              </a:rPr>
              <a:t> this for-loop is getting complicated!</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0000FF"/>
                </a:solidFill>
                <a:effectLst/>
                <a:latin typeface="Consolas" panose="020B0609020204030204" pitchFamily="49" charset="0"/>
              </a:rPr>
              <a:t>float</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bmi</a:t>
            </a:r>
            <a:r>
              <a:rPr lang="en-US" sz="800" b="0" dirty="0">
                <a:solidFill>
                  <a:srgbClr val="000000"/>
                </a:solidFill>
                <a:effectLst/>
                <a:latin typeface="Consolas" panose="020B0609020204030204" pitchFamily="49" charset="0"/>
              </a:rPr>
              <a:t> = </a:t>
            </a:r>
            <a:r>
              <a:rPr lang="en-US" sz="800" b="0" dirty="0">
                <a:solidFill>
                  <a:srgbClr val="001080"/>
                </a:solidFill>
                <a:effectLst/>
                <a:latin typeface="Consolas" panose="020B0609020204030204" pitchFamily="49" charset="0"/>
              </a:rPr>
              <a:t>weights</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 / </a:t>
            </a:r>
            <a:r>
              <a:rPr lang="en-US" sz="800" b="0" dirty="0">
                <a:solidFill>
                  <a:srgbClr val="001080"/>
                </a:solidFill>
                <a:effectLst/>
                <a:latin typeface="Consolas" panose="020B0609020204030204" pitchFamily="49" charset="0"/>
              </a:rPr>
              <a:t>heights</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 / </a:t>
            </a:r>
            <a:r>
              <a:rPr lang="en-US" sz="800" b="0" dirty="0">
                <a:solidFill>
                  <a:srgbClr val="001080"/>
                </a:solidFill>
                <a:effectLst/>
                <a:latin typeface="Consolas" panose="020B0609020204030204" pitchFamily="49" charset="0"/>
              </a:rPr>
              <a:t>heights</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bmi</a:t>
            </a:r>
            <a:r>
              <a:rPr lang="en-US" sz="800" b="0" dirty="0">
                <a:solidFill>
                  <a:srgbClr val="000000"/>
                </a:solidFill>
                <a:effectLst/>
                <a:latin typeface="Consolas" panose="020B0609020204030204" pitchFamily="49" charset="0"/>
              </a:rPr>
              <a:t> &lt;= </a:t>
            </a:r>
            <a:r>
              <a:rPr lang="en-US" sz="800" b="0" dirty="0">
                <a:solidFill>
                  <a:srgbClr val="098658"/>
                </a:solidFill>
                <a:effectLst/>
                <a:latin typeface="Consolas" panose="020B0609020204030204" pitchFamily="49" charset="0"/>
              </a:rPr>
              <a:t>18.5</a:t>
            </a:r>
            <a:r>
              <a:rPr lang="en-US" sz="800" b="0" dirty="0">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strcpy</a:t>
            </a:r>
            <a:r>
              <a:rPr lang="en-US" sz="800" b="0" dirty="0">
                <a:solidFill>
                  <a:srgbClr val="000000"/>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weight_classification</a:t>
            </a:r>
            <a:r>
              <a:rPr lang="en-US" sz="800" b="0" dirty="0">
                <a:solidFill>
                  <a:srgbClr val="000000"/>
                </a:solidFill>
                <a:effectLst/>
                <a:latin typeface="Consolas" panose="020B0609020204030204" pitchFamily="49" charset="0"/>
              </a:rPr>
              <a:t>, </a:t>
            </a:r>
            <a:r>
              <a:rPr lang="en-US" sz="800" b="0" dirty="0">
                <a:solidFill>
                  <a:srgbClr val="A31515"/>
                </a:solidFill>
                <a:effectLst/>
                <a:latin typeface="Consolas" panose="020B0609020204030204" pitchFamily="49" charset="0"/>
              </a:rPr>
              <a:t>"Underweight"</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bmi</a:t>
            </a:r>
            <a:r>
              <a:rPr lang="en-US" sz="800" b="0" dirty="0">
                <a:solidFill>
                  <a:srgbClr val="000000"/>
                </a:solidFill>
                <a:effectLst/>
                <a:latin typeface="Consolas" panose="020B0609020204030204" pitchFamily="49" charset="0"/>
              </a:rPr>
              <a:t> &lt;= </a:t>
            </a:r>
            <a:r>
              <a:rPr lang="en-US" sz="800" b="0" dirty="0">
                <a:solidFill>
                  <a:srgbClr val="098658"/>
                </a:solidFill>
                <a:effectLst/>
                <a:latin typeface="Consolas" panose="020B0609020204030204" pitchFamily="49" charset="0"/>
              </a:rPr>
              <a:t>24.9</a:t>
            </a:r>
            <a:r>
              <a:rPr lang="en-US" sz="800" b="0" dirty="0">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strcpy</a:t>
            </a:r>
            <a:r>
              <a:rPr lang="en-US" sz="800" b="0" dirty="0">
                <a:solidFill>
                  <a:srgbClr val="000000"/>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weight_classification</a:t>
            </a:r>
            <a:r>
              <a:rPr lang="en-US" sz="800" b="0" dirty="0">
                <a:solidFill>
                  <a:srgbClr val="000000"/>
                </a:solidFill>
                <a:effectLst/>
                <a:latin typeface="Consolas" panose="020B0609020204030204" pitchFamily="49" charset="0"/>
              </a:rPr>
              <a:t>, </a:t>
            </a:r>
            <a:r>
              <a:rPr lang="en-US" sz="800" b="0" dirty="0">
                <a:solidFill>
                  <a:srgbClr val="A31515"/>
                </a:solidFill>
                <a:effectLst/>
                <a:latin typeface="Consolas" panose="020B0609020204030204" pitchFamily="49" charset="0"/>
              </a:rPr>
              <a:t>"Normal"</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bmi</a:t>
            </a:r>
            <a:r>
              <a:rPr lang="en-US" sz="800" b="0" dirty="0">
                <a:solidFill>
                  <a:srgbClr val="000000"/>
                </a:solidFill>
                <a:effectLst/>
                <a:latin typeface="Consolas" panose="020B0609020204030204" pitchFamily="49" charset="0"/>
              </a:rPr>
              <a:t> &lt;= </a:t>
            </a:r>
            <a:r>
              <a:rPr lang="en-US" sz="800" b="0" dirty="0">
                <a:solidFill>
                  <a:srgbClr val="098658"/>
                </a:solidFill>
                <a:effectLst/>
                <a:latin typeface="Consolas" panose="020B0609020204030204" pitchFamily="49" charset="0"/>
              </a:rPr>
              <a:t>29.9</a:t>
            </a:r>
            <a:r>
              <a:rPr lang="en-US" sz="800" b="0" dirty="0">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strcpy</a:t>
            </a:r>
            <a:r>
              <a:rPr lang="en-US" sz="800" b="0" dirty="0">
                <a:solidFill>
                  <a:srgbClr val="000000"/>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weight_classification</a:t>
            </a:r>
            <a:r>
              <a:rPr lang="en-US" sz="800" b="0" dirty="0">
                <a:solidFill>
                  <a:srgbClr val="000000"/>
                </a:solidFill>
                <a:effectLst/>
                <a:latin typeface="Consolas" panose="020B0609020204030204" pitchFamily="49" charset="0"/>
              </a:rPr>
              <a:t>, </a:t>
            </a:r>
            <a:r>
              <a:rPr lang="en-US" sz="800" b="0" dirty="0">
                <a:solidFill>
                  <a:srgbClr val="A31515"/>
                </a:solidFill>
                <a:effectLst/>
                <a:latin typeface="Consolas" panose="020B0609020204030204" pitchFamily="49" charset="0"/>
              </a:rPr>
              <a:t>"Overweight"</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strcpy</a:t>
            </a:r>
            <a:r>
              <a:rPr lang="en-US" sz="800" b="0" dirty="0">
                <a:solidFill>
                  <a:srgbClr val="000000"/>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weight_classification</a:t>
            </a:r>
            <a:r>
              <a:rPr lang="en-US" sz="800" b="0" dirty="0">
                <a:solidFill>
                  <a:srgbClr val="000000"/>
                </a:solidFill>
                <a:effectLst/>
                <a:latin typeface="Consolas" panose="020B0609020204030204" pitchFamily="49" charset="0"/>
              </a:rPr>
              <a:t>, </a:t>
            </a:r>
            <a:r>
              <a:rPr lang="en-US" sz="800" b="0" dirty="0">
                <a:solidFill>
                  <a:srgbClr val="A31515"/>
                </a:solidFill>
                <a:effectLst/>
                <a:latin typeface="Consolas" panose="020B0609020204030204" pitchFamily="49" charset="0"/>
              </a:rPr>
              <a:t>"Obese"</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p>
          <a:p>
            <a:pPr marL="228600" indent="-228600">
              <a:buFont typeface="+mj-lt"/>
              <a:buAutoNum type="arabicPeriod"/>
            </a:pPr>
            <a:r>
              <a:rPr lang="en-US" sz="800" b="0" dirty="0">
                <a:solidFill>
                  <a:srgbClr val="008000"/>
                </a:solidFill>
                <a:effectLst/>
                <a:latin typeface="Consolas" panose="020B0609020204030204" pitchFamily="49" charset="0"/>
              </a:rPr>
              <a:t>        /* Print patient information */</a:t>
            </a:r>
            <a:endParaRPr lang="en-US" sz="800" b="0" dirty="0">
              <a:solidFill>
                <a:srgbClr val="000000"/>
              </a:solidFill>
              <a:effectLst/>
              <a:latin typeface="Consolas" panose="020B0609020204030204" pitchFamily="49" charset="0"/>
            </a:endParaRP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err="1">
                <a:solidFill>
                  <a:srgbClr val="795E26"/>
                </a:solidFill>
                <a:effectLst/>
                <a:latin typeface="Consolas" panose="020B0609020204030204" pitchFamily="49" charset="0"/>
              </a:rPr>
              <a:t>printf</a:t>
            </a:r>
            <a:r>
              <a:rPr lang="en-US" sz="800" b="0" dirty="0">
                <a:solidFill>
                  <a:srgbClr val="000000"/>
                </a:solidFill>
                <a:effectLst/>
                <a:latin typeface="Consolas" panose="020B0609020204030204" pitchFamily="49" charset="0"/>
              </a:rPr>
              <a:t>(</a:t>
            </a:r>
            <a:r>
              <a:rPr lang="en-US" sz="800" b="0" dirty="0">
                <a:solidFill>
                  <a:srgbClr val="A31515"/>
                </a:solidFill>
                <a:effectLst/>
                <a:latin typeface="Consolas" panose="020B0609020204030204" pitchFamily="49" charset="0"/>
              </a:rPr>
              <a:t>"Patient Information for </a:t>
            </a:r>
            <a:r>
              <a:rPr lang="en-US" sz="800" b="0" dirty="0">
                <a:solidFill>
                  <a:srgbClr val="001080"/>
                </a:solidFill>
                <a:effectLst/>
                <a:latin typeface="Consolas" panose="020B0609020204030204" pitchFamily="49" charset="0"/>
              </a:rPr>
              <a:t>%d</a:t>
            </a:r>
            <a:r>
              <a:rPr lang="en-US" sz="800" b="0" dirty="0">
                <a:solidFill>
                  <a:srgbClr val="A31515"/>
                </a:solidFill>
                <a:effectLst/>
                <a:latin typeface="Consolas" panose="020B0609020204030204" pitchFamily="49" charset="0"/>
              </a:rPr>
              <a:t> patients</a:t>
            </a:r>
            <a:r>
              <a:rPr lang="en-US" sz="800" b="0" dirty="0">
                <a:solidFill>
                  <a:srgbClr val="EE0000"/>
                </a:solidFill>
                <a:effectLst/>
                <a:latin typeface="Consolas" panose="020B0609020204030204" pitchFamily="49" charset="0"/>
              </a:rPr>
              <a:t>\n</a:t>
            </a:r>
            <a:r>
              <a:rPr lang="en-US" sz="800" b="0" dirty="0">
                <a:solidFill>
                  <a:srgbClr val="A31515"/>
                </a:solidFill>
                <a:effectLst/>
                <a:latin typeface="Consolas" panose="020B0609020204030204" pitchFamily="49" charset="0"/>
              </a:rPr>
              <a:t>"</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number_of_patients</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err="1">
                <a:solidFill>
                  <a:srgbClr val="795E26"/>
                </a:solidFill>
                <a:effectLst/>
                <a:latin typeface="Consolas" panose="020B0609020204030204" pitchFamily="49" charset="0"/>
              </a:rPr>
              <a:t>printf</a:t>
            </a:r>
            <a:r>
              <a:rPr lang="en-US" sz="800" b="0" dirty="0">
                <a:solidFill>
                  <a:srgbClr val="000000"/>
                </a:solidFill>
                <a:effectLst/>
                <a:latin typeface="Consolas" panose="020B0609020204030204" pitchFamily="49" charset="0"/>
              </a:rPr>
              <a:t>(</a:t>
            </a:r>
            <a:r>
              <a:rPr lang="en-US" sz="800" b="0" dirty="0">
                <a:solidFill>
                  <a:srgbClr val="A31515"/>
                </a:solidFill>
                <a:effectLst/>
                <a:latin typeface="Consolas" panose="020B0609020204030204" pitchFamily="49" charset="0"/>
              </a:rPr>
              <a:t>"###</a:t>
            </a:r>
            <a:r>
              <a:rPr lang="en-US" sz="800" b="0" dirty="0">
                <a:solidFill>
                  <a:srgbClr val="EE0000"/>
                </a:solidFill>
                <a:effectLst/>
                <a:latin typeface="Consolas" panose="020B0609020204030204" pitchFamily="49" charset="0"/>
              </a:rPr>
              <a:t>\n</a:t>
            </a:r>
            <a:r>
              <a:rPr lang="en-US" sz="800" b="0" dirty="0">
                <a:solidFill>
                  <a:srgbClr val="A31515"/>
                </a:solidFill>
                <a:effectLst/>
                <a:latin typeface="Consolas" panose="020B0609020204030204" pitchFamily="49" charset="0"/>
              </a:rPr>
              <a:t>"</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err="1">
                <a:solidFill>
                  <a:srgbClr val="795E26"/>
                </a:solidFill>
                <a:effectLst/>
                <a:latin typeface="Consolas" panose="020B0609020204030204" pitchFamily="49" charset="0"/>
              </a:rPr>
              <a:t>printf</a:t>
            </a:r>
            <a:r>
              <a:rPr lang="en-US" sz="800" b="0" dirty="0">
                <a:solidFill>
                  <a:srgbClr val="000000"/>
                </a:solidFill>
                <a:effectLst/>
                <a:latin typeface="Consolas" panose="020B0609020204030204" pitchFamily="49" charset="0"/>
              </a:rPr>
              <a:t>(</a:t>
            </a:r>
            <a:r>
              <a:rPr lang="en-US" sz="800" b="0" dirty="0">
                <a:solidFill>
                  <a:srgbClr val="A31515"/>
                </a:solidFill>
                <a:effectLst/>
                <a:latin typeface="Consolas" panose="020B0609020204030204" pitchFamily="49" charset="0"/>
              </a:rPr>
              <a:t>" </a:t>
            </a:r>
            <a:r>
              <a:rPr lang="en-US" sz="800" b="0" dirty="0" err="1">
                <a:solidFill>
                  <a:srgbClr val="A31515"/>
                </a:solidFill>
                <a:effectLst/>
                <a:latin typeface="Consolas" panose="020B0609020204030204" pitchFamily="49" charset="0"/>
              </a:rPr>
              <a:t>PatientID</a:t>
            </a:r>
            <a:r>
              <a:rPr lang="en-US" sz="800" b="0" dirty="0">
                <a:solidFill>
                  <a:srgbClr val="A31515"/>
                </a:solidFill>
                <a:effectLst/>
                <a:latin typeface="Consolas" panose="020B0609020204030204" pitchFamily="49" charset="0"/>
              </a:rPr>
              <a:t>:</a:t>
            </a:r>
            <a:r>
              <a:rPr lang="en-US" sz="800" b="0" dirty="0">
                <a:solidFill>
                  <a:srgbClr val="EE0000"/>
                </a:solidFill>
                <a:effectLst/>
                <a:latin typeface="Consolas" panose="020B0609020204030204" pitchFamily="49" charset="0"/>
              </a:rPr>
              <a:t>\</a:t>
            </a:r>
            <a:r>
              <a:rPr lang="en-US" sz="800" b="0" dirty="0" err="1">
                <a:solidFill>
                  <a:srgbClr val="EE0000"/>
                </a:solidFill>
                <a:effectLst/>
                <a:latin typeface="Consolas" panose="020B0609020204030204" pitchFamily="49" charset="0"/>
              </a:rPr>
              <a:t>t</a:t>
            </a:r>
            <a:r>
              <a:rPr lang="en-US" sz="800" b="0" dirty="0" err="1">
                <a:solidFill>
                  <a:srgbClr val="001080"/>
                </a:solidFill>
                <a:effectLst/>
                <a:latin typeface="Consolas" panose="020B0609020204030204" pitchFamily="49" charset="0"/>
              </a:rPr>
              <a:t>%d</a:t>
            </a:r>
            <a:r>
              <a:rPr lang="en-US" sz="800" b="0" dirty="0">
                <a:solidFill>
                  <a:srgbClr val="EE0000"/>
                </a:solidFill>
                <a:effectLst/>
                <a:latin typeface="Consolas" panose="020B0609020204030204" pitchFamily="49" charset="0"/>
              </a:rPr>
              <a:t>\n</a:t>
            </a:r>
            <a:r>
              <a:rPr lang="en-US" sz="800" b="0" dirty="0">
                <a:solidFill>
                  <a:srgbClr val="A31515"/>
                </a:solidFill>
                <a:effectLst/>
                <a:latin typeface="Consolas" panose="020B0609020204030204" pitchFamily="49" charset="0"/>
              </a:rPr>
              <a: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ids</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err="1">
                <a:solidFill>
                  <a:srgbClr val="795E26"/>
                </a:solidFill>
                <a:effectLst/>
                <a:latin typeface="Consolas" panose="020B0609020204030204" pitchFamily="49" charset="0"/>
              </a:rPr>
              <a:t>printf</a:t>
            </a:r>
            <a:r>
              <a:rPr lang="en-US" sz="800" b="0" dirty="0">
                <a:solidFill>
                  <a:srgbClr val="000000"/>
                </a:solidFill>
                <a:effectLst/>
                <a:latin typeface="Consolas" panose="020B0609020204030204" pitchFamily="49" charset="0"/>
              </a:rPr>
              <a:t>(</a:t>
            </a:r>
            <a:r>
              <a:rPr lang="en-US" sz="800" b="0" dirty="0">
                <a:solidFill>
                  <a:srgbClr val="A31515"/>
                </a:solidFill>
                <a:effectLst/>
                <a:latin typeface="Consolas" panose="020B0609020204030204" pitchFamily="49" charset="0"/>
              </a:rPr>
              <a:t>" age:</a:t>
            </a:r>
            <a:r>
              <a:rPr lang="en-US" sz="800" b="0" dirty="0">
                <a:solidFill>
                  <a:srgbClr val="EE0000"/>
                </a:solidFill>
                <a:effectLst/>
                <a:latin typeface="Consolas" panose="020B0609020204030204" pitchFamily="49" charset="0"/>
              </a:rPr>
              <a:t>\t\</a:t>
            </a:r>
            <a:r>
              <a:rPr lang="en-US" sz="800" b="0" dirty="0" err="1">
                <a:solidFill>
                  <a:srgbClr val="EE0000"/>
                </a:solidFill>
                <a:effectLst/>
                <a:latin typeface="Consolas" panose="020B0609020204030204" pitchFamily="49" charset="0"/>
              </a:rPr>
              <a:t>t</a:t>
            </a:r>
            <a:r>
              <a:rPr lang="en-US" sz="800" b="0" dirty="0" err="1">
                <a:solidFill>
                  <a:srgbClr val="001080"/>
                </a:solidFill>
                <a:effectLst/>
                <a:latin typeface="Consolas" panose="020B0609020204030204" pitchFamily="49" charset="0"/>
              </a:rPr>
              <a:t>%d</a:t>
            </a:r>
            <a:r>
              <a:rPr lang="en-US" sz="800" b="0" dirty="0">
                <a:solidFill>
                  <a:srgbClr val="A31515"/>
                </a:solidFill>
                <a:effectLst/>
                <a:latin typeface="Consolas" panose="020B0609020204030204" pitchFamily="49" charset="0"/>
              </a:rPr>
              <a:t> years</a:t>
            </a:r>
            <a:r>
              <a:rPr lang="en-US" sz="800" b="0" dirty="0">
                <a:solidFill>
                  <a:srgbClr val="EE0000"/>
                </a:solidFill>
                <a:effectLst/>
                <a:latin typeface="Consolas" panose="020B0609020204030204" pitchFamily="49" charset="0"/>
              </a:rPr>
              <a:t>\n</a:t>
            </a:r>
            <a:r>
              <a:rPr lang="en-US" sz="800" b="0" dirty="0">
                <a:solidFill>
                  <a:srgbClr val="A31515"/>
                </a:solidFill>
                <a:effectLst/>
                <a:latin typeface="Consolas" panose="020B0609020204030204" pitchFamily="49" charset="0"/>
              </a:rPr>
              <a: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ages</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err="1">
                <a:solidFill>
                  <a:srgbClr val="795E26"/>
                </a:solidFill>
                <a:effectLst/>
                <a:latin typeface="Consolas" panose="020B0609020204030204" pitchFamily="49" charset="0"/>
              </a:rPr>
              <a:t>printf</a:t>
            </a:r>
            <a:r>
              <a:rPr lang="en-US" sz="800" b="0" dirty="0">
                <a:solidFill>
                  <a:srgbClr val="000000"/>
                </a:solidFill>
                <a:effectLst/>
                <a:latin typeface="Consolas" panose="020B0609020204030204" pitchFamily="49" charset="0"/>
              </a:rPr>
              <a:t>(</a:t>
            </a:r>
            <a:r>
              <a:rPr lang="en-US" sz="800" b="0" dirty="0">
                <a:solidFill>
                  <a:srgbClr val="A31515"/>
                </a:solidFill>
                <a:effectLst/>
                <a:latin typeface="Consolas" panose="020B0609020204030204" pitchFamily="49" charset="0"/>
              </a:rPr>
              <a:t>" weight:</a:t>
            </a:r>
            <a:r>
              <a:rPr lang="en-US" sz="800" b="0" dirty="0">
                <a:solidFill>
                  <a:srgbClr val="EE0000"/>
                </a:solidFill>
                <a:effectLst/>
                <a:latin typeface="Consolas" panose="020B0609020204030204" pitchFamily="49" charset="0"/>
              </a:rPr>
              <a:t>\t</a:t>
            </a:r>
            <a:r>
              <a:rPr lang="en-US" sz="800" b="0" dirty="0">
                <a:solidFill>
                  <a:srgbClr val="001080"/>
                </a:solidFill>
                <a:effectLst/>
                <a:latin typeface="Consolas" panose="020B0609020204030204" pitchFamily="49" charset="0"/>
              </a:rPr>
              <a:t>%.1f</a:t>
            </a:r>
            <a:r>
              <a:rPr lang="en-US" sz="800" b="0" dirty="0">
                <a:solidFill>
                  <a:srgbClr val="A31515"/>
                </a:solidFill>
                <a:effectLst/>
                <a:latin typeface="Consolas" panose="020B0609020204030204" pitchFamily="49" charset="0"/>
              </a:rPr>
              <a:t> kg</a:t>
            </a:r>
            <a:r>
              <a:rPr lang="en-US" sz="800" b="0" dirty="0">
                <a:solidFill>
                  <a:srgbClr val="EE0000"/>
                </a:solidFill>
                <a:effectLst/>
                <a:latin typeface="Consolas" panose="020B0609020204030204" pitchFamily="49" charset="0"/>
              </a:rPr>
              <a:t>\n</a:t>
            </a:r>
            <a:r>
              <a:rPr lang="en-US" sz="800" b="0" dirty="0">
                <a:solidFill>
                  <a:srgbClr val="A31515"/>
                </a:solidFill>
                <a:effectLst/>
                <a:latin typeface="Consolas" panose="020B0609020204030204" pitchFamily="49" charset="0"/>
              </a:rPr>
              <a: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weights</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err="1">
                <a:solidFill>
                  <a:srgbClr val="795E26"/>
                </a:solidFill>
                <a:effectLst/>
                <a:latin typeface="Consolas" panose="020B0609020204030204" pitchFamily="49" charset="0"/>
              </a:rPr>
              <a:t>printf</a:t>
            </a:r>
            <a:r>
              <a:rPr lang="en-US" sz="800" b="0" dirty="0">
                <a:solidFill>
                  <a:srgbClr val="000000"/>
                </a:solidFill>
                <a:effectLst/>
                <a:latin typeface="Consolas" panose="020B0609020204030204" pitchFamily="49" charset="0"/>
              </a:rPr>
              <a:t>(</a:t>
            </a:r>
            <a:r>
              <a:rPr lang="en-US" sz="800" b="0" dirty="0">
                <a:solidFill>
                  <a:srgbClr val="A31515"/>
                </a:solidFill>
                <a:effectLst/>
                <a:latin typeface="Consolas" panose="020B0609020204030204" pitchFamily="49" charset="0"/>
              </a:rPr>
              <a:t>" height:</a:t>
            </a:r>
            <a:r>
              <a:rPr lang="en-US" sz="800" b="0" dirty="0">
                <a:solidFill>
                  <a:srgbClr val="EE0000"/>
                </a:solidFill>
                <a:effectLst/>
                <a:latin typeface="Consolas" panose="020B0609020204030204" pitchFamily="49" charset="0"/>
              </a:rPr>
              <a:t>\t</a:t>
            </a:r>
            <a:r>
              <a:rPr lang="en-US" sz="800" b="0" dirty="0">
                <a:solidFill>
                  <a:srgbClr val="001080"/>
                </a:solidFill>
                <a:effectLst/>
                <a:latin typeface="Consolas" panose="020B0609020204030204" pitchFamily="49" charset="0"/>
              </a:rPr>
              <a:t>%.2f</a:t>
            </a:r>
            <a:r>
              <a:rPr lang="en-US" sz="800" b="0" dirty="0">
                <a:solidFill>
                  <a:srgbClr val="A31515"/>
                </a:solidFill>
                <a:effectLst/>
                <a:latin typeface="Consolas" panose="020B0609020204030204" pitchFamily="49" charset="0"/>
              </a:rPr>
              <a:t> m</a:t>
            </a:r>
            <a:r>
              <a:rPr lang="en-US" sz="800" b="0" dirty="0">
                <a:solidFill>
                  <a:srgbClr val="EE0000"/>
                </a:solidFill>
                <a:effectLst/>
                <a:latin typeface="Consolas" panose="020B0609020204030204" pitchFamily="49" charset="0"/>
              </a:rPr>
              <a:t>\n</a:t>
            </a:r>
            <a:r>
              <a:rPr lang="en-US" sz="800" b="0" dirty="0">
                <a:solidFill>
                  <a:srgbClr val="A31515"/>
                </a:solidFill>
                <a:effectLst/>
                <a:latin typeface="Consolas" panose="020B0609020204030204" pitchFamily="49" charset="0"/>
              </a:rPr>
              <a:t>"</a:t>
            </a:r>
            <a:r>
              <a:rPr lang="en-US" sz="800" b="0" dirty="0">
                <a:solidFill>
                  <a:srgbClr val="000000"/>
                </a:solidFill>
                <a:effectLst/>
                <a:latin typeface="Consolas" panose="020B0609020204030204" pitchFamily="49" charset="0"/>
              </a:rPr>
              <a:t>, </a:t>
            </a:r>
            <a:r>
              <a:rPr lang="en-US" sz="800" b="0" dirty="0">
                <a:solidFill>
                  <a:srgbClr val="001080"/>
                </a:solidFill>
                <a:effectLst/>
                <a:latin typeface="Consolas" panose="020B0609020204030204" pitchFamily="49" charset="0"/>
              </a:rPr>
              <a:t>heights</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i</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err="1">
                <a:solidFill>
                  <a:srgbClr val="795E26"/>
                </a:solidFill>
                <a:effectLst/>
                <a:latin typeface="Consolas" panose="020B0609020204030204" pitchFamily="49" charset="0"/>
              </a:rPr>
              <a:t>printf</a:t>
            </a:r>
            <a:r>
              <a:rPr lang="en-US" sz="800" b="0" dirty="0">
                <a:solidFill>
                  <a:srgbClr val="000000"/>
                </a:solidFill>
                <a:effectLst/>
                <a:latin typeface="Consolas" panose="020B0609020204030204" pitchFamily="49" charset="0"/>
              </a:rPr>
              <a:t>(</a:t>
            </a:r>
            <a:r>
              <a:rPr lang="en-US" sz="800" b="0" dirty="0">
                <a:solidFill>
                  <a:srgbClr val="A31515"/>
                </a:solidFill>
                <a:effectLst/>
                <a:latin typeface="Consolas" panose="020B0609020204030204" pitchFamily="49" charset="0"/>
              </a:rPr>
              <a:t>" classification: </a:t>
            </a:r>
            <a:r>
              <a:rPr lang="en-US" sz="800" b="0" dirty="0">
                <a:solidFill>
                  <a:srgbClr val="001080"/>
                </a:solidFill>
                <a:effectLst/>
                <a:latin typeface="Consolas" panose="020B0609020204030204" pitchFamily="49" charset="0"/>
              </a:rPr>
              <a:t>%s</a:t>
            </a:r>
            <a:r>
              <a:rPr lang="en-US" sz="800" b="0" dirty="0">
                <a:solidFill>
                  <a:srgbClr val="EE0000"/>
                </a:solidFill>
                <a:effectLst/>
                <a:latin typeface="Consolas" panose="020B0609020204030204" pitchFamily="49" charset="0"/>
              </a:rPr>
              <a:t>\n</a:t>
            </a:r>
            <a:r>
              <a:rPr lang="en-US" sz="800" b="0" dirty="0">
                <a:solidFill>
                  <a:srgbClr val="A31515"/>
                </a:solidFill>
                <a:effectLst/>
                <a:latin typeface="Consolas" panose="020B0609020204030204" pitchFamily="49" charset="0"/>
              </a:rPr>
              <a:t>"</a:t>
            </a:r>
            <a:r>
              <a:rPr lang="en-US" sz="800" b="0" dirty="0">
                <a:solidFill>
                  <a:srgbClr val="000000"/>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weight_classification</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    }</a:t>
            </a:r>
          </a:p>
          <a:p>
            <a:pPr marL="228600" indent="-228600">
              <a:buFont typeface="+mj-lt"/>
              <a:buAutoNum type="arabicPeriod"/>
            </a:pPr>
            <a:r>
              <a:rPr lang="en-US" sz="800" b="0" dirty="0">
                <a:solidFill>
                  <a:srgbClr val="000000"/>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000000"/>
                </a:solidFill>
                <a:effectLst/>
                <a:latin typeface="Consolas" panose="020B0609020204030204" pitchFamily="49" charset="0"/>
              </a:rPr>
              <a:t> </a:t>
            </a:r>
            <a:r>
              <a:rPr lang="en-US" sz="800" b="0" dirty="0">
                <a:solidFill>
                  <a:srgbClr val="098658"/>
                </a:solidFill>
                <a:effectLst/>
                <a:latin typeface="Consolas" panose="020B0609020204030204" pitchFamily="49" charset="0"/>
              </a:rPr>
              <a:t>0</a:t>
            </a:r>
            <a:r>
              <a:rPr lang="en-US" sz="800" b="0" dirty="0">
                <a:solidFill>
                  <a:srgbClr val="000000"/>
                </a:solidFill>
                <a:effectLst/>
                <a:latin typeface="Consolas" panose="020B0609020204030204" pitchFamily="49" charset="0"/>
              </a:rPr>
              <a:t>;</a:t>
            </a:r>
          </a:p>
          <a:p>
            <a:pPr marL="228600" indent="-228600">
              <a:buFont typeface="+mj-lt"/>
              <a:buAutoNum type="arabicPeriod"/>
            </a:pPr>
            <a:r>
              <a:rPr lang="en-US" sz="800" b="0" dirty="0">
                <a:solidFill>
                  <a:srgbClr val="000000"/>
                </a:solidFill>
                <a:effectLst/>
                <a:latin typeface="Consolas" panose="020B0609020204030204" pitchFamily="49" charset="0"/>
              </a:rPr>
              <a:t>}</a:t>
            </a:r>
          </a:p>
          <a:p>
            <a:pPr marL="228600" indent="-228600">
              <a:buFont typeface="+mj-lt"/>
              <a:buAutoNum type="arabicPeriod"/>
            </a:pPr>
            <a:br>
              <a:rPr lang="en-US" sz="800" b="0" dirty="0">
                <a:solidFill>
                  <a:srgbClr val="000000"/>
                </a:solidFill>
                <a:effectLst/>
                <a:latin typeface="Consolas" panose="020B0609020204030204" pitchFamily="49" charset="0"/>
              </a:rPr>
            </a:br>
            <a:endParaRPr lang="en-US" sz="800" b="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2925E59D-4E8B-1D8F-0F78-08064FD1EE66}"/>
              </a:ext>
            </a:extLst>
          </p:cNvPr>
          <p:cNvSpPr txBox="1"/>
          <p:nvPr/>
        </p:nvSpPr>
        <p:spPr>
          <a:xfrm>
            <a:off x="587374" y="1932905"/>
            <a:ext cx="4414210" cy="2062103"/>
          </a:xfrm>
          <a:prstGeom prst="rect">
            <a:avLst/>
          </a:prstGeom>
          <a:noFill/>
        </p:spPr>
        <p:txBody>
          <a:bodyPr wrap="square">
            <a:spAutoFit/>
          </a:bodyPr>
          <a:lstStyle/>
          <a:p>
            <a:r>
              <a:rPr lang="en-US" sz="1600" b="0" dirty="0">
                <a:solidFill>
                  <a:srgbClr val="008000"/>
                </a:solidFill>
                <a:effectLst/>
                <a:latin typeface="Consolas" panose="020B0609020204030204" pitchFamily="49" charset="0"/>
              </a:rPr>
              <a:t>What do we need?</a:t>
            </a:r>
            <a:endParaRPr lang="en-US" sz="1600" b="0" dirty="0">
              <a:solidFill>
                <a:srgbClr val="000000"/>
              </a:solidFill>
              <a:effectLst/>
              <a:latin typeface="Consolas" panose="020B0609020204030204" pitchFamily="49" charset="0"/>
            </a:endParaRPr>
          </a:p>
          <a:p>
            <a:pPr marL="342900" indent="-342900">
              <a:buFont typeface="+mj-lt"/>
              <a:buAutoNum type="arabicPeriod"/>
            </a:pPr>
            <a:r>
              <a:rPr lang="en-US" sz="1600" b="0" dirty="0">
                <a:solidFill>
                  <a:srgbClr val="000000"/>
                </a:solidFill>
                <a:effectLst/>
                <a:latin typeface="Consolas" panose="020B0609020204030204" pitchFamily="49" charset="0"/>
              </a:rPr>
              <a:t>main</a:t>
            </a:r>
            <a:r>
              <a:rPr lang="en-US" sz="1600" dirty="0">
                <a:solidFill>
                  <a:srgbClr val="000000"/>
                </a:solidFill>
                <a:latin typeface="Consolas" panose="020B0609020204030204" pitchFamily="49" charset="0"/>
              </a:rPr>
              <a:t>() is hard to read</a:t>
            </a:r>
          </a:p>
          <a:p>
            <a:pPr marL="800065" lvl="1" indent="-342900">
              <a:buFont typeface="+mj-lt"/>
              <a:buAutoNum type="arabicPeriod"/>
            </a:pPr>
            <a:r>
              <a:rPr lang="en-US" sz="1600" dirty="0">
                <a:solidFill>
                  <a:srgbClr val="000000"/>
                </a:solidFill>
                <a:latin typeface="Consolas" panose="020B0609020204030204" pitchFamily="49" charset="0"/>
              </a:rPr>
              <a:t>many things are happening here</a:t>
            </a:r>
            <a:endParaRPr lang="en-US" sz="1600" b="0" dirty="0">
              <a:solidFill>
                <a:srgbClr val="008000"/>
              </a:solidFill>
              <a:effectLst/>
              <a:latin typeface="Consolas" panose="020B0609020204030204" pitchFamily="49" charset="0"/>
            </a:endParaRPr>
          </a:p>
          <a:p>
            <a:pPr marL="342900" indent="-342900">
              <a:buFont typeface="+mj-lt"/>
              <a:buAutoNum type="arabicPeriod"/>
            </a:pPr>
            <a:r>
              <a:rPr lang="en-US" sz="1600" dirty="0">
                <a:solidFill>
                  <a:srgbClr val="000000"/>
                </a:solidFill>
                <a:latin typeface="Consolas" panose="020B0609020204030204" pitchFamily="49" charset="0"/>
              </a:rPr>
              <a:t>Functions</a:t>
            </a:r>
          </a:p>
          <a:p>
            <a:pPr marL="800065" lvl="1" indent="-342900">
              <a:buFont typeface="+mj-lt"/>
              <a:buAutoNum type="arabicPeriod"/>
            </a:pPr>
            <a:r>
              <a:rPr lang="en-US" sz="1600" dirty="0">
                <a:solidFill>
                  <a:srgbClr val="000000"/>
                </a:solidFill>
                <a:latin typeface="Consolas" panose="020B0609020204030204" pitchFamily="49" charset="0"/>
              </a:rPr>
              <a:t>Improved readability</a:t>
            </a:r>
          </a:p>
          <a:p>
            <a:pPr marL="800065" lvl="1" indent="-342900">
              <a:buFont typeface="+mj-lt"/>
              <a:buAutoNum type="arabicPeriod"/>
            </a:pPr>
            <a:r>
              <a:rPr lang="en-US" sz="1600" b="0" dirty="0">
                <a:solidFill>
                  <a:srgbClr val="000000"/>
                </a:solidFill>
                <a:effectLst/>
                <a:latin typeface="Consolas" panose="020B0609020204030204" pitchFamily="49" charset="0"/>
              </a:rPr>
              <a:t>More functionality</a:t>
            </a:r>
          </a:p>
          <a:p>
            <a:pPr marL="800065" lvl="1" indent="-342900">
              <a:buFont typeface="+mj-lt"/>
              <a:buAutoNum type="arabicPeriod"/>
            </a:pPr>
            <a:r>
              <a:rPr lang="en-US" sz="1600" dirty="0">
                <a:solidFill>
                  <a:srgbClr val="000000"/>
                </a:solidFill>
                <a:latin typeface="Consolas" panose="020B0609020204030204" pitchFamily="49" charset="0"/>
              </a:rPr>
              <a:t>Reduces points of error</a:t>
            </a:r>
            <a:endParaRPr lang="en-US" sz="1600" b="0" dirty="0">
              <a:solidFill>
                <a:srgbClr val="000000"/>
              </a:solidFill>
              <a:effectLst/>
              <a:latin typeface="Consolas" panose="020B0609020204030204" pitchFamily="49" charset="0"/>
            </a:endParaRPr>
          </a:p>
          <a:p>
            <a:pPr marL="342900" indent="-342900">
              <a:buFont typeface="+mj-lt"/>
              <a:buAutoNum type="arabicPeriod"/>
            </a:pPr>
            <a:endParaRPr lang="en-US"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4330660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993B5367-A826-4224-B4AF-51ABAD491CBC}"/>
              </a:ext>
            </a:extLst>
          </p:cNvPr>
          <p:cNvSpPr>
            <a:spLocks noGrp="1"/>
          </p:cNvSpPr>
          <p:nvPr>
            <p:ph type="sldNum" sz="quarter" idx="10"/>
          </p:nvPr>
        </p:nvSpPr>
        <p:spPr/>
        <p:txBody>
          <a:bodyPr/>
          <a:lstStyle/>
          <a:p>
            <a:fld id="{D8D877B3-D348-4611-9BDB-C5374591D951}" type="slidenum">
              <a:rPr lang="en-US" smtClean="0"/>
              <a:pPr/>
              <a:t>51</a:t>
            </a:fld>
            <a:endParaRPr lang="en-US" dirty="0"/>
          </a:p>
        </p:txBody>
      </p:sp>
      <p:pic>
        <p:nvPicPr>
          <p:cNvPr id="7" name="Billede 6">
            <a:extLst>
              <a:ext uri="{FF2B5EF4-FFF2-40B4-BE49-F238E27FC236}">
                <a16:creationId xmlns:a16="http://schemas.microsoft.com/office/drawing/2014/main" id="{8D5E146E-EE46-42B0-A378-BF93E926FC65}"/>
              </a:ext>
            </a:extLst>
          </p:cNvPr>
          <p:cNvPicPr>
            <a:picLocks noChangeAspect="1"/>
          </p:cNvPicPr>
          <p:nvPr/>
        </p:nvPicPr>
        <p:blipFill>
          <a:blip r:embed="rId2"/>
          <a:stretch>
            <a:fillRect/>
          </a:stretch>
        </p:blipFill>
        <p:spPr>
          <a:xfrm>
            <a:off x="587374" y="1845580"/>
            <a:ext cx="5954506" cy="3880345"/>
          </a:xfrm>
          <a:prstGeom prst="rect">
            <a:avLst/>
          </a:prstGeom>
        </p:spPr>
      </p:pic>
      <p:sp>
        <p:nvSpPr>
          <p:cNvPr id="8" name="Titel 3">
            <a:extLst>
              <a:ext uri="{FF2B5EF4-FFF2-40B4-BE49-F238E27FC236}">
                <a16:creationId xmlns:a16="http://schemas.microsoft.com/office/drawing/2014/main" id="{F5EF2CB1-7744-4230-8D90-E698B4528C30}"/>
              </a:ext>
            </a:extLst>
          </p:cNvPr>
          <p:cNvSpPr>
            <a:spLocks noGrp="1"/>
          </p:cNvSpPr>
          <p:nvPr>
            <p:ph type="title"/>
          </p:nvPr>
        </p:nvSpPr>
        <p:spPr>
          <a:xfrm>
            <a:off x="587374" y="359274"/>
            <a:ext cx="9988383" cy="1486306"/>
          </a:xfrm>
        </p:spPr>
        <p:txBody>
          <a:bodyPr/>
          <a:lstStyle/>
          <a:p>
            <a:r>
              <a:rPr lang="da-DK" dirty="0"/>
              <a:t>Returnere mere end </a:t>
            </a:r>
            <a:br>
              <a:rPr lang="da-DK" dirty="0"/>
            </a:br>
            <a:r>
              <a:rPr lang="da-DK" dirty="0"/>
              <a:t>ét resultat med </a:t>
            </a:r>
            <a:r>
              <a:rPr lang="da-DK" i="1" dirty="0" err="1"/>
              <a:t>call</a:t>
            </a:r>
            <a:r>
              <a:rPr lang="da-DK" i="1" dirty="0"/>
              <a:t> by reference</a:t>
            </a:r>
          </a:p>
        </p:txBody>
      </p:sp>
      <p:sp>
        <p:nvSpPr>
          <p:cNvPr id="9" name="Pladsholder til tekst 4">
            <a:extLst>
              <a:ext uri="{FF2B5EF4-FFF2-40B4-BE49-F238E27FC236}">
                <a16:creationId xmlns:a16="http://schemas.microsoft.com/office/drawing/2014/main" id="{B6709AF1-189D-46FB-B52B-E40534EA672C}"/>
              </a:ext>
            </a:extLst>
          </p:cNvPr>
          <p:cNvSpPr>
            <a:spLocks noGrp="1"/>
          </p:cNvSpPr>
          <p:nvPr>
            <p:ph type="body" sz="quarter" idx="12"/>
          </p:nvPr>
        </p:nvSpPr>
        <p:spPr>
          <a:xfrm>
            <a:off x="6930189" y="1845579"/>
            <a:ext cx="4674437" cy="4419198"/>
          </a:xfrm>
        </p:spPr>
        <p:txBody>
          <a:bodyPr>
            <a:normAutofit fontScale="92500" lnSpcReduction="20000"/>
          </a:bodyPr>
          <a:lstStyle/>
          <a:p>
            <a:pPr marL="0" indent="0">
              <a:buNone/>
            </a:pPr>
            <a:r>
              <a:rPr lang="da-DK" sz="2000" dirty="0"/>
              <a:t>I denne udgave af </a:t>
            </a:r>
            <a:r>
              <a:rPr lang="da-DK" sz="2000" dirty="0" err="1"/>
              <a:t>call</a:t>
            </a:r>
            <a:r>
              <a:rPr lang="da-DK" sz="2000" dirty="0"/>
              <a:t> by reference overføres alle variabler med </a:t>
            </a:r>
            <a:r>
              <a:rPr lang="da-DK" sz="2000" i="1" dirty="0" err="1"/>
              <a:t>call</a:t>
            </a:r>
            <a:r>
              <a:rPr lang="da-DK" sz="2000" i="1" dirty="0"/>
              <a:t> by reference</a:t>
            </a:r>
            <a:r>
              <a:rPr lang="da-DK" sz="2000" dirty="0"/>
              <a:t>. Dette skaber en risiko for at a og b ved et uheld kunne ændre værdi. </a:t>
            </a:r>
          </a:p>
          <a:p>
            <a:pPr marL="0" indent="0">
              <a:buNone/>
            </a:pPr>
            <a:r>
              <a:rPr lang="da-DK" sz="2000" dirty="0"/>
              <a:t>*a og *b kan ikke være </a:t>
            </a:r>
            <a:r>
              <a:rPr lang="da-DK" sz="2000" i="1" dirty="0" err="1"/>
              <a:t>read</a:t>
            </a:r>
            <a:r>
              <a:rPr lang="da-DK" sz="2000" i="1" dirty="0"/>
              <a:t> </a:t>
            </a:r>
            <a:r>
              <a:rPr lang="da-DK" sz="2000" i="1" dirty="0" err="1"/>
              <a:t>only</a:t>
            </a:r>
            <a:r>
              <a:rPr lang="da-DK" sz="2000" i="1" dirty="0"/>
              <a:t> (</a:t>
            </a:r>
            <a:r>
              <a:rPr lang="da-DK" sz="2000" i="1" dirty="0" err="1"/>
              <a:t>const</a:t>
            </a:r>
            <a:r>
              <a:rPr lang="da-DK" sz="2000" i="1" dirty="0"/>
              <a:t>). </a:t>
            </a:r>
          </a:p>
          <a:p>
            <a:pPr marL="0" indent="0">
              <a:buNone/>
            </a:pPr>
            <a:r>
              <a:rPr lang="da-DK" sz="2000" dirty="0"/>
              <a:t>Men vi kan sikre os at *a og *b kun optræder på højre side af </a:t>
            </a:r>
            <a:r>
              <a:rPr lang="da-DK" sz="2000" dirty="0" err="1"/>
              <a:t>assignment</a:t>
            </a:r>
            <a:r>
              <a:rPr lang="da-DK" sz="2000" dirty="0"/>
              <a:t> operatoren ”=”. </a:t>
            </a:r>
          </a:p>
          <a:p>
            <a:pPr marL="0" indent="0">
              <a:buNone/>
            </a:pPr>
            <a:r>
              <a:rPr lang="da-DK" sz="2000" dirty="0"/>
              <a:t>Det betyder at vi kun læser fra dem.</a:t>
            </a:r>
          </a:p>
          <a:p>
            <a:pPr marL="0" indent="0">
              <a:buNone/>
            </a:pPr>
            <a:r>
              <a:rPr lang="da-DK" sz="2000" dirty="0"/>
              <a:t>Variablerne *</a:t>
            </a:r>
            <a:r>
              <a:rPr lang="da-DK" sz="2000" dirty="0" err="1"/>
              <a:t>quotient</a:t>
            </a:r>
            <a:r>
              <a:rPr lang="da-DK" sz="2000" dirty="0"/>
              <a:t> og *</a:t>
            </a:r>
            <a:r>
              <a:rPr lang="da-DK" sz="2000" dirty="0" err="1"/>
              <a:t>remainder</a:t>
            </a:r>
            <a:r>
              <a:rPr lang="da-DK" sz="2000" dirty="0"/>
              <a:t> står på venstre side af </a:t>
            </a:r>
            <a:r>
              <a:rPr lang="da-DK" sz="2000" dirty="0" err="1"/>
              <a:t>assignment</a:t>
            </a:r>
            <a:r>
              <a:rPr lang="da-DK" sz="2000" dirty="0"/>
              <a:t> operatoren ”=” og bliver derfor opdateret. </a:t>
            </a:r>
          </a:p>
        </p:txBody>
      </p:sp>
      <p:sp>
        <p:nvSpPr>
          <p:cNvPr id="13" name="Tekstfelt 12">
            <a:extLst>
              <a:ext uri="{FF2B5EF4-FFF2-40B4-BE49-F238E27FC236}">
                <a16:creationId xmlns:a16="http://schemas.microsoft.com/office/drawing/2014/main" id="{F8C6C860-621E-492D-9E72-7FA9076D1DF3}"/>
              </a:ext>
            </a:extLst>
          </p:cNvPr>
          <p:cNvSpPr txBox="1"/>
          <p:nvPr/>
        </p:nvSpPr>
        <p:spPr>
          <a:xfrm>
            <a:off x="587374" y="6186488"/>
            <a:ext cx="3419142" cy="400110"/>
          </a:xfrm>
          <a:prstGeom prst="rect">
            <a:avLst/>
          </a:prstGeom>
          <a:noFill/>
        </p:spPr>
        <p:txBody>
          <a:bodyPr wrap="square">
            <a:spAutoFit/>
          </a:bodyPr>
          <a:lstStyle/>
          <a:p>
            <a:r>
              <a:rPr lang="en-US" sz="2000" dirty="0">
                <a:hlinkClick r:id="rId3">
                  <a:extLst>
                    <a:ext uri="{A12FA001-AC4F-418D-AE19-62706E023703}">
                      <ahyp:hlinkClr xmlns:ahyp="http://schemas.microsoft.com/office/drawing/2018/hyperlinkcolor" val="tx"/>
                    </a:ext>
                  </a:extLst>
                </a:hlinkClick>
              </a:rPr>
              <a:t>http://tpcg.io/XQOCM6dG</a:t>
            </a:r>
            <a:endParaRPr lang="en-US" sz="2000" dirty="0"/>
          </a:p>
        </p:txBody>
      </p:sp>
    </p:spTree>
    <p:extLst>
      <p:ext uri="{BB962C8B-B14F-4D97-AF65-F5344CB8AC3E}">
        <p14:creationId xmlns:p14="http://schemas.microsoft.com/office/powerpoint/2010/main" val="3318369989"/>
      </p:ext>
    </p:extLst>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a:ea typeface=""/>
        <a:cs typeface=""/>
      </a:majorFont>
      <a:minorFont>
        <a:latin typeface="Consola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æsentation1" id="{82CE9111-C904-4B79-890A-54AB13CC827E}" vid="{0823D412-4A7B-478A-A66C-97269A7413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603602-65E0-48FA-BF06-563C46D1CC25}">
  <ds:schemaRefs>
    <ds:schemaRef ds:uri="http://www.w3.org/XML/1998/namespace"/>
    <ds:schemaRef ds:uri="5eaab4c3-db73-4b93-9200-350b498c50e8"/>
    <ds:schemaRef ds:uri="http://schemas.microsoft.com/office/2006/metadata/properties"/>
    <ds:schemaRef ds:uri="http://schemas.openxmlformats.org/package/2006/metadata/core-properties"/>
    <ds:schemaRef ds:uri="http://schemas.microsoft.com/office/2006/documentManagement/types"/>
    <ds:schemaRef ds:uri="http://purl.org/dc/elements/1.1/"/>
    <ds:schemaRef ds:uri="http://purl.org/dc/dcmitype/"/>
    <ds:schemaRef ds:uri="http://purl.org/dc/terms/"/>
    <ds:schemaRef ds:uri="http://schemas.microsoft.com/office/infopath/2007/PartnerControls"/>
    <ds:schemaRef ds:uri="1790affa-1f64-4e58-8dd7-745390e575dd"/>
  </ds:schemaRefs>
</ds:datastoreItem>
</file>

<file path=customXml/itemProps3.xml><?xml version="1.0" encoding="utf-8"?>
<ds:datastoreItem xmlns:ds="http://schemas.openxmlformats.org/officeDocument/2006/customXml" ds:itemID="{20FA39FA-C90B-44C5-8395-0F72C2D9FD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2511</TotalTime>
  <Words>7333</Words>
  <Application>Microsoft Office PowerPoint</Application>
  <PresentationFormat>Widescreen</PresentationFormat>
  <Paragraphs>932</Paragraphs>
  <Slides>51</Slides>
  <Notes>2</Notes>
  <HiddenSlides>14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Cambria Math</vt:lpstr>
      <vt:lpstr>Consolas</vt:lpstr>
      <vt:lpstr>Open Sans</vt:lpstr>
      <vt:lpstr>AAU PowerPoint</vt:lpstr>
      <vt:lpstr>Programmering</vt:lpstr>
      <vt:lpstr>Læringsmål idag</vt:lpstr>
      <vt:lpstr>Simple Datatypes and scope</vt:lpstr>
      <vt:lpstr>Pointers</vt:lpstr>
      <vt:lpstr>Dynamic Memory Allocation</vt:lpstr>
      <vt:lpstr>functions1 Tavle: Hvad betyder N(xx)=xx?</vt:lpstr>
      <vt:lpstr>functions1 Tavle:  Hvad betyder N(xx)=xx?</vt:lpstr>
      <vt:lpstr>Læringsmål idag</vt:lpstr>
      <vt:lpstr>Funktioner</vt:lpstr>
      <vt:lpstr>Funktioner</vt:lpstr>
      <vt:lpstr>Hvorfor anvende funktioner?</vt:lpstr>
      <vt:lpstr>functions1_with_functions Tavle: Hvad betyder N(xx)=xx?</vt:lpstr>
      <vt:lpstr>Opgave: functions2</vt:lpstr>
      <vt:lpstr>Funktionsdefinition</vt:lpstr>
      <vt:lpstr>Funktioner – rule of thumb</vt:lpstr>
      <vt:lpstr>Læringsmål idag</vt:lpstr>
      <vt:lpstr>Returnere ét resultat fra en funktion</vt:lpstr>
      <vt:lpstr>Returnere mere end ét resultat med struct</vt:lpstr>
      <vt:lpstr>Returnere mere end ét resultat med call by reference</vt:lpstr>
      <vt:lpstr>Opgave: functions3 call by reference</vt:lpstr>
      <vt:lpstr>Læringsmål idag</vt:lpstr>
      <vt:lpstr>Function Declaration vs. Function Definition </vt:lpstr>
      <vt:lpstr>Function Declaration vs. Function Definition </vt:lpstr>
      <vt:lpstr>Function Declaration vs. Function Definition </vt:lpstr>
      <vt:lpstr>Læringsmål idag</vt:lpstr>
      <vt:lpstr>Your own Header (.h) You can use more than 1 .c file now!!!</vt:lpstr>
      <vt:lpstr>multiple .c files and Variables in Header (.h)  </vt:lpstr>
      <vt:lpstr>Læringsmål idag</vt:lpstr>
      <vt:lpstr>Iterative versus rekursive funktioner?</vt:lpstr>
      <vt:lpstr>Rekursive funktioner kan skabe problemer</vt:lpstr>
      <vt:lpstr>Rekursive crash på en ESP32</vt:lpstr>
      <vt:lpstr>Den ternære operator</vt:lpstr>
      <vt:lpstr>Opgaver</vt:lpstr>
      <vt:lpstr>Opgave: patient1 Patient journalen make main do less!!</vt:lpstr>
      <vt:lpstr>Opgave: patient2 Patient journalen make main do less!!</vt:lpstr>
      <vt:lpstr>Opgave: records_display call-by-reference</vt:lpstr>
      <vt:lpstr>Opgave: patient3 Patient journalen make main do less!!</vt:lpstr>
      <vt:lpstr>Opgave: codesmells1  Code smells1 (I skal ikke ændre koden)</vt:lpstr>
      <vt:lpstr>Opgave: codesmells2  Code smells 2</vt:lpstr>
      <vt:lpstr>Opgave: codesmells3 code smells 3  beregn median værdi</vt:lpstr>
      <vt:lpstr>Opgave Find max N value</vt:lpstr>
      <vt:lpstr>Opgave  Code smells 4 beregn median værdi</vt:lpstr>
      <vt:lpstr>opgave : p10_patient2 make it function better 2 make main do less!!</vt:lpstr>
      <vt:lpstr>Patient journalen – Todo list</vt:lpstr>
      <vt:lpstr>Opgave – forsøg at returnerer 2 resultater</vt:lpstr>
      <vt:lpstr>Opgave 3</vt:lpstr>
      <vt:lpstr>Opgave 4</vt:lpstr>
      <vt:lpstr>I lied!!!! int a[] and a* are not the same</vt:lpstr>
      <vt:lpstr>Storage Classes</vt:lpstr>
      <vt:lpstr>Patient journalen  What we know 2</vt:lpstr>
      <vt:lpstr>Returnere mere end  ét resultat med call by reference</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Søren Emil Søe Degn</dc:creator>
  <cp:lastModifiedBy>Martin Siemienski Andersen</cp:lastModifiedBy>
  <cp:revision>74</cp:revision>
  <cp:lastPrinted>2017-03-09T03:48:56Z</cp:lastPrinted>
  <dcterms:created xsi:type="dcterms:W3CDTF">2018-09-13T08:06:32Z</dcterms:created>
  <dcterms:modified xsi:type="dcterms:W3CDTF">2025-10-29T14:54:23Z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